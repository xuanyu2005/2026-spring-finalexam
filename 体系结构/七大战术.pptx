
<file path=[Content_Types].xml><?xml version="1.0" encoding="utf-8"?>
<Types xmlns="http://schemas.openxmlformats.org/package/2006/content-types">
  <Default Extension="jpeg" ContentType="image/jpeg"/>
  <Default Extension="JPG" ContentType="image/.jp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1"/>
  </p:sldMasterIdLst>
  <p:notesMasterIdLst>
    <p:notesMasterId r:id="rId4"/>
  </p:notesMasterIdLst>
  <p:sldIdLst>
    <p:sldId id="256" r:id="rId3"/>
    <p:sldId id="257" r:id="rId5"/>
    <p:sldId id="258" r:id="rId6"/>
    <p:sldId id="259" r:id="rId7"/>
    <p:sldId id="261" r:id="rId8"/>
    <p:sldId id="260" r:id="rId9"/>
    <p:sldId id="262" r:id="rId10"/>
    <p:sldId id="263" r:id="rId11"/>
    <p:sldId id="264" r:id="rId12"/>
    <p:sldId id="265" r:id="rId13"/>
    <p:sldId id="266" r:id="rId14"/>
    <p:sldId id="269" r:id="rId15"/>
    <p:sldId id="267" r:id="rId16"/>
    <p:sldId id="268" r:id="rId17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25315"/>
    <p:restoredTop sz="95179"/>
  </p:normalViewPr>
  <p:slideViewPr>
    <p:cSldViewPr snapToGrid="0" snapToObjects="1">
      <p:cViewPr varScale="1">
        <p:scale>
          <a:sx n="91" d="100"/>
          <a:sy n="91" d="100"/>
        </p:scale>
        <p:origin x="320" y="17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6.xml"/><Relationship Id="rId8" Type="http://schemas.openxmlformats.org/officeDocument/2006/relationships/slide" Target="slides/slide5.xml"/><Relationship Id="rId7" Type="http://schemas.openxmlformats.org/officeDocument/2006/relationships/slide" Target="slides/slide4.xml"/><Relationship Id="rId6" Type="http://schemas.openxmlformats.org/officeDocument/2006/relationships/slide" Target="slides/slide3.xml"/><Relationship Id="rId5" Type="http://schemas.openxmlformats.org/officeDocument/2006/relationships/slide" Target="slides/slide2.xml"/><Relationship Id="rId4" Type="http://schemas.openxmlformats.org/officeDocument/2006/relationships/notesMaster" Target="notesMasters/notesMaster1.xml"/><Relationship Id="rId3" Type="http://schemas.openxmlformats.org/officeDocument/2006/relationships/slide" Target="slides/slide1.xml"/><Relationship Id="rId20" Type="http://schemas.openxmlformats.org/officeDocument/2006/relationships/tableStyles" Target="tableStyles.xml"/><Relationship Id="rId2" Type="http://schemas.openxmlformats.org/officeDocument/2006/relationships/theme" Target="theme/theme1.xml"/><Relationship Id="rId19" Type="http://schemas.openxmlformats.org/officeDocument/2006/relationships/viewProps" Target="viewProps.xml"/><Relationship Id="rId18" Type="http://schemas.openxmlformats.org/officeDocument/2006/relationships/presProps" Target="presProps.xml"/><Relationship Id="rId17" Type="http://schemas.openxmlformats.org/officeDocument/2006/relationships/slide" Target="slides/slide14.xml"/><Relationship Id="rId16" Type="http://schemas.openxmlformats.org/officeDocument/2006/relationships/slide" Target="slides/slide13.xml"/><Relationship Id="rId15" Type="http://schemas.openxmlformats.org/officeDocument/2006/relationships/slide" Target="slides/slide12.xml"/><Relationship Id="rId14" Type="http://schemas.openxmlformats.org/officeDocument/2006/relationships/slide" Target="slides/slide11.xml"/><Relationship Id="rId13" Type="http://schemas.openxmlformats.org/officeDocument/2006/relationships/slide" Target="slides/slide10.xml"/><Relationship Id="rId12" Type="http://schemas.openxmlformats.org/officeDocument/2006/relationships/slide" Target="slides/slide9.xml"/><Relationship Id="rId11" Type="http://schemas.openxmlformats.org/officeDocument/2006/relationships/slide" Target="slides/slide8.xml"/><Relationship Id="rId10" Type="http://schemas.openxmlformats.org/officeDocument/2006/relationships/slide" Target="slides/slide7.xml"/><Relationship Id="rId1" Type="http://schemas.openxmlformats.org/officeDocument/2006/relationships/slideMaster" Target="slideMasters/slide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2A48B96-639E-45A3-A0BA-2464DFDB1FAA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6837353-30EB-4A48-80EB-173D804AEFBD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幻灯片图像占位符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p>
            <a:endParaRPr lang="zh-CN" alt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kumimoji="1" lang="zh-CN" altLang="en-US" smtClean="0"/>
              <a:t>单击此处编辑母版标题样式</a:t>
            </a:r>
            <a:endParaRPr kumimoji="1" lang="zh-CN" altLang="en-US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kumimoji="1" lang="zh-CN" altLang="en-US" smtClean="0"/>
              <a:t>单击此处编辑母版副标题样式</a:t>
            </a:r>
            <a:endParaRPr kumimoji="1"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9802602-7EE2-EA4C-87FF-CEBF2AC3CFFC}" type="datetimeFigureOut">
              <a:rPr kumimoji="1" lang="zh-CN" altLang="en-US" smtClean="0"/>
            </a:fld>
            <a:endParaRPr kumimoji="1"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幻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506A992-D55E-2C4D-BD4C-2A05538D8262}" type="slidenum">
              <a:rPr kumimoji="1" lang="zh-CN" altLang="en-US" smtClean="0"/>
            </a:fld>
            <a:endParaRPr kumimoji="1" lang="zh-CN" alt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 smtClean="0"/>
              <a:t>单击此处编辑母版标题样式</a:t>
            </a:r>
            <a:endParaRPr kumimoji="1"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kumimoji="1" lang="zh-CN" altLang="en-US" smtClean="0"/>
              <a:t>单击此处编辑母版文本样式</a:t>
            </a:r>
            <a:endParaRPr kumimoji="1" lang="zh-CN" altLang="en-US" smtClean="0"/>
          </a:p>
          <a:p>
            <a:pPr lvl="1"/>
            <a:r>
              <a:rPr kumimoji="1" lang="zh-CN" altLang="en-US" smtClean="0"/>
              <a:t>二级</a:t>
            </a:r>
            <a:endParaRPr kumimoji="1" lang="zh-CN" altLang="en-US" smtClean="0"/>
          </a:p>
          <a:p>
            <a:pPr lvl="2"/>
            <a:r>
              <a:rPr kumimoji="1" lang="zh-CN" altLang="en-US" smtClean="0"/>
              <a:t>三级</a:t>
            </a:r>
            <a:endParaRPr kumimoji="1" lang="zh-CN" altLang="en-US" smtClean="0"/>
          </a:p>
          <a:p>
            <a:pPr lvl="3"/>
            <a:r>
              <a:rPr kumimoji="1" lang="zh-CN" altLang="en-US" smtClean="0"/>
              <a:t>四级</a:t>
            </a:r>
            <a:endParaRPr kumimoji="1" lang="zh-CN" altLang="en-US" smtClean="0"/>
          </a:p>
          <a:p>
            <a:pPr lvl="4"/>
            <a:r>
              <a:rPr kumimoji="1" lang="zh-CN" altLang="en-US" smtClean="0"/>
              <a:t>五级</a:t>
            </a:r>
            <a:endParaRPr kumimoji="1"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9802602-7EE2-EA4C-87FF-CEBF2AC3CFFC}" type="datetimeFigureOut">
              <a:rPr kumimoji="1" lang="zh-CN" altLang="en-US" smtClean="0"/>
            </a:fld>
            <a:endParaRPr kumimoji="1"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幻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506A992-D55E-2C4D-BD4C-2A05538D8262}" type="slidenum">
              <a:rPr kumimoji="1" lang="zh-CN" altLang="en-US" smtClean="0"/>
            </a:fld>
            <a:endParaRPr kumimoji="1" lang="zh-CN" alt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kumimoji="1" lang="zh-CN" altLang="en-US" smtClean="0"/>
              <a:t>单击此处编辑母版标题样式</a:t>
            </a:r>
            <a:endParaRPr kumimoji="1"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kumimoji="1" lang="zh-CN" altLang="en-US" smtClean="0"/>
              <a:t>单击此处编辑母版文本样式</a:t>
            </a:r>
            <a:endParaRPr kumimoji="1" lang="zh-CN" altLang="en-US" smtClean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9802602-7EE2-EA4C-87FF-CEBF2AC3CFFC}" type="datetimeFigureOut">
              <a:rPr kumimoji="1" lang="zh-CN" altLang="en-US" smtClean="0"/>
            </a:fld>
            <a:endParaRPr kumimoji="1"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幻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506A992-D55E-2C4D-BD4C-2A05538D8262}" type="slidenum">
              <a:rPr kumimoji="1" lang="zh-CN" altLang="en-US" smtClean="0"/>
            </a:fld>
            <a:endParaRPr kumimoji="1" lang="zh-CN" alt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项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 smtClean="0"/>
              <a:t>单击此处编辑母版标题样式</a:t>
            </a:r>
            <a:endParaRPr kumimoji="1"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kumimoji="1" lang="zh-CN" altLang="en-US" smtClean="0"/>
              <a:t>单击此处编辑母版文本样式</a:t>
            </a:r>
            <a:endParaRPr kumimoji="1" lang="zh-CN" altLang="en-US" smtClean="0"/>
          </a:p>
          <a:p>
            <a:pPr lvl="1"/>
            <a:r>
              <a:rPr kumimoji="1" lang="zh-CN" altLang="en-US" smtClean="0"/>
              <a:t>二级</a:t>
            </a:r>
            <a:endParaRPr kumimoji="1" lang="zh-CN" altLang="en-US" smtClean="0"/>
          </a:p>
          <a:p>
            <a:pPr lvl="2"/>
            <a:r>
              <a:rPr kumimoji="1" lang="zh-CN" altLang="en-US" smtClean="0"/>
              <a:t>三级</a:t>
            </a:r>
            <a:endParaRPr kumimoji="1" lang="zh-CN" altLang="en-US" smtClean="0"/>
          </a:p>
          <a:p>
            <a:pPr lvl="3"/>
            <a:r>
              <a:rPr kumimoji="1" lang="zh-CN" altLang="en-US" smtClean="0"/>
              <a:t>四级</a:t>
            </a:r>
            <a:endParaRPr kumimoji="1" lang="zh-CN" altLang="en-US" smtClean="0"/>
          </a:p>
          <a:p>
            <a:pPr lvl="4"/>
            <a:r>
              <a:rPr kumimoji="1" lang="zh-CN" altLang="en-US" smtClean="0"/>
              <a:t>五级</a:t>
            </a:r>
            <a:endParaRPr kumimoji="1"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kumimoji="1" lang="zh-CN" altLang="en-US" smtClean="0"/>
              <a:t>单击此处编辑母版文本样式</a:t>
            </a:r>
            <a:endParaRPr kumimoji="1" lang="zh-CN" altLang="en-US" smtClean="0"/>
          </a:p>
          <a:p>
            <a:pPr lvl="1"/>
            <a:r>
              <a:rPr kumimoji="1" lang="zh-CN" altLang="en-US" smtClean="0"/>
              <a:t>二级</a:t>
            </a:r>
            <a:endParaRPr kumimoji="1" lang="zh-CN" altLang="en-US" smtClean="0"/>
          </a:p>
          <a:p>
            <a:pPr lvl="2"/>
            <a:r>
              <a:rPr kumimoji="1" lang="zh-CN" altLang="en-US" smtClean="0"/>
              <a:t>三级</a:t>
            </a:r>
            <a:endParaRPr kumimoji="1" lang="zh-CN" altLang="en-US" smtClean="0"/>
          </a:p>
          <a:p>
            <a:pPr lvl="3"/>
            <a:r>
              <a:rPr kumimoji="1" lang="zh-CN" altLang="en-US" smtClean="0"/>
              <a:t>四级</a:t>
            </a:r>
            <a:endParaRPr kumimoji="1" lang="zh-CN" altLang="en-US" smtClean="0"/>
          </a:p>
          <a:p>
            <a:pPr lvl="4"/>
            <a:r>
              <a:rPr kumimoji="1" lang="zh-CN" altLang="en-US" smtClean="0"/>
              <a:t>五级</a:t>
            </a:r>
            <a:endParaRPr kumimoji="1"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9802602-7EE2-EA4C-87FF-CEBF2AC3CFFC}" type="datetimeFigureOut">
              <a:rPr kumimoji="1" lang="zh-CN" altLang="en-US" smtClean="0"/>
            </a:fld>
            <a:endParaRPr kumimoji="1"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7" name="幻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506A992-D55E-2C4D-BD4C-2A05538D8262}" type="slidenum">
              <a:rPr kumimoji="1" lang="zh-CN" altLang="en-US" smtClean="0"/>
            </a:fld>
            <a:endParaRPr kumimoji="1" lang="zh-CN" alt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kumimoji="1" lang="zh-CN" altLang="en-US" smtClean="0"/>
              <a:t>单击此处编辑母版标题样式</a:t>
            </a:r>
            <a:endParaRPr kumimoji="1"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zh-CN" altLang="en-US" smtClean="0"/>
              <a:t>单击此处编辑母版文本样式</a:t>
            </a:r>
            <a:endParaRPr kumimoji="1" lang="zh-CN" altLang="en-US" smtClean="0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kumimoji="1" lang="zh-CN" altLang="en-US" smtClean="0"/>
              <a:t>单击此处编辑母版文本样式</a:t>
            </a:r>
            <a:endParaRPr kumimoji="1" lang="zh-CN" altLang="en-US" smtClean="0"/>
          </a:p>
          <a:p>
            <a:pPr lvl="1"/>
            <a:r>
              <a:rPr kumimoji="1" lang="zh-CN" altLang="en-US" smtClean="0"/>
              <a:t>二级</a:t>
            </a:r>
            <a:endParaRPr kumimoji="1" lang="zh-CN" altLang="en-US" smtClean="0"/>
          </a:p>
          <a:p>
            <a:pPr lvl="2"/>
            <a:r>
              <a:rPr kumimoji="1" lang="zh-CN" altLang="en-US" smtClean="0"/>
              <a:t>三级</a:t>
            </a:r>
            <a:endParaRPr kumimoji="1" lang="zh-CN" altLang="en-US" smtClean="0"/>
          </a:p>
          <a:p>
            <a:pPr lvl="3"/>
            <a:r>
              <a:rPr kumimoji="1" lang="zh-CN" altLang="en-US" smtClean="0"/>
              <a:t>四级</a:t>
            </a:r>
            <a:endParaRPr kumimoji="1" lang="zh-CN" altLang="en-US" smtClean="0"/>
          </a:p>
          <a:p>
            <a:pPr lvl="4"/>
            <a:r>
              <a:rPr kumimoji="1" lang="zh-CN" altLang="en-US" smtClean="0"/>
              <a:t>五级</a:t>
            </a:r>
            <a:endParaRPr kumimoji="1"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zh-CN" altLang="en-US" smtClean="0"/>
              <a:t>单击此处编辑母版文本样式</a:t>
            </a:r>
            <a:endParaRPr kumimoji="1" lang="zh-CN" altLang="en-US" smtClean="0"/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kumimoji="1" lang="zh-CN" altLang="en-US" smtClean="0"/>
              <a:t>单击此处编辑母版文本样式</a:t>
            </a:r>
            <a:endParaRPr kumimoji="1" lang="zh-CN" altLang="en-US" smtClean="0"/>
          </a:p>
          <a:p>
            <a:pPr lvl="1"/>
            <a:r>
              <a:rPr kumimoji="1" lang="zh-CN" altLang="en-US" smtClean="0"/>
              <a:t>二级</a:t>
            </a:r>
            <a:endParaRPr kumimoji="1" lang="zh-CN" altLang="en-US" smtClean="0"/>
          </a:p>
          <a:p>
            <a:pPr lvl="2"/>
            <a:r>
              <a:rPr kumimoji="1" lang="zh-CN" altLang="en-US" smtClean="0"/>
              <a:t>三级</a:t>
            </a:r>
            <a:endParaRPr kumimoji="1" lang="zh-CN" altLang="en-US" smtClean="0"/>
          </a:p>
          <a:p>
            <a:pPr lvl="3"/>
            <a:r>
              <a:rPr kumimoji="1" lang="zh-CN" altLang="en-US" smtClean="0"/>
              <a:t>四级</a:t>
            </a:r>
            <a:endParaRPr kumimoji="1" lang="zh-CN" altLang="en-US" smtClean="0"/>
          </a:p>
          <a:p>
            <a:pPr lvl="4"/>
            <a:r>
              <a:rPr kumimoji="1" lang="zh-CN" altLang="en-US" smtClean="0"/>
              <a:t>五级</a:t>
            </a:r>
            <a:endParaRPr kumimoji="1" lang="zh-CN" altLang="en-US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9802602-7EE2-EA4C-87FF-CEBF2AC3CFFC}" type="datetimeFigureOut">
              <a:rPr kumimoji="1" lang="zh-CN" altLang="en-US" smtClean="0"/>
            </a:fld>
            <a:endParaRPr kumimoji="1"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9" name="幻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506A992-D55E-2C4D-BD4C-2A05538D8262}" type="slidenum">
              <a:rPr kumimoji="1" lang="zh-CN" altLang="en-US" smtClean="0"/>
            </a:fld>
            <a:endParaRPr kumimoji="1" lang="zh-CN" alt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 smtClean="0"/>
              <a:t>单击此处编辑母版标题样式</a:t>
            </a:r>
            <a:endParaRPr kumimoji="1"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9802602-7EE2-EA4C-87FF-CEBF2AC3CFFC}" type="datetimeFigureOut">
              <a:rPr kumimoji="1" lang="zh-CN" altLang="en-US" smtClean="0"/>
            </a:fld>
            <a:endParaRPr kumimoji="1"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5" name="幻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506A992-D55E-2C4D-BD4C-2A05538D8262}" type="slidenum">
              <a:rPr kumimoji="1" lang="zh-CN" altLang="en-US" smtClean="0"/>
            </a:fld>
            <a:endParaRPr kumimoji="1" lang="zh-CN" alt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9802602-7EE2-EA4C-87FF-CEBF2AC3CFFC}" type="datetimeFigureOut">
              <a:rPr kumimoji="1" lang="zh-CN" altLang="en-US" smtClean="0"/>
            </a:fld>
            <a:endParaRPr kumimoji="1"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4" name="幻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506A992-D55E-2C4D-BD4C-2A05538D8262}" type="slidenum">
              <a:rPr kumimoji="1" lang="zh-CN" altLang="en-US" smtClean="0"/>
            </a:fld>
            <a:endParaRPr kumimoji="1" lang="zh-CN" alt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zh-CN" altLang="en-US" smtClean="0"/>
              <a:t>单击此处编辑母版标题样式</a:t>
            </a:r>
            <a:endParaRPr kumimoji="1"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kumimoji="1" lang="zh-CN" altLang="en-US" smtClean="0"/>
              <a:t>单击此处编辑母版文本样式</a:t>
            </a:r>
            <a:endParaRPr kumimoji="1" lang="zh-CN" altLang="en-US" smtClean="0"/>
          </a:p>
          <a:p>
            <a:pPr lvl="1"/>
            <a:r>
              <a:rPr kumimoji="1" lang="zh-CN" altLang="en-US" smtClean="0"/>
              <a:t>二级</a:t>
            </a:r>
            <a:endParaRPr kumimoji="1" lang="zh-CN" altLang="en-US" smtClean="0"/>
          </a:p>
          <a:p>
            <a:pPr lvl="2"/>
            <a:r>
              <a:rPr kumimoji="1" lang="zh-CN" altLang="en-US" smtClean="0"/>
              <a:t>三级</a:t>
            </a:r>
            <a:endParaRPr kumimoji="1" lang="zh-CN" altLang="en-US" smtClean="0"/>
          </a:p>
          <a:p>
            <a:pPr lvl="3"/>
            <a:r>
              <a:rPr kumimoji="1" lang="zh-CN" altLang="en-US" smtClean="0"/>
              <a:t>四级</a:t>
            </a:r>
            <a:endParaRPr kumimoji="1" lang="zh-CN" altLang="en-US" smtClean="0"/>
          </a:p>
          <a:p>
            <a:pPr lvl="4"/>
            <a:r>
              <a:rPr kumimoji="1" lang="zh-CN" altLang="en-US" smtClean="0"/>
              <a:t>五级</a:t>
            </a:r>
            <a:endParaRPr kumimoji="1"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zh-CN" altLang="en-US" smtClean="0"/>
              <a:t>单击此处编辑母版文本样式</a:t>
            </a:r>
            <a:endParaRPr kumimoji="1" lang="zh-CN" altLang="en-US" smtClean="0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9802602-7EE2-EA4C-87FF-CEBF2AC3CFFC}" type="datetimeFigureOut">
              <a:rPr kumimoji="1" lang="zh-CN" altLang="en-US" smtClean="0"/>
            </a:fld>
            <a:endParaRPr kumimoji="1"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7" name="幻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506A992-D55E-2C4D-BD4C-2A05538D8262}" type="slidenum">
              <a:rPr kumimoji="1" lang="zh-CN" altLang="en-US" smtClean="0"/>
            </a:fld>
            <a:endParaRPr kumimoji="1" lang="zh-CN" alt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zh-CN" altLang="en-US" smtClean="0"/>
              <a:t>单击此处编辑母版标题样式</a:t>
            </a:r>
            <a:endParaRPr kumimoji="1" lang="zh-CN" altLang="en-US"/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kumimoji="1"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zh-CN" altLang="en-US" smtClean="0"/>
              <a:t>单击此处编辑母版文本样式</a:t>
            </a:r>
            <a:endParaRPr kumimoji="1" lang="zh-CN" altLang="en-US" smtClean="0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9802602-7EE2-EA4C-87FF-CEBF2AC3CFFC}" type="datetimeFigureOut">
              <a:rPr kumimoji="1" lang="zh-CN" altLang="en-US" smtClean="0"/>
            </a:fld>
            <a:endParaRPr kumimoji="1"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7" name="幻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506A992-D55E-2C4D-BD4C-2A05538D8262}" type="slidenum">
              <a:rPr kumimoji="1" lang="zh-CN" altLang="en-US" smtClean="0"/>
            </a:fld>
            <a:endParaRPr kumimoji="1" lang="zh-CN" alt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 smtClean="0"/>
              <a:t>单击此处编辑母版标题样式</a:t>
            </a:r>
            <a:endParaRPr kumimoji="1" lang="zh-CN" altLang="en-US"/>
          </a:p>
        </p:txBody>
      </p:sp>
      <p:sp>
        <p:nvSpPr>
          <p:cNvPr id="3" name="竖排文本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kumimoji="1" lang="zh-CN" altLang="en-US" smtClean="0"/>
              <a:t>单击此处编辑母版文本样式</a:t>
            </a:r>
            <a:endParaRPr kumimoji="1" lang="zh-CN" altLang="en-US" smtClean="0"/>
          </a:p>
          <a:p>
            <a:pPr lvl="1"/>
            <a:r>
              <a:rPr kumimoji="1" lang="zh-CN" altLang="en-US" smtClean="0"/>
              <a:t>二级</a:t>
            </a:r>
            <a:endParaRPr kumimoji="1" lang="zh-CN" altLang="en-US" smtClean="0"/>
          </a:p>
          <a:p>
            <a:pPr lvl="2"/>
            <a:r>
              <a:rPr kumimoji="1" lang="zh-CN" altLang="en-US" smtClean="0"/>
              <a:t>三级</a:t>
            </a:r>
            <a:endParaRPr kumimoji="1" lang="zh-CN" altLang="en-US" smtClean="0"/>
          </a:p>
          <a:p>
            <a:pPr lvl="3"/>
            <a:r>
              <a:rPr kumimoji="1" lang="zh-CN" altLang="en-US" smtClean="0"/>
              <a:t>四级</a:t>
            </a:r>
            <a:endParaRPr kumimoji="1" lang="zh-CN" altLang="en-US" smtClean="0"/>
          </a:p>
          <a:p>
            <a:pPr lvl="4"/>
            <a:r>
              <a:rPr kumimoji="1" lang="zh-CN" altLang="en-US" smtClean="0"/>
              <a:t>五级</a:t>
            </a:r>
            <a:endParaRPr kumimoji="1"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9802602-7EE2-EA4C-87FF-CEBF2AC3CFFC}" type="datetimeFigureOut">
              <a:rPr kumimoji="1" lang="zh-CN" altLang="en-US" smtClean="0"/>
            </a:fld>
            <a:endParaRPr kumimoji="1"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幻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506A992-D55E-2C4D-BD4C-2A05538D8262}" type="slidenum">
              <a:rPr kumimoji="1" lang="zh-CN" altLang="en-US" smtClean="0"/>
            </a:fld>
            <a:endParaRPr kumimoji="1" lang="zh-CN" alt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和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kumimoji="1" lang="zh-CN" altLang="en-US" smtClean="0"/>
              <a:t>单击此处编辑母版标题样式</a:t>
            </a:r>
            <a:endParaRPr kumimoji="1" lang="zh-CN" altLang="en-US"/>
          </a:p>
        </p:txBody>
      </p:sp>
      <p:sp>
        <p:nvSpPr>
          <p:cNvPr id="3" name="竖排文本占位符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kumimoji="1" lang="zh-CN" altLang="en-US" smtClean="0"/>
              <a:t>单击此处编辑母版文本样式</a:t>
            </a:r>
            <a:endParaRPr kumimoji="1" lang="zh-CN" altLang="en-US" smtClean="0"/>
          </a:p>
          <a:p>
            <a:pPr lvl="1"/>
            <a:r>
              <a:rPr kumimoji="1" lang="zh-CN" altLang="en-US" smtClean="0"/>
              <a:t>二级</a:t>
            </a:r>
            <a:endParaRPr kumimoji="1" lang="zh-CN" altLang="en-US" smtClean="0"/>
          </a:p>
          <a:p>
            <a:pPr lvl="2"/>
            <a:r>
              <a:rPr kumimoji="1" lang="zh-CN" altLang="en-US" smtClean="0"/>
              <a:t>三级</a:t>
            </a:r>
            <a:endParaRPr kumimoji="1" lang="zh-CN" altLang="en-US" smtClean="0"/>
          </a:p>
          <a:p>
            <a:pPr lvl="3"/>
            <a:r>
              <a:rPr kumimoji="1" lang="zh-CN" altLang="en-US" smtClean="0"/>
              <a:t>四级</a:t>
            </a:r>
            <a:endParaRPr kumimoji="1" lang="zh-CN" altLang="en-US" smtClean="0"/>
          </a:p>
          <a:p>
            <a:pPr lvl="4"/>
            <a:r>
              <a:rPr kumimoji="1" lang="zh-CN" altLang="en-US" smtClean="0"/>
              <a:t>五级</a:t>
            </a:r>
            <a:endParaRPr kumimoji="1"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9802602-7EE2-EA4C-87FF-CEBF2AC3CFFC}" type="datetimeFigureOut">
              <a:rPr kumimoji="1" lang="zh-CN" altLang="en-US" smtClean="0"/>
            </a:fld>
            <a:endParaRPr kumimoji="1"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幻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506A992-D55E-2C4D-BD4C-2A05538D8262}" type="slidenum">
              <a:rPr kumimoji="1" lang="zh-CN" altLang="en-US" smtClean="0"/>
            </a:fld>
            <a:endParaRPr kumimoji="1" lang="zh-CN" alt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2" Type="http://schemas.openxmlformats.org/officeDocument/2006/relationships/theme" Target="../theme/theme1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kumimoji="1" lang="zh-CN" altLang="en-US" smtClean="0"/>
              <a:t>单击此处编辑母版标题样式</a:t>
            </a:r>
            <a:endParaRPr kumimoji="1"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kumimoji="1" lang="zh-CN" altLang="en-US" smtClean="0"/>
              <a:t>单击此处编辑母版文本样式</a:t>
            </a:r>
            <a:endParaRPr kumimoji="1" lang="zh-CN" altLang="en-US" smtClean="0"/>
          </a:p>
          <a:p>
            <a:pPr lvl="1"/>
            <a:r>
              <a:rPr kumimoji="1" lang="zh-CN" altLang="en-US" smtClean="0"/>
              <a:t>二级</a:t>
            </a:r>
            <a:endParaRPr kumimoji="1" lang="zh-CN" altLang="en-US" smtClean="0"/>
          </a:p>
          <a:p>
            <a:pPr lvl="2"/>
            <a:r>
              <a:rPr kumimoji="1" lang="zh-CN" altLang="en-US" smtClean="0"/>
              <a:t>三级</a:t>
            </a:r>
            <a:endParaRPr kumimoji="1" lang="zh-CN" altLang="en-US" smtClean="0"/>
          </a:p>
          <a:p>
            <a:pPr lvl="3"/>
            <a:r>
              <a:rPr kumimoji="1" lang="zh-CN" altLang="en-US" smtClean="0"/>
              <a:t>四级</a:t>
            </a:r>
            <a:endParaRPr kumimoji="1" lang="zh-CN" altLang="en-US" smtClean="0"/>
          </a:p>
          <a:p>
            <a:pPr lvl="4"/>
            <a:r>
              <a:rPr kumimoji="1" lang="zh-CN" altLang="en-US" smtClean="0"/>
              <a:t>五级</a:t>
            </a:r>
            <a:endParaRPr kumimoji="1"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9802602-7EE2-EA4C-87FF-CEBF2AC3CFFC}" type="datetimeFigureOut">
              <a:rPr kumimoji="1" lang="zh-CN" altLang="en-US" smtClean="0"/>
            </a:fld>
            <a:endParaRPr kumimoji="1"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kumimoji="1" lang="zh-CN" altLang="en-US"/>
          </a:p>
        </p:txBody>
      </p:sp>
      <p:sp>
        <p:nvSpPr>
          <p:cNvPr id="6" name="幻灯片编号占位符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506A992-D55E-2C4D-BD4C-2A05538D8262}" type="slidenum">
              <a:rPr kumimoji="1" lang="zh-CN" altLang="en-US" smtClean="0"/>
            </a:fld>
            <a:endParaRPr kumimoji="1"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1.png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2.png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3.png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4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image" Target="../media/image6.png"/><Relationship Id="rId1" Type="http://schemas.openxmlformats.org/officeDocument/2006/relationships/image" Target="../media/image5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image" Target="../media/image8.png"/><Relationship Id="rId1" Type="http://schemas.openxmlformats.org/officeDocument/2006/relationships/image" Target="../media/image7.png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9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框 3"/>
          <p:cNvSpPr txBox="1"/>
          <p:nvPr/>
        </p:nvSpPr>
        <p:spPr>
          <a:xfrm>
            <a:off x="4560268" y="302118"/>
            <a:ext cx="201159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zh-CN" smtClean="0"/>
              <a:t>Availability tactics</a:t>
            </a:r>
            <a:endParaRPr kumimoji="1" lang="zh-CN" altLang="en-US" dirty="0"/>
          </a:p>
        </p:txBody>
      </p:sp>
      <p:sp>
        <p:nvSpPr>
          <p:cNvPr id="5" name="文本框 4"/>
          <p:cNvSpPr txBox="1"/>
          <p:nvPr/>
        </p:nvSpPr>
        <p:spPr>
          <a:xfrm>
            <a:off x="1083385" y="764169"/>
            <a:ext cx="1461657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zh-CN" dirty="0" smtClean="0"/>
              <a:t>Detect faults</a:t>
            </a:r>
            <a:r>
              <a:rPr kumimoji="1" lang="zh-CN" altLang="en-US" dirty="0" smtClean="0"/>
              <a:t>检测错误</a:t>
            </a:r>
            <a:endParaRPr kumimoji="1" lang="zh-CN" altLang="en-US" dirty="0"/>
          </a:p>
        </p:txBody>
      </p:sp>
      <p:sp>
        <p:nvSpPr>
          <p:cNvPr id="6" name="文本框 5"/>
          <p:cNvSpPr txBox="1"/>
          <p:nvPr/>
        </p:nvSpPr>
        <p:spPr>
          <a:xfrm>
            <a:off x="3982514" y="795749"/>
            <a:ext cx="347056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zh-CN" dirty="0" smtClean="0"/>
              <a:t>Recover from Faults </a:t>
            </a:r>
            <a:r>
              <a:rPr kumimoji="1" lang="zh-CN" altLang="en-US" dirty="0" smtClean="0"/>
              <a:t>从失败中恢复</a:t>
            </a:r>
            <a:endParaRPr kumimoji="1" lang="zh-CN" altLang="en-US" dirty="0"/>
          </a:p>
        </p:txBody>
      </p:sp>
      <p:sp>
        <p:nvSpPr>
          <p:cNvPr id="7" name="文本框 6"/>
          <p:cNvSpPr txBox="1"/>
          <p:nvPr/>
        </p:nvSpPr>
        <p:spPr>
          <a:xfrm>
            <a:off x="9739746" y="671451"/>
            <a:ext cx="1690254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zh-CN" dirty="0" smtClean="0"/>
              <a:t>Prevent Faults</a:t>
            </a:r>
            <a:r>
              <a:rPr kumimoji="1" lang="zh-CN" altLang="en-US" dirty="0" smtClean="0"/>
              <a:t>预防错误</a:t>
            </a:r>
            <a:endParaRPr kumimoji="1" lang="zh-CN" altLang="en-US" dirty="0"/>
          </a:p>
        </p:txBody>
      </p:sp>
      <p:sp>
        <p:nvSpPr>
          <p:cNvPr id="8" name="文本框 7"/>
          <p:cNvSpPr txBox="1"/>
          <p:nvPr/>
        </p:nvSpPr>
        <p:spPr>
          <a:xfrm>
            <a:off x="526473" y="1704109"/>
            <a:ext cx="242800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zh-CN" dirty="0" smtClean="0"/>
              <a:t>Ping/Echo</a:t>
            </a:r>
            <a:endParaRPr kumimoji="1" lang="zh-CN" altLang="en-US" dirty="0"/>
          </a:p>
        </p:txBody>
      </p:sp>
      <p:sp>
        <p:nvSpPr>
          <p:cNvPr id="9" name="文本框 8"/>
          <p:cNvSpPr txBox="1"/>
          <p:nvPr/>
        </p:nvSpPr>
        <p:spPr>
          <a:xfrm>
            <a:off x="526474" y="2230582"/>
            <a:ext cx="207471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zh-CN" dirty="0" smtClean="0"/>
              <a:t>Monitor</a:t>
            </a:r>
            <a:r>
              <a:rPr kumimoji="1" lang="zh-CN" altLang="en-US" dirty="0" smtClean="0"/>
              <a:t>监听器</a:t>
            </a:r>
            <a:endParaRPr kumimoji="1" lang="zh-CN" altLang="en-US" dirty="0"/>
          </a:p>
        </p:txBody>
      </p:sp>
      <p:sp>
        <p:nvSpPr>
          <p:cNvPr id="10" name="文本框 9"/>
          <p:cNvSpPr txBox="1"/>
          <p:nvPr/>
        </p:nvSpPr>
        <p:spPr>
          <a:xfrm>
            <a:off x="523011" y="2757055"/>
            <a:ext cx="1399309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zh-CN" dirty="0" smtClean="0"/>
              <a:t>Timestamp</a:t>
            </a:r>
            <a:r>
              <a:rPr kumimoji="1" lang="zh-CN" altLang="en-US" dirty="0" smtClean="0"/>
              <a:t>时间戳</a:t>
            </a:r>
            <a:endParaRPr kumimoji="1" lang="zh-CN" altLang="en-US" dirty="0"/>
          </a:p>
        </p:txBody>
      </p:sp>
      <p:sp>
        <p:nvSpPr>
          <p:cNvPr id="11" name="文本框 10"/>
          <p:cNvSpPr txBox="1"/>
          <p:nvPr/>
        </p:nvSpPr>
        <p:spPr>
          <a:xfrm>
            <a:off x="405244" y="3560527"/>
            <a:ext cx="182880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zh-CN" dirty="0" smtClean="0"/>
              <a:t>Sanity</a:t>
            </a:r>
            <a:r>
              <a:rPr kumimoji="1" lang="zh-CN" altLang="en-US" dirty="0" smtClean="0"/>
              <a:t> </a:t>
            </a:r>
            <a:r>
              <a:rPr kumimoji="1" lang="en-US" altLang="zh-CN" dirty="0" smtClean="0"/>
              <a:t>checking</a:t>
            </a:r>
            <a:r>
              <a:rPr kumimoji="1" lang="zh-CN" altLang="en-US" dirty="0" smtClean="0"/>
              <a:t>完整性检测</a:t>
            </a:r>
            <a:endParaRPr kumimoji="1" lang="zh-CN" altLang="en-US" dirty="0"/>
          </a:p>
        </p:txBody>
      </p:sp>
      <p:sp>
        <p:nvSpPr>
          <p:cNvPr id="12" name="文本框 11"/>
          <p:cNvSpPr txBox="1"/>
          <p:nvPr/>
        </p:nvSpPr>
        <p:spPr>
          <a:xfrm>
            <a:off x="266700" y="4363999"/>
            <a:ext cx="2334492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zh-CN" dirty="0" smtClean="0"/>
              <a:t>Condition Monitoring</a:t>
            </a:r>
            <a:r>
              <a:rPr kumimoji="1" lang="zh-CN" altLang="en-US" dirty="0" smtClean="0"/>
              <a:t>状态监控</a:t>
            </a:r>
            <a:endParaRPr kumimoji="1" lang="zh-CN" altLang="en-US" dirty="0"/>
          </a:p>
        </p:txBody>
      </p:sp>
      <p:sp>
        <p:nvSpPr>
          <p:cNvPr id="13" name="文本框 12"/>
          <p:cNvSpPr txBox="1"/>
          <p:nvPr/>
        </p:nvSpPr>
        <p:spPr>
          <a:xfrm>
            <a:off x="332509" y="5167471"/>
            <a:ext cx="262197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zh-CN" dirty="0" smtClean="0"/>
              <a:t>Voting</a:t>
            </a:r>
            <a:r>
              <a:rPr kumimoji="1" lang="zh-CN" altLang="en-US" dirty="0" smtClean="0"/>
              <a:t>投票</a:t>
            </a:r>
            <a:endParaRPr kumimoji="1" lang="zh-CN" altLang="en-US" dirty="0"/>
          </a:p>
        </p:txBody>
      </p:sp>
      <p:sp>
        <p:nvSpPr>
          <p:cNvPr id="14" name="文本框 13"/>
          <p:cNvSpPr txBox="1"/>
          <p:nvPr/>
        </p:nvSpPr>
        <p:spPr>
          <a:xfrm>
            <a:off x="329045" y="5597548"/>
            <a:ext cx="2105891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zh-CN" dirty="0" smtClean="0"/>
              <a:t>Exception Detection</a:t>
            </a:r>
            <a:r>
              <a:rPr kumimoji="1" lang="zh-CN" altLang="en-US" dirty="0" smtClean="0"/>
              <a:t>异常检测</a:t>
            </a:r>
            <a:endParaRPr kumimoji="1" lang="zh-CN" altLang="en-US" dirty="0"/>
          </a:p>
        </p:txBody>
      </p:sp>
      <p:sp>
        <p:nvSpPr>
          <p:cNvPr id="15" name="文本框 14"/>
          <p:cNvSpPr txBox="1"/>
          <p:nvPr/>
        </p:nvSpPr>
        <p:spPr>
          <a:xfrm>
            <a:off x="242454" y="6305173"/>
            <a:ext cx="2715491" cy="37407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zh-CN" dirty="0" smtClean="0"/>
              <a:t>Self-Test</a:t>
            </a:r>
            <a:r>
              <a:rPr kumimoji="1" lang="zh-CN" altLang="en-US" dirty="0" smtClean="0"/>
              <a:t>自我测试</a:t>
            </a:r>
            <a:endParaRPr kumimoji="1" lang="zh-CN" altLang="en-US" dirty="0"/>
          </a:p>
        </p:txBody>
      </p:sp>
      <p:sp>
        <p:nvSpPr>
          <p:cNvPr id="16" name="文本框 15"/>
          <p:cNvSpPr txBox="1"/>
          <p:nvPr/>
        </p:nvSpPr>
        <p:spPr>
          <a:xfrm>
            <a:off x="3606314" y="1317781"/>
            <a:ext cx="2313709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zh-CN" dirty="0" smtClean="0"/>
              <a:t>Preparation</a:t>
            </a:r>
            <a:r>
              <a:rPr kumimoji="1" lang="zh-CN" altLang="en-US" dirty="0" smtClean="0"/>
              <a:t> </a:t>
            </a:r>
            <a:r>
              <a:rPr kumimoji="1" lang="en-US" altLang="zh-CN" dirty="0" smtClean="0"/>
              <a:t>and repair</a:t>
            </a:r>
            <a:r>
              <a:rPr kumimoji="1" lang="zh-CN" altLang="en-US" dirty="0" smtClean="0"/>
              <a:t>准备和修复</a:t>
            </a:r>
            <a:endParaRPr kumimoji="1" lang="zh-CN" altLang="en-US" dirty="0"/>
          </a:p>
        </p:txBody>
      </p:sp>
      <p:sp>
        <p:nvSpPr>
          <p:cNvPr id="17" name="文本框 16"/>
          <p:cNvSpPr txBox="1"/>
          <p:nvPr/>
        </p:nvSpPr>
        <p:spPr>
          <a:xfrm>
            <a:off x="6580910" y="1317780"/>
            <a:ext cx="1777514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zh-CN" dirty="0" smtClean="0"/>
              <a:t>Reintroduction</a:t>
            </a:r>
            <a:r>
              <a:rPr kumimoji="1" lang="zh-CN" altLang="en-US" dirty="0" smtClean="0"/>
              <a:t>重新引入</a:t>
            </a:r>
            <a:endParaRPr kumimoji="1" lang="zh-CN" altLang="en-US" dirty="0"/>
          </a:p>
        </p:txBody>
      </p:sp>
      <p:sp>
        <p:nvSpPr>
          <p:cNvPr id="18" name="文本框 17"/>
          <p:cNvSpPr txBox="1"/>
          <p:nvPr/>
        </p:nvSpPr>
        <p:spPr>
          <a:xfrm>
            <a:off x="3311236" y="2073441"/>
            <a:ext cx="1967345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zh-CN" dirty="0" smtClean="0"/>
              <a:t>Active</a:t>
            </a:r>
            <a:r>
              <a:rPr kumimoji="1" lang="zh-CN" altLang="en-US" dirty="0" smtClean="0"/>
              <a:t> </a:t>
            </a:r>
            <a:r>
              <a:rPr kumimoji="1" lang="en-US" altLang="zh-CN" dirty="0" smtClean="0"/>
              <a:t>Redundancy</a:t>
            </a:r>
            <a:r>
              <a:rPr kumimoji="1" lang="zh-CN" altLang="en-US" dirty="0" smtClean="0"/>
              <a:t>主动冗余</a:t>
            </a:r>
            <a:endParaRPr kumimoji="1" lang="zh-CN" altLang="en-US" dirty="0"/>
          </a:p>
        </p:txBody>
      </p:sp>
      <p:sp>
        <p:nvSpPr>
          <p:cNvPr id="19" name="文本框 18"/>
          <p:cNvSpPr txBox="1"/>
          <p:nvPr/>
        </p:nvSpPr>
        <p:spPr>
          <a:xfrm>
            <a:off x="3311236" y="2651052"/>
            <a:ext cx="2078182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zh-CN" dirty="0" smtClean="0"/>
              <a:t>Passive redundancy</a:t>
            </a:r>
            <a:r>
              <a:rPr kumimoji="1" lang="zh-CN" altLang="en-US" dirty="0" smtClean="0"/>
              <a:t>被动冗余</a:t>
            </a:r>
            <a:endParaRPr kumimoji="1" lang="zh-CN" altLang="en-US" dirty="0"/>
          </a:p>
        </p:txBody>
      </p:sp>
      <p:sp>
        <p:nvSpPr>
          <p:cNvPr id="20" name="文本框 19"/>
          <p:cNvSpPr txBox="1"/>
          <p:nvPr/>
        </p:nvSpPr>
        <p:spPr>
          <a:xfrm>
            <a:off x="3311235" y="3202127"/>
            <a:ext cx="207818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zh-CN" dirty="0" smtClean="0"/>
              <a:t>Spare</a:t>
            </a:r>
            <a:r>
              <a:rPr kumimoji="1" lang="zh-CN" altLang="en-US" dirty="0" smtClean="0"/>
              <a:t>备份</a:t>
            </a:r>
            <a:endParaRPr kumimoji="1" lang="zh-CN" altLang="en-US" dirty="0"/>
          </a:p>
        </p:txBody>
      </p:sp>
      <p:sp>
        <p:nvSpPr>
          <p:cNvPr id="21" name="文本框 20"/>
          <p:cNvSpPr txBox="1"/>
          <p:nvPr/>
        </p:nvSpPr>
        <p:spPr>
          <a:xfrm>
            <a:off x="3311234" y="3507526"/>
            <a:ext cx="1967345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zh-CN" dirty="0" smtClean="0"/>
              <a:t>Exception Handing</a:t>
            </a:r>
            <a:r>
              <a:rPr kumimoji="1" lang="zh-CN" altLang="en-US" dirty="0" smtClean="0"/>
              <a:t>异常处理</a:t>
            </a:r>
            <a:endParaRPr kumimoji="1" lang="zh-CN" altLang="en-US" dirty="0"/>
          </a:p>
        </p:txBody>
      </p:sp>
      <p:sp>
        <p:nvSpPr>
          <p:cNvPr id="22" name="文本框 21"/>
          <p:cNvSpPr txBox="1"/>
          <p:nvPr/>
        </p:nvSpPr>
        <p:spPr>
          <a:xfrm>
            <a:off x="3311233" y="4064035"/>
            <a:ext cx="185650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zh-CN" dirty="0" smtClean="0"/>
              <a:t>Rollback</a:t>
            </a:r>
            <a:r>
              <a:rPr kumimoji="1" lang="zh-CN" altLang="en-US" dirty="0" smtClean="0"/>
              <a:t>回滚</a:t>
            </a:r>
            <a:endParaRPr kumimoji="1" lang="zh-CN" altLang="en-US" dirty="0"/>
          </a:p>
        </p:txBody>
      </p:sp>
      <p:sp>
        <p:nvSpPr>
          <p:cNvPr id="23" name="文本框 22"/>
          <p:cNvSpPr txBox="1"/>
          <p:nvPr/>
        </p:nvSpPr>
        <p:spPr>
          <a:xfrm>
            <a:off x="3311234" y="4387200"/>
            <a:ext cx="1967345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zh-CN" dirty="0" smtClean="0"/>
              <a:t>Software</a:t>
            </a:r>
            <a:r>
              <a:rPr kumimoji="1" lang="zh-CN" altLang="en-US" dirty="0" smtClean="0"/>
              <a:t> </a:t>
            </a:r>
            <a:r>
              <a:rPr kumimoji="1" lang="en-US" altLang="zh-CN" dirty="0" smtClean="0"/>
              <a:t>Upgrade</a:t>
            </a:r>
            <a:r>
              <a:rPr kumimoji="1" lang="zh-CN" altLang="en-US" dirty="0" smtClean="0"/>
              <a:t>产品升级</a:t>
            </a:r>
            <a:endParaRPr kumimoji="1" lang="zh-CN" altLang="en-US" dirty="0"/>
          </a:p>
        </p:txBody>
      </p:sp>
      <p:sp>
        <p:nvSpPr>
          <p:cNvPr id="24" name="文本框 23"/>
          <p:cNvSpPr txBox="1"/>
          <p:nvPr/>
        </p:nvSpPr>
        <p:spPr>
          <a:xfrm>
            <a:off x="3311233" y="4948624"/>
            <a:ext cx="217516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zh-CN" dirty="0" smtClean="0"/>
              <a:t>Retry</a:t>
            </a:r>
            <a:r>
              <a:rPr kumimoji="1" lang="zh-CN" altLang="en-US" dirty="0" smtClean="0"/>
              <a:t>重试</a:t>
            </a:r>
            <a:endParaRPr kumimoji="1" lang="zh-CN" altLang="en-US" dirty="0"/>
          </a:p>
        </p:txBody>
      </p:sp>
      <p:sp>
        <p:nvSpPr>
          <p:cNvPr id="25" name="文本框 24"/>
          <p:cNvSpPr txBox="1"/>
          <p:nvPr/>
        </p:nvSpPr>
        <p:spPr>
          <a:xfrm>
            <a:off x="3311233" y="5266874"/>
            <a:ext cx="227214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zh-CN" dirty="0" smtClean="0"/>
              <a:t>Ignore</a:t>
            </a:r>
            <a:r>
              <a:rPr kumimoji="1" lang="zh-CN" altLang="en-US" dirty="0" smtClean="0"/>
              <a:t> </a:t>
            </a:r>
            <a:r>
              <a:rPr kumimoji="1" lang="en-US" altLang="zh-CN" dirty="0" smtClean="0"/>
              <a:t>Faulty Behavior</a:t>
            </a:r>
            <a:r>
              <a:rPr kumimoji="1" lang="zh-CN" altLang="en-US" dirty="0" smtClean="0"/>
              <a:t>忽视错误行为</a:t>
            </a:r>
            <a:endParaRPr kumimoji="1" lang="zh-CN" altLang="en-US" dirty="0"/>
          </a:p>
        </p:txBody>
      </p:sp>
      <p:sp>
        <p:nvSpPr>
          <p:cNvPr id="26" name="文本框 25"/>
          <p:cNvSpPr txBox="1"/>
          <p:nvPr/>
        </p:nvSpPr>
        <p:spPr>
          <a:xfrm>
            <a:off x="3311233" y="5837868"/>
            <a:ext cx="206432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zh-CN" dirty="0" smtClean="0"/>
              <a:t>Degradation</a:t>
            </a:r>
            <a:r>
              <a:rPr kumimoji="1" lang="zh-CN" altLang="en-US" dirty="0" smtClean="0"/>
              <a:t>降解</a:t>
            </a:r>
            <a:endParaRPr kumimoji="1" lang="zh-CN" altLang="en-US" dirty="0"/>
          </a:p>
        </p:txBody>
      </p:sp>
      <p:sp>
        <p:nvSpPr>
          <p:cNvPr id="27" name="文本框 26"/>
          <p:cNvSpPr txBox="1"/>
          <p:nvPr/>
        </p:nvSpPr>
        <p:spPr>
          <a:xfrm>
            <a:off x="3311233" y="6249665"/>
            <a:ext cx="264621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zh-CN" dirty="0" smtClean="0"/>
              <a:t>Reconfiguration</a:t>
            </a:r>
            <a:r>
              <a:rPr kumimoji="1" lang="zh-CN" altLang="en-US" dirty="0" smtClean="0"/>
              <a:t>重新配置</a:t>
            </a:r>
            <a:endParaRPr kumimoji="1" lang="zh-CN" altLang="en-US" dirty="0"/>
          </a:p>
        </p:txBody>
      </p:sp>
      <p:sp>
        <p:nvSpPr>
          <p:cNvPr id="28" name="文本框 27"/>
          <p:cNvSpPr txBox="1"/>
          <p:nvPr/>
        </p:nvSpPr>
        <p:spPr>
          <a:xfrm>
            <a:off x="6580910" y="2230582"/>
            <a:ext cx="174567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zh-CN" dirty="0" smtClean="0"/>
              <a:t>Shadow</a:t>
            </a:r>
            <a:r>
              <a:rPr kumimoji="1" lang="zh-CN" altLang="en-US" dirty="0" smtClean="0"/>
              <a:t>阴影</a:t>
            </a:r>
            <a:endParaRPr kumimoji="1" lang="zh-CN" altLang="en-US" dirty="0"/>
          </a:p>
        </p:txBody>
      </p:sp>
      <p:sp>
        <p:nvSpPr>
          <p:cNvPr id="29" name="文本框 28"/>
          <p:cNvSpPr txBox="1"/>
          <p:nvPr/>
        </p:nvSpPr>
        <p:spPr>
          <a:xfrm>
            <a:off x="6580909" y="2757055"/>
            <a:ext cx="2549235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zh-CN" dirty="0" smtClean="0"/>
              <a:t>State Resynchronization</a:t>
            </a:r>
            <a:r>
              <a:rPr kumimoji="1" lang="zh-CN" altLang="en-US" dirty="0" smtClean="0"/>
              <a:t>状态重新同步</a:t>
            </a:r>
            <a:endParaRPr kumimoji="1" lang="zh-CN" altLang="en-US" dirty="0"/>
          </a:p>
        </p:txBody>
      </p:sp>
      <p:sp>
        <p:nvSpPr>
          <p:cNvPr id="30" name="文本框 29"/>
          <p:cNvSpPr txBox="1"/>
          <p:nvPr/>
        </p:nvSpPr>
        <p:spPr>
          <a:xfrm>
            <a:off x="6580909" y="3507526"/>
            <a:ext cx="1939637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zh-CN" dirty="0" smtClean="0"/>
              <a:t>Escalating Restart</a:t>
            </a:r>
            <a:r>
              <a:rPr kumimoji="1" lang="zh-CN" altLang="en-US" dirty="0" smtClean="0"/>
              <a:t>不断升级重启</a:t>
            </a:r>
            <a:endParaRPr kumimoji="1" lang="zh-CN" altLang="en-US" dirty="0"/>
          </a:p>
        </p:txBody>
      </p:sp>
      <p:sp>
        <p:nvSpPr>
          <p:cNvPr id="31" name="文本框 30"/>
          <p:cNvSpPr txBox="1"/>
          <p:nvPr/>
        </p:nvSpPr>
        <p:spPr>
          <a:xfrm>
            <a:off x="6691745" y="4363999"/>
            <a:ext cx="227214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zh-CN" dirty="0" smtClean="0"/>
              <a:t>Non-Stop Forwarding</a:t>
            </a:r>
            <a:r>
              <a:rPr kumimoji="1" lang="zh-CN" altLang="en-US" dirty="0" smtClean="0"/>
              <a:t>不间断转发</a:t>
            </a:r>
            <a:endParaRPr kumimoji="1" lang="zh-CN" altLang="en-US" dirty="0"/>
          </a:p>
        </p:txBody>
      </p:sp>
      <p:sp>
        <p:nvSpPr>
          <p:cNvPr id="32" name="文本框 31"/>
          <p:cNvSpPr txBox="1"/>
          <p:nvPr/>
        </p:nvSpPr>
        <p:spPr>
          <a:xfrm>
            <a:off x="9739745" y="1454727"/>
            <a:ext cx="2216727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zh-CN" dirty="0" smtClean="0"/>
              <a:t>Removal</a:t>
            </a:r>
            <a:r>
              <a:rPr kumimoji="1" lang="zh-CN" altLang="en-US" dirty="0" smtClean="0"/>
              <a:t> </a:t>
            </a:r>
            <a:r>
              <a:rPr kumimoji="1" lang="en-US" altLang="zh-CN" dirty="0" smtClean="0"/>
              <a:t>from Service</a:t>
            </a:r>
            <a:r>
              <a:rPr kumimoji="1" lang="zh-CN" altLang="en-US" dirty="0" smtClean="0"/>
              <a:t>从服务中去除</a:t>
            </a:r>
            <a:endParaRPr kumimoji="1" lang="zh-CN" altLang="en-US" dirty="0"/>
          </a:p>
        </p:txBody>
      </p:sp>
      <p:sp>
        <p:nvSpPr>
          <p:cNvPr id="33" name="文本框 32"/>
          <p:cNvSpPr txBox="1"/>
          <p:nvPr/>
        </p:nvSpPr>
        <p:spPr>
          <a:xfrm>
            <a:off x="9739745" y="2230582"/>
            <a:ext cx="189807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zh-CN" dirty="0" smtClean="0"/>
              <a:t>Transaction</a:t>
            </a:r>
            <a:r>
              <a:rPr kumimoji="1" lang="zh-CN" altLang="en-US" dirty="0" smtClean="0"/>
              <a:t>事务</a:t>
            </a:r>
            <a:endParaRPr kumimoji="1" lang="zh-CN" altLang="en-US" dirty="0"/>
          </a:p>
        </p:txBody>
      </p:sp>
      <p:sp>
        <p:nvSpPr>
          <p:cNvPr id="34" name="文本框 33"/>
          <p:cNvSpPr txBox="1"/>
          <p:nvPr/>
        </p:nvSpPr>
        <p:spPr>
          <a:xfrm>
            <a:off x="9739745" y="2757055"/>
            <a:ext cx="1898073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zh-CN" dirty="0" smtClean="0"/>
              <a:t>Predictive Model</a:t>
            </a:r>
            <a:r>
              <a:rPr kumimoji="1" lang="zh-CN" altLang="en-US" dirty="0" smtClean="0"/>
              <a:t>预测模型</a:t>
            </a:r>
            <a:endParaRPr kumimoji="1" lang="zh-CN" altLang="en-US" dirty="0"/>
          </a:p>
        </p:txBody>
      </p:sp>
      <p:sp>
        <p:nvSpPr>
          <p:cNvPr id="35" name="文本框 34"/>
          <p:cNvSpPr txBox="1"/>
          <p:nvPr/>
        </p:nvSpPr>
        <p:spPr>
          <a:xfrm>
            <a:off x="9739745" y="3560527"/>
            <a:ext cx="2216727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zh-CN" dirty="0" smtClean="0"/>
              <a:t>Exception</a:t>
            </a:r>
            <a:r>
              <a:rPr kumimoji="1" lang="zh-CN" altLang="en-US" dirty="0" smtClean="0"/>
              <a:t> </a:t>
            </a:r>
            <a:r>
              <a:rPr kumimoji="1" lang="en-US" altLang="zh-CN" dirty="0" smtClean="0"/>
              <a:t>Prevention</a:t>
            </a:r>
            <a:r>
              <a:rPr kumimoji="1" lang="zh-CN" altLang="en-US" dirty="0" smtClean="0"/>
              <a:t>预防例外</a:t>
            </a:r>
            <a:endParaRPr kumimoji="1" lang="zh-CN" altLang="en-US" dirty="0"/>
          </a:p>
        </p:txBody>
      </p:sp>
      <p:sp>
        <p:nvSpPr>
          <p:cNvPr id="36" name="文本框 35"/>
          <p:cNvSpPr txBox="1"/>
          <p:nvPr/>
        </p:nvSpPr>
        <p:spPr>
          <a:xfrm>
            <a:off x="9739745" y="4206858"/>
            <a:ext cx="1898073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zh-CN" dirty="0" smtClean="0"/>
              <a:t>Increase</a:t>
            </a:r>
            <a:r>
              <a:rPr kumimoji="1" lang="zh-CN" altLang="en-US" dirty="0" smtClean="0"/>
              <a:t> </a:t>
            </a:r>
            <a:r>
              <a:rPr kumimoji="1" lang="en-US" altLang="zh-CN" dirty="0" smtClean="0"/>
              <a:t>Competence</a:t>
            </a:r>
            <a:r>
              <a:rPr kumimoji="1" lang="zh-CN" altLang="en-US" dirty="0" smtClean="0"/>
              <a:t> </a:t>
            </a:r>
            <a:r>
              <a:rPr kumimoji="1" lang="en-US" altLang="zh-CN" dirty="0" smtClean="0"/>
              <a:t>Set</a:t>
            </a:r>
            <a:r>
              <a:rPr kumimoji="1" lang="zh-CN" altLang="en-US" dirty="0" smtClean="0"/>
              <a:t>提高竞争力集</a:t>
            </a:r>
            <a:endParaRPr kumimoji="1" lang="zh-CN" altLang="en-US" dirty="0"/>
          </a:p>
        </p:txBody>
      </p:sp>
      <p:cxnSp>
        <p:nvCxnSpPr>
          <p:cNvPr id="38" name="直线箭头连接符 37"/>
          <p:cNvCxnSpPr>
            <a:endCxn id="5" idx="0"/>
          </p:cNvCxnSpPr>
          <p:nvPr/>
        </p:nvCxnSpPr>
        <p:spPr>
          <a:xfrm flipH="1">
            <a:off x="1814214" y="671450"/>
            <a:ext cx="3561343" cy="92719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0" name="直线箭头连接符 39"/>
          <p:cNvCxnSpPr>
            <a:endCxn id="6" idx="0"/>
          </p:cNvCxnSpPr>
          <p:nvPr/>
        </p:nvCxnSpPr>
        <p:spPr>
          <a:xfrm>
            <a:off x="5375557" y="679755"/>
            <a:ext cx="342240" cy="115994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4" name="直线箭头连接符 43"/>
          <p:cNvCxnSpPr/>
          <p:nvPr/>
        </p:nvCxnSpPr>
        <p:spPr>
          <a:xfrm>
            <a:off x="5375557" y="675602"/>
            <a:ext cx="5070770" cy="4636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6" name="直线箭头连接符 45"/>
          <p:cNvCxnSpPr>
            <a:stCxn id="5" idx="2"/>
          </p:cNvCxnSpPr>
          <p:nvPr/>
        </p:nvCxnSpPr>
        <p:spPr>
          <a:xfrm flipH="1">
            <a:off x="1222665" y="1410500"/>
            <a:ext cx="591549" cy="293609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8" name="直线箭头连接符 47"/>
          <p:cNvCxnSpPr>
            <a:stCxn id="6" idx="2"/>
            <a:endCxn id="16" idx="0"/>
          </p:cNvCxnSpPr>
          <p:nvPr/>
        </p:nvCxnSpPr>
        <p:spPr>
          <a:xfrm flipH="1">
            <a:off x="4763169" y="1165081"/>
            <a:ext cx="954628" cy="15270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0" name="直线箭头连接符 49"/>
          <p:cNvCxnSpPr>
            <a:stCxn id="6" idx="2"/>
            <a:endCxn id="17" idx="0"/>
          </p:cNvCxnSpPr>
          <p:nvPr/>
        </p:nvCxnSpPr>
        <p:spPr>
          <a:xfrm>
            <a:off x="5717797" y="1165081"/>
            <a:ext cx="1751870" cy="152699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2" name="直线箭头连接符 51"/>
          <p:cNvCxnSpPr>
            <a:stCxn id="7" idx="2"/>
          </p:cNvCxnSpPr>
          <p:nvPr/>
        </p:nvCxnSpPr>
        <p:spPr>
          <a:xfrm>
            <a:off x="10584873" y="1317782"/>
            <a:ext cx="0" cy="210141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框 3"/>
          <p:cNvSpPr txBox="1"/>
          <p:nvPr/>
        </p:nvSpPr>
        <p:spPr>
          <a:xfrm>
            <a:off x="3783105" y="304800"/>
            <a:ext cx="374724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zh-CN" dirty="0" smtClean="0"/>
              <a:t>Interoperability Tactics</a:t>
            </a:r>
            <a:r>
              <a:rPr kumimoji="1" lang="zh-CN" altLang="en-US" dirty="0" smtClean="0"/>
              <a:t>互操作性战术</a:t>
            </a:r>
            <a:endParaRPr kumimoji="1" lang="zh-CN" altLang="en-US" dirty="0"/>
          </a:p>
        </p:txBody>
      </p:sp>
      <p:sp>
        <p:nvSpPr>
          <p:cNvPr id="5" name="文本框 4"/>
          <p:cNvSpPr txBox="1"/>
          <p:nvPr/>
        </p:nvSpPr>
        <p:spPr>
          <a:xfrm>
            <a:off x="2581835" y="1511443"/>
            <a:ext cx="193637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zh-CN" dirty="0" smtClean="0"/>
              <a:t>Locate</a:t>
            </a:r>
            <a:r>
              <a:rPr kumimoji="1" lang="zh-CN" altLang="en-US" dirty="0" smtClean="0"/>
              <a:t>寻址</a:t>
            </a:r>
            <a:endParaRPr kumimoji="1" lang="zh-CN" altLang="en-US" dirty="0"/>
          </a:p>
        </p:txBody>
      </p:sp>
      <p:sp>
        <p:nvSpPr>
          <p:cNvPr id="6" name="文本框 5"/>
          <p:cNvSpPr txBox="1"/>
          <p:nvPr/>
        </p:nvSpPr>
        <p:spPr>
          <a:xfrm>
            <a:off x="5836023" y="1494454"/>
            <a:ext cx="288663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zh-CN" dirty="0" smtClean="0"/>
              <a:t>Manage interfaces</a:t>
            </a:r>
            <a:r>
              <a:rPr kumimoji="1" lang="zh-CN" altLang="en-US" dirty="0" smtClean="0"/>
              <a:t>管理接口</a:t>
            </a:r>
            <a:endParaRPr kumimoji="1" lang="zh-CN" altLang="en-US" dirty="0"/>
          </a:p>
        </p:txBody>
      </p:sp>
      <p:sp>
        <p:nvSpPr>
          <p:cNvPr id="7" name="文本框 6"/>
          <p:cNvSpPr txBox="1"/>
          <p:nvPr/>
        </p:nvSpPr>
        <p:spPr>
          <a:xfrm>
            <a:off x="2581835" y="2718086"/>
            <a:ext cx="1775011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zh-CN" dirty="0" smtClean="0"/>
              <a:t>Discover</a:t>
            </a:r>
            <a:r>
              <a:rPr kumimoji="1" lang="zh-CN" altLang="en-US" dirty="0" smtClean="0"/>
              <a:t> </a:t>
            </a:r>
            <a:r>
              <a:rPr kumimoji="1" lang="en-US" altLang="zh-CN" dirty="0" smtClean="0"/>
              <a:t>Service</a:t>
            </a:r>
            <a:r>
              <a:rPr kumimoji="1" lang="zh-CN" altLang="en-US" dirty="0" smtClean="0"/>
              <a:t>发现服务</a:t>
            </a:r>
            <a:endParaRPr kumimoji="1" lang="zh-CN" altLang="en-US" dirty="0"/>
          </a:p>
        </p:txBody>
      </p:sp>
      <p:sp>
        <p:nvSpPr>
          <p:cNvPr id="8" name="文本框 7"/>
          <p:cNvSpPr txBox="1"/>
          <p:nvPr/>
        </p:nvSpPr>
        <p:spPr>
          <a:xfrm>
            <a:off x="6113929" y="2495849"/>
            <a:ext cx="3442447" cy="3765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zh-CN" dirty="0" smtClean="0"/>
              <a:t>Orchestrate</a:t>
            </a:r>
            <a:r>
              <a:rPr kumimoji="1" lang="zh-CN" altLang="en-US" dirty="0" smtClean="0"/>
              <a:t>协调</a:t>
            </a:r>
            <a:endParaRPr kumimoji="1" lang="zh-CN" altLang="en-US" dirty="0"/>
          </a:p>
        </p:txBody>
      </p:sp>
      <p:sp>
        <p:nvSpPr>
          <p:cNvPr id="9" name="文本框 8"/>
          <p:cNvSpPr txBox="1"/>
          <p:nvPr/>
        </p:nvSpPr>
        <p:spPr>
          <a:xfrm>
            <a:off x="6113929" y="3389967"/>
            <a:ext cx="258183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zh-CN" dirty="0" smtClean="0"/>
              <a:t>Tailor</a:t>
            </a:r>
            <a:r>
              <a:rPr kumimoji="1" lang="zh-CN" altLang="en-US" dirty="0" smtClean="0"/>
              <a:t> </a:t>
            </a:r>
            <a:r>
              <a:rPr kumimoji="1" lang="en-US" altLang="zh-CN" dirty="0" smtClean="0"/>
              <a:t>interface</a:t>
            </a:r>
            <a:r>
              <a:rPr kumimoji="1" lang="zh-CN" altLang="en-US" dirty="0" smtClean="0"/>
              <a:t>定制接口</a:t>
            </a:r>
            <a:endParaRPr kumimoji="1" lang="zh-CN" altLang="en-US" dirty="0"/>
          </a:p>
        </p:txBody>
      </p:sp>
      <p:cxnSp>
        <p:nvCxnSpPr>
          <p:cNvPr id="11" name="直线箭头连接符 10"/>
          <p:cNvCxnSpPr>
            <a:stCxn id="4" idx="2"/>
          </p:cNvCxnSpPr>
          <p:nvPr/>
        </p:nvCxnSpPr>
        <p:spPr>
          <a:xfrm flipH="1">
            <a:off x="3469340" y="674132"/>
            <a:ext cx="2187389" cy="820322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直线箭头连接符 12"/>
          <p:cNvCxnSpPr>
            <a:stCxn id="4" idx="2"/>
          </p:cNvCxnSpPr>
          <p:nvPr/>
        </p:nvCxnSpPr>
        <p:spPr>
          <a:xfrm>
            <a:off x="5656729" y="674132"/>
            <a:ext cx="1622611" cy="820322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直线箭头连接符 14"/>
          <p:cNvCxnSpPr>
            <a:endCxn id="7" idx="0"/>
          </p:cNvCxnSpPr>
          <p:nvPr/>
        </p:nvCxnSpPr>
        <p:spPr>
          <a:xfrm>
            <a:off x="3290046" y="1880775"/>
            <a:ext cx="179295" cy="837311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" name="直线箭头连接符 16"/>
          <p:cNvCxnSpPr>
            <a:stCxn id="6" idx="2"/>
          </p:cNvCxnSpPr>
          <p:nvPr/>
        </p:nvCxnSpPr>
        <p:spPr>
          <a:xfrm flipH="1">
            <a:off x="7010400" y="1863786"/>
            <a:ext cx="268941" cy="632063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1"/>
          <p:cNvSpPr txBox="1"/>
          <p:nvPr/>
        </p:nvSpPr>
        <p:spPr>
          <a:xfrm>
            <a:off x="4356847" y="161365"/>
            <a:ext cx="399825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zh-CN" dirty="0" smtClean="0"/>
              <a:t>Modifiability</a:t>
            </a:r>
            <a:r>
              <a:rPr kumimoji="1" lang="zh-CN" altLang="en-US" dirty="0" smtClean="0"/>
              <a:t> </a:t>
            </a:r>
            <a:r>
              <a:rPr kumimoji="1" lang="en-US" altLang="zh-CN" dirty="0" smtClean="0"/>
              <a:t>Tactics</a:t>
            </a:r>
            <a:r>
              <a:rPr kumimoji="1" lang="zh-CN" altLang="en-US" dirty="0" smtClean="0"/>
              <a:t>可修改性战术</a:t>
            </a:r>
            <a:endParaRPr kumimoji="1" lang="zh-CN" altLang="en-US" dirty="0"/>
          </a:p>
        </p:txBody>
      </p:sp>
      <p:sp>
        <p:nvSpPr>
          <p:cNvPr id="3" name="文本框 2"/>
          <p:cNvSpPr txBox="1"/>
          <p:nvPr/>
        </p:nvSpPr>
        <p:spPr>
          <a:xfrm>
            <a:off x="721661" y="1147045"/>
            <a:ext cx="1864659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zh-CN" dirty="0" smtClean="0"/>
              <a:t>Reduce</a:t>
            </a:r>
            <a:r>
              <a:rPr kumimoji="1" lang="zh-CN" altLang="en-US" dirty="0" smtClean="0"/>
              <a:t> </a:t>
            </a:r>
            <a:r>
              <a:rPr kumimoji="1" lang="en-US" altLang="zh-CN" dirty="0" smtClean="0"/>
              <a:t>Size</a:t>
            </a:r>
            <a:r>
              <a:rPr kumimoji="1" lang="zh-CN" altLang="en-US" dirty="0" smtClean="0"/>
              <a:t> </a:t>
            </a:r>
            <a:r>
              <a:rPr kumimoji="1" lang="en-US" altLang="zh-CN" dirty="0" smtClean="0"/>
              <a:t>of a Module</a:t>
            </a:r>
            <a:endParaRPr kumimoji="1" lang="zh-CN" altLang="en-US" dirty="0"/>
          </a:p>
        </p:txBody>
      </p:sp>
      <p:sp>
        <p:nvSpPr>
          <p:cNvPr id="4" name="文本框 3"/>
          <p:cNvSpPr txBox="1"/>
          <p:nvPr/>
        </p:nvSpPr>
        <p:spPr>
          <a:xfrm>
            <a:off x="3309285" y="1152760"/>
            <a:ext cx="1972235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zh-CN" dirty="0" smtClean="0"/>
              <a:t>Increase Cohesion</a:t>
            </a:r>
            <a:r>
              <a:rPr kumimoji="1" lang="zh-CN" altLang="en-US" dirty="0" smtClean="0"/>
              <a:t>增加内聚</a:t>
            </a:r>
            <a:endParaRPr kumimoji="1" lang="zh-CN" altLang="en-US" dirty="0"/>
          </a:p>
        </p:txBody>
      </p:sp>
      <p:sp>
        <p:nvSpPr>
          <p:cNvPr id="5" name="文本框 4"/>
          <p:cNvSpPr txBox="1"/>
          <p:nvPr/>
        </p:nvSpPr>
        <p:spPr>
          <a:xfrm>
            <a:off x="5898777" y="1147046"/>
            <a:ext cx="1900518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zh-CN" dirty="0" smtClean="0"/>
              <a:t>Reduce</a:t>
            </a:r>
            <a:r>
              <a:rPr kumimoji="1" lang="zh-CN" altLang="en-US" dirty="0" smtClean="0"/>
              <a:t> </a:t>
            </a:r>
            <a:r>
              <a:rPr kumimoji="1" lang="en-US" altLang="zh-CN" dirty="0" smtClean="0"/>
              <a:t>Coupling</a:t>
            </a:r>
            <a:r>
              <a:rPr kumimoji="1" lang="zh-CN" altLang="en-US" dirty="0" smtClean="0"/>
              <a:t>降低耦合</a:t>
            </a:r>
            <a:endParaRPr kumimoji="1" lang="zh-CN" altLang="en-US" dirty="0"/>
          </a:p>
        </p:txBody>
      </p:sp>
      <p:sp>
        <p:nvSpPr>
          <p:cNvPr id="6" name="文本框 5"/>
          <p:cNvSpPr txBox="1"/>
          <p:nvPr/>
        </p:nvSpPr>
        <p:spPr>
          <a:xfrm>
            <a:off x="9753601" y="1147045"/>
            <a:ext cx="1667435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zh-CN" dirty="0" smtClean="0"/>
              <a:t>Defer</a:t>
            </a:r>
            <a:r>
              <a:rPr kumimoji="1" lang="zh-CN" altLang="en-US" dirty="0" smtClean="0"/>
              <a:t> </a:t>
            </a:r>
            <a:r>
              <a:rPr kumimoji="1" lang="en-US" altLang="zh-CN" dirty="0" smtClean="0"/>
              <a:t>Binding</a:t>
            </a:r>
            <a:r>
              <a:rPr kumimoji="1" lang="zh-CN" altLang="en-US" dirty="0" smtClean="0"/>
              <a:t>延迟绑定</a:t>
            </a:r>
            <a:endParaRPr kumimoji="1" lang="zh-CN" altLang="en-US" dirty="0"/>
          </a:p>
        </p:txBody>
      </p:sp>
      <p:sp>
        <p:nvSpPr>
          <p:cNvPr id="7" name="文本框 6"/>
          <p:cNvSpPr txBox="1"/>
          <p:nvPr/>
        </p:nvSpPr>
        <p:spPr>
          <a:xfrm>
            <a:off x="555812" y="2420471"/>
            <a:ext cx="1559859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zh-CN" dirty="0" smtClean="0"/>
              <a:t>Split Module</a:t>
            </a:r>
            <a:r>
              <a:rPr kumimoji="1" lang="zh-CN" altLang="en-US" dirty="0" smtClean="0"/>
              <a:t>拆分模块</a:t>
            </a:r>
            <a:endParaRPr kumimoji="1" lang="zh-CN" altLang="en-US" dirty="0"/>
          </a:p>
        </p:txBody>
      </p:sp>
      <p:sp>
        <p:nvSpPr>
          <p:cNvPr id="8" name="文本框 7"/>
          <p:cNvSpPr txBox="1"/>
          <p:nvPr/>
        </p:nvSpPr>
        <p:spPr>
          <a:xfrm>
            <a:off x="3236259" y="2420471"/>
            <a:ext cx="1801905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zh-CN" dirty="0" smtClean="0"/>
              <a:t>Increase</a:t>
            </a:r>
            <a:r>
              <a:rPr kumimoji="1" lang="zh-CN" altLang="en-US" dirty="0" smtClean="0"/>
              <a:t> </a:t>
            </a:r>
            <a:r>
              <a:rPr kumimoji="1" lang="en-US" altLang="zh-CN" dirty="0" err="1" smtClean="0"/>
              <a:t>Semanic</a:t>
            </a:r>
            <a:r>
              <a:rPr kumimoji="1" lang="en-US" altLang="zh-CN" dirty="0" smtClean="0"/>
              <a:t> Coherence</a:t>
            </a:r>
            <a:r>
              <a:rPr kumimoji="1" lang="zh-CN" altLang="en-US" dirty="0" smtClean="0"/>
              <a:t>增加语义一致性</a:t>
            </a:r>
            <a:endParaRPr kumimoji="1" lang="zh-CN" altLang="en-US" dirty="0"/>
          </a:p>
        </p:txBody>
      </p:sp>
      <p:sp>
        <p:nvSpPr>
          <p:cNvPr id="9" name="文本框 8"/>
          <p:cNvSpPr txBox="1"/>
          <p:nvPr/>
        </p:nvSpPr>
        <p:spPr>
          <a:xfrm>
            <a:off x="6033247" y="2391797"/>
            <a:ext cx="1474695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zh-CN" dirty="0" smtClean="0"/>
              <a:t>Encapsulate</a:t>
            </a:r>
            <a:r>
              <a:rPr kumimoji="1" lang="zh-CN" altLang="en-US" dirty="0" smtClean="0"/>
              <a:t>封装</a:t>
            </a:r>
            <a:endParaRPr kumimoji="1" lang="zh-CN" altLang="en-US" dirty="0"/>
          </a:p>
        </p:txBody>
      </p:sp>
      <p:sp>
        <p:nvSpPr>
          <p:cNvPr id="10" name="文本框 9"/>
          <p:cNvSpPr txBox="1"/>
          <p:nvPr/>
        </p:nvSpPr>
        <p:spPr>
          <a:xfrm>
            <a:off x="6033247" y="3343801"/>
            <a:ext cx="2142565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zh-CN" dirty="0" smtClean="0"/>
              <a:t>Use</a:t>
            </a:r>
            <a:r>
              <a:rPr kumimoji="1" lang="zh-CN" altLang="en-US" dirty="0" smtClean="0"/>
              <a:t> </a:t>
            </a:r>
            <a:r>
              <a:rPr kumimoji="1" lang="en-US" altLang="zh-CN" dirty="0" smtClean="0"/>
              <a:t>an Intermediary </a:t>
            </a:r>
            <a:r>
              <a:rPr kumimoji="1" lang="zh-CN" altLang="en-US" dirty="0" smtClean="0"/>
              <a:t>使用中介</a:t>
            </a:r>
            <a:endParaRPr kumimoji="1" lang="zh-CN" altLang="en-US" dirty="0"/>
          </a:p>
        </p:txBody>
      </p:sp>
      <p:sp>
        <p:nvSpPr>
          <p:cNvPr id="11" name="文本框 10"/>
          <p:cNvSpPr txBox="1"/>
          <p:nvPr/>
        </p:nvSpPr>
        <p:spPr>
          <a:xfrm>
            <a:off x="6033247" y="4285129"/>
            <a:ext cx="2321859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zh-CN" dirty="0" smtClean="0"/>
              <a:t>Restrict</a:t>
            </a:r>
            <a:r>
              <a:rPr kumimoji="1" lang="zh-CN" altLang="en-US" dirty="0" smtClean="0"/>
              <a:t> </a:t>
            </a:r>
            <a:r>
              <a:rPr kumimoji="1" lang="en-US" altLang="zh-CN" dirty="0" err="1" smtClean="0"/>
              <a:t>Dependance</a:t>
            </a:r>
            <a:r>
              <a:rPr kumimoji="1" lang="zh-CN" altLang="en-US" dirty="0" smtClean="0"/>
              <a:t>限制</a:t>
            </a:r>
            <a:r>
              <a:rPr kumimoji="1" lang="zh-CN" altLang="en-US" dirty="0" smtClean="0"/>
              <a:t>依赖</a:t>
            </a:r>
            <a:endParaRPr kumimoji="1" lang="zh-CN" altLang="en-US" dirty="0"/>
          </a:p>
        </p:txBody>
      </p:sp>
      <p:sp>
        <p:nvSpPr>
          <p:cNvPr id="12" name="文本框 11"/>
          <p:cNvSpPr txBox="1"/>
          <p:nvPr/>
        </p:nvSpPr>
        <p:spPr>
          <a:xfrm>
            <a:off x="6033247" y="5109882"/>
            <a:ext cx="214256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zh-CN" dirty="0" smtClean="0"/>
              <a:t>Refactor</a:t>
            </a:r>
            <a:r>
              <a:rPr kumimoji="1" lang="zh-CN" altLang="en-US" dirty="0" smtClean="0"/>
              <a:t>重构</a:t>
            </a:r>
            <a:endParaRPr kumimoji="1" lang="zh-CN" altLang="en-US" dirty="0"/>
          </a:p>
        </p:txBody>
      </p:sp>
      <p:sp>
        <p:nvSpPr>
          <p:cNvPr id="13" name="文本框 12"/>
          <p:cNvSpPr txBox="1"/>
          <p:nvPr/>
        </p:nvSpPr>
        <p:spPr>
          <a:xfrm>
            <a:off x="6033247" y="5611906"/>
            <a:ext cx="2698377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zh-CN" dirty="0" smtClean="0"/>
              <a:t>Abstract Common Services</a:t>
            </a:r>
            <a:r>
              <a:rPr kumimoji="1" lang="zh-CN" altLang="en-US" dirty="0" smtClean="0"/>
              <a:t>抽象共同服务</a:t>
            </a:r>
            <a:endParaRPr kumimoji="1" lang="zh-CN" altLang="en-US" dirty="0"/>
          </a:p>
        </p:txBody>
      </p:sp>
      <p:cxnSp>
        <p:nvCxnSpPr>
          <p:cNvPr id="15" name="直线箭头连接符 14"/>
          <p:cNvCxnSpPr/>
          <p:nvPr/>
        </p:nvCxnSpPr>
        <p:spPr>
          <a:xfrm flipH="1">
            <a:off x="1631576" y="530697"/>
            <a:ext cx="4401671" cy="616348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" name="直线箭头连接符 16"/>
          <p:cNvCxnSpPr>
            <a:endCxn id="4" idx="0"/>
          </p:cNvCxnSpPr>
          <p:nvPr/>
        </p:nvCxnSpPr>
        <p:spPr>
          <a:xfrm flipH="1">
            <a:off x="4295403" y="536412"/>
            <a:ext cx="1810869" cy="616348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" name="直线箭头连接符 18"/>
          <p:cNvCxnSpPr>
            <a:endCxn id="5" idx="0"/>
          </p:cNvCxnSpPr>
          <p:nvPr/>
        </p:nvCxnSpPr>
        <p:spPr>
          <a:xfrm>
            <a:off x="6033247" y="530697"/>
            <a:ext cx="815789" cy="616349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" name="直线箭头连接符 20"/>
          <p:cNvCxnSpPr/>
          <p:nvPr/>
        </p:nvCxnSpPr>
        <p:spPr>
          <a:xfrm>
            <a:off x="6033247" y="530697"/>
            <a:ext cx="4491319" cy="616348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" name="直线箭头连接符 22"/>
          <p:cNvCxnSpPr>
            <a:endCxn id="7" idx="0"/>
          </p:cNvCxnSpPr>
          <p:nvPr/>
        </p:nvCxnSpPr>
        <p:spPr>
          <a:xfrm flipH="1">
            <a:off x="1335742" y="1793376"/>
            <a:ext cx="80682" cy="627095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" name="直线箭头连接符 24"/>
          <p:cNvCxnSpPr/>
          <p:nvPr/>
        </p:nvCxnSpPr>
        <p:spPr>
          <a:xfrm>
            <a:off x="4069977" y="1793376"/>
            <a:ext cx="0" cy="598421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7" name="直线箭头连接符 26"/>
          <p:cNvCxnSpPr>
            <a:stCxn id="5" idx="2"/>
            <a:endCxn id="9" idx="0"/>
          </p:cNvCxnSpPr>
          <p:nvPr/>
        </p:nvCxnSpPr>
        <p:spPr>
          <a:xfrm flipH="1">
            <a:off x="6770595" y="1793377"/>
            <a:ext cx="78441" cy="59842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框 3"/>
          <p:cNvSpPr txBox="1"/>
          <p:nvPr/>
        </p:nvSpPr>
        <p:spPr>
          <a:xfrm>
            <a:off x="3890682" y="215153"/>
            <a:ext cx="313764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zh-CN" dirty="0" smtClean="0"/>
              <a:t>Performance</a:t>
            </a:r>
            <a:r>
              <a:rPr kumimoji="1" lang="zh-CN" altLang="en-US" dirty="0" smtClean="0"/>
              <a:t> </a:t>
            </a:r>
            <a:r>
              <a:rPr kumimoji="1" lang="en-US" altLang="zh-CN" dirty="0" smtClean="0"/>
              <a:t>Tactics</a:t>
            </a:r>
            <a:r>
              <a:rPr kumimoji="1" lang="zh-CN" altLang="en-US" dirty="0" smtClean="0"/>
              <a:t>性能战术</a:t>
            </a:r>
            <a:endParaRPr kumimoji="1" lang="zh-CN" altLang="en-US" dirty="0"/>
          </a:p>
        </p:txBody>
      </p:sp>
      <p:sp>
        <p:nvSpPr>
          <p:cNvPr id="5" name="文本框 4"/>
          <p:cNvSpPr txBox="1"/>
          <p:nvPr/>
        </p:nvSpPr>
        <p:spPr>
          <a:xfrm>
            <a:off x="1703294" y="877906"/>
            <a:ext cx="2725271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zh-CN" dirty="0" smtClean="0"/>
              <a:t>Control</a:t>
            </a:r>
            <a:r>
              <a:rPr kumimoji="1" lang="zh-CN" altLang="en-US" dirty="0" smtClean="0"/>
              <a:t> </a:t>
            </a:r>
            <a:r>
              <a:rPr kumimoji="1" lang="en-US" altLang="zh-CN" dirty="0" smtClean="0"/>
              <a:t>Resource</a:t>
            </a:r>
            <a:r>
              <a:rPr kumimoji="1" lang="zh-CN" altLang="en-US" dirty="0" smtClean="0"/>
              <a:t> </a:t>
            </a:r>
            <a:r>
              <a:rPr kumimoji="1" lang="en-US" altLang="zh-CN" dirty="0" smtClean="0"/>
              <a:t>Demand</a:t>
            </a:r>
            <a:r>
              <a:rPr kumimoji="1" lang="zh-CN" altLang="en-US" dirty="0" smtClean="0"/>
              <a:t>控制资源需求</a:t>
            </a:r>
            <a:endParaRPr kumimoji="1" lang="zh-CN" altLang="en-US" dirty="0"/>
          </a:p>
        </p:txBody>
      </p:sp>
      <p:sp>
        <p:nvSpPr>
          <p:cNvPr id="6" name="文本框 5"/>
          <p:cNvSpPr txBox="1"/>
          <p:nvPr/>
        </p:nvSpPr>
        <p:spPr>
          <a:xfrm>
            <a:off x="6006353" y="878541"/>
            <a:ext cx="277905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zh-CN" dirty="0" smtClean="0"/>
              <a:t>Manage</a:t>
            </a:r>
            <a:r>
              <a:rPr kumimoji="1" lang="zh-CN" altLang="en-US" dirty="0" smtClean="0"/>
              <a:t> </a:t>
            </a:r>
            <a:r>
              <a:rPr kumimoji="1" lang="en-US" altLang="zh-CN" dirty="0" smtClean="0"/>
              <a:t>Resource</a:t>
            </a:r>
            <a:r>
              <a:rPr kumimoji="1" lang="zh-CN" altLang="en-US" dirty="0" smtClean="0"/>
              <a:t>管理资源</a:t>
            </a:r>
            <a:endParaRPr kumimoji="1" lang="zh-CN" altLang="en-US" dirty="0"/>
          </a:p>
        </p:txBody>
      </p:sp>
      <p:sp>
        <p:nvSpPr>
          <p:cNvPr id="7" name="文本框 6"/>
          <p:cNvSpPr txBox="1"/>
          <p:nvPr/>
        </p:nvSpPr>
        <p:spPr>
          <a:xfrm>
            <a:off x="1882588" y="1918447"/>
            <a:ext cx="2366683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zh-CN" dirty="0" smtClean="0"/>
              <a:t>Manage</a:t>
            </a:r>
            <a:r>
              <a:rPr kumimoji="1" lang="zh-CN" altLang="en-US" dirty="0" smtClean="0"/>
              <a:t> </a:t>
            </a:r>
            <a:r>
              <a:rPr kumimoji="1" lang="en-US" altLang="zh-CN" dirty="0" smtClean="0"/>
              <a:t>Sampling</a:t>
            </a:r>
            <a:r>
              <a:rPr kumimoji="1" lang="zh-CN" altLang="en-US" dirty="0" smtClean="0"/>
              <a:t> </a:t>
            </a:r>
            <a:r>
              <a:rPr kumimoji="1" lang="en-US" altLang="zh-CN" dirty="0" smtClean="0"/>
              <a:t>Rate</a:t>
            </a:r>
            <a:r>
              <a:rPr kumimoji="1" lang="zh-CN" altLang="en-US" dirty="0" smtClean="0"/>
              <a:t>管理采样率</a:t>
            </a:r>
            <a:endParaRPr kumimoji="1" lang="zh-CN" altLang="en-US" dirty="0"/>
          </a:p>
        </p:txBody>
      </p:sp>
      <p:sp>
        <p:nvSpPr>
          <p:cNvPr id="8" name="文本框 7"/>
          <p:cNvSpPr txBox="1"/>
          <p:nvPr/>
        </p:nvSpPr>
        <p:spPr>
          <a:xfrm>
            <a:off x="1703294" y="2904565"/>
            <a:ext cx="2187388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zh-CN" dirty="0" smtClean="0"/>
              <a:t>Limit</a:t>
            </a:r>
            <a:r>
              <a:rPr kumimoji="1" lang="zh-CN" altLang="en-US" dirty="0" smtClean="0"/>
              <a:t> </a:t>
            </a:r>
            <a:r>
              <a:rPr kumimoji="1" lang="en-US" altLang="zh-CN" dirty="0" smtClean="0"/>
              <a:t>Event Response</a:t>
            </a:r>
            <a:r>
              <a:rPr kumimoji="1" lang="zh-CN" altLang="en-US" dirty="0" smtClean="0"/>
              <a:t>限制事件响应</a:t>
            </a:r>
            <a:endParaRPr kumimoji="1" lang="zh-CN" altLang="en-US" dirty="0"/>
          </a:p>
        </p:txBody>
      </p:sp>
      <p:sp>
        <p:nvSpPr>
          <p:cNvPr id="9" name="文本框 8"/>
          <p:cNvSpPr txBox="1"/>
          <p:nvPr/>
        </p:nvSpPr>
        <p:spPr>
          <a:xfrm>
            <a:off x="1703294" y="3747247"/>
            <a:ext cx="2043953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zh-CN" dirty="0" smtClean="0"/>
              <a:t>Prioritize</a:t>
            </a:r>
            <a:r>
              <a:rPr kumimoji="1" lang="zh-CN" altLang="en-US" dirty="0" smtClean="0"/>
              <a:t> </a:t>
            </a:r>
            <a:r>
              <a:rPr kumimoji="1" lang="en-US" altLang="zh-CN" dirty="0" smtClean="0"/>
              <a:t>Events</a:t>
            </a:r>
            <a:r>
              <a:rPr kumimoji="1" lang="zh-CN" altLang="en-US" dirty="0" smtClean="0"/>
              <a:t>   为事件划分优先级</a:t>
            </a:r>
            <a:endParaRPr kumimoji="1" lang="zh-CN" altLang="en-US" dirty="0"/>
          </a:p>
        </p:txBody>
      </p:sp>
      <p:sp>
        <p:nvSpPr>
          <p:cNvPr id="10" name="文本框 9"/>
          <p:cNvSpPr txBox="1"/>
          <p:nvPr/>
        </p:nvSpPr>
        <p:spPr>
          <a:xfrm>
            <a:off x="1882588" y="4589929"/>
            <a:ext cx="2008094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zh-CN" dirty="0" smtClean="0"/>
              <a:t>Reduce</a:t>
            </a:r>
            <a:r>
              <a:rPr kumimoji="1" lang="zh-CN" altLang="en-US" dirty="0" smtClean="0"/>
              <a:t> </a:t>
            </a:r>
            <a:r>
              <a:rPr kumimoji="1" lang="en-US" altLang="zh-CN" dirty="0" smtClean="0"/>
              <a:t>overhead</a:t>
            </a:r>
            <a:r>
              <a:rPr kumimoji="1" lang="zh-CN" altLang="en-US" dirty="0" smtClean="0"/>
              <a:t>减少开销</a:t>
            </a:r>
            <a:endParaRPr kumimoji="1" lang="zh-CN" altLang="en-US" dirty="0"/>
          </a:p>
        </p:txBody>
      </p:sp>
      <p:sp>
        <p:nvSpPr>
          <p:cNvPr id="11" name="文本框 10"/>
          <p:cNvSpPr txBox="1"/>
          <p:nvPr/>
        </p:nvSpPr>
        <p:spPr>
          <a:xfrm>
            <a:off x="1792941" y="5236260"/>
            <a:ext cx="245633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zh-CN" dirty="0" smtClean="0"/>
              <a:t>Bound</a:t>
            </a:r>
            <a:r>
              <a:rPr kumimoji="1" lang="zh-CN" altLang="en-US" dirty="0" smtClean="0"/>
              <a:t> </a:t>
            </a:r>
            <a:r>
              <a:rPr kumimoji="1" lang="en-US" altLang="zh-CN" dirty="0" smtClean="0"/>
              <a:t>Execution</a:t>
            </a:r>
            <a:r>
              <a:rPr kumimoji="1" lang="zh-CN" altLang="en-US" dirty="0" smtClean="0"/>
              <a:t> </a:t>
            </a:r>
            <a:r>
              <a:rPr kumimoji="1" lang="en-US" altLang="zh-CN" dirty="0" smtClean="0"/>
              <a:t>Time</a:t>
            </a:r>
            <a:r>
              <a:rPr kumimoji="1" lang="zh-CN" altLang="en-US" dirty="0" smtClean="0"/>
              <a:t>动态执行绑定</a:t>
            </a:r>
            <a:endParaRPr kumimoji="1" lang="zh-CN" altLang="en-US" dirty="0"/>
          </a:p>
        </p:txBody>
      </p:sp>
      <p:sp>
        <p:nvSpPr>
          <p:cNvPr id="12" name="文本框 11"/>
          <p:cNvSpPr txBox="1"/>
          <p:nvPr/>
        </p:nvSpPr>
        <p:spPr>
          <a:xfrm>
            <a:off x="1703294" y="5899212"/>
            <a:ext cx="2904565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zh-CN" dirty="0" smtClean="0"/>
              <a:t>Increase</a:t>
            </a:r>
            <a:r>
              <a:rPr kumimoji="1" lang="zh-CN" altLang="en-US" dirty="0" smtClean="0"/>
              <a:t> </a:t>
            </a:r>
            <a:r>
              <a:rPr kumimoji="1" lang="en-US" altLang="zh-CN" dirty="0" smtClean="0"/>
              <a:t>Resource</a:t>
            </a:r>
            <a:r>
              <a:rPr kumimoji="1" lang="zh-CN" altLang="en-US" dirty="0" smtClean="0"/>
              <a:t> </a:t>
            </a:r>
            <a:r>
              <a:rPr kumimoji="1" lang="en-US" altLang="zh-CN" dirty="0" smtClean="0"/>
              <a:t>Efficiency</a:t>
            </a:r>
            <a:r>
              <a:rPr kumimoji="1" lang="zh-CN" altLang="en-US" dirty="0" smtClean="0"/>
              <a:t>提高资源效率</a:t>
            </a:r>
            <a:endParaRPr kumimoji="1" lang="zh-CN" altLang="en-US" dirty="0"/>
          </a:p>
        </p:txBody>
      </p:sp>
      <p:sp>
        <p:nvSpPr>
          <p:cNvPr id="13" name="文本框 12"/>
          <p:cNvSpPr txBox="1"/>
          <p:nvPr/>
        </p:nvSpPr>
        <p:spPr>
          <a:xfrm>
            <a:off x="6006353" y="1721224"/>
            <a:ext cx="292249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zh-CN" dirty="0" smtClean="0"/>
              <a:t>Increase</a:t>
            </a:r>
            <a:r>
              <a:rPr kumimoji="1" lang="zh-CN" altLang="en-US" dirty="0" smtClean="0"/>
              <a:t> </a:t>
            </a:r>
            <a:r>
              <a:rPr kumimoji="1" lang="en-US" altLang="zh-CN" dirty="0" smtClean="0"/>
              <a:t>Resource</a:t>
            </a:r>
            <a:r>
              <a:rPr kumimoji="1" lang="zh-CN" altLang="en-US" dirty="0" smtClean="0"/>
              <a:t>增加资源</a:t>
            </a:r>
            <a:endParaRPr kumimoji="1" lang="zh-CN" altLang="en-US" dirty="0"/>
          </a:p>
        </p:txBody>
      </p:sp>
      <p:sp>
        <p:nvSpPr>
          <p:cNvPr id="14" name="文本框 13"/>
          <p:cNvSpPr txBox="1"/>
          <p:nvPr/>
        </p:nvSpPr>
        <p:spPr>
          <a:xfrm>
            <a:off x="6006353" y="2366682"/>
            <a:ext cx="340658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zh-CN" dirty="0" smtClean="0"/>
              <a:t>Introduce</a:t>
            </a:r>
            <a:r>
              <a:rPr kumimoji="1" lang="zh-CN" altLang="en-US" dirty="0" smtClean="0"/>
              <a:t> </a:t>
            </a:r>
            <a:r>
              <a:rPr kumimoji="1" lang="en-US" altLang="zh-CN" dirty="0" smtClean="0"/>
              <a:t>Concurrency</a:t>
            </a:r>
            <a:r>
              <a:rPr kumimoji="1" lang="zh-CN" altLang="en-US" dirty="0" smtClean="0"/>
              <a:t>引入并发</a:t>
            </a:r>
            <a:endParaRPr kumimoji="1" lang="zh-CN" altLang="en-US" dirty="0"/>
          </a:p>
        </p:txBody>
      </p:sp>
      <p:sp>
        <p:nvSpPr>
          <p:cNvPr id="15" name="文本框 14"/>
          <p:cNvSpPr txBox="1"/>
          <p:nvPr/>
        </p:nvSpPr>
        <p:spPr>
          <a:xfrm>
            <a:off x="6006352" y="2904565"/>
            <a:ext cx="4177553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zh-CN" dirty="0" smtClean="0"/>
              <a:t>Maintain</a:t>
            </a:r>
            <a:r>
              <a:rPr kumimoji="1" lang="zh-CN" altLang="en-US" dirty="0" smtClean="0"/>
              <a:t> </a:t>
            </a:r>
            <a:r>
              <a:rPr kumimoji="1" lang="en-US" altLang="zh-CN" dirty="0" smtClean="0"/>
              <a:t>Multiple</a:t>
            </a:r>
            <a:r>
              <a:rPr kumimoji="1" lang="zh-CN" altLang="en-US" dirty="0" smtClean="0"/>
              <a:t> </a:t>
            </a:r>
            <a:r>
              <a:rPr kumimoji="1" lang="en-US" altLang="zh-CN" dirty="0" smtClean="0"/>
              <a:t>Copies</a:t>
            </a:r>
            <a:r>
              <a:rPr kumimoji="1" lang="zh-CN" altLang="en-US" dirty="0" smtClean="0"/>
              <a:t> </a:t>
            </a:r>
            <a:r>
              <a:rPr kumimoji="1" lang="en-US" altLang="zh-CN" dirty="0" smtClean="0"/>
              <a:t>of Computation</a:t>
            </a:r>
            <a:r>
              <a:rPr kumimoji="1" lang="zh-CN" altLang="en-US" dirty="0" smtClean="0"/>
              <a:t>维护多个计算副本</a:t>
            </a:r>
            <a:endParaRPr kumimoji="1" lang="zh-CN" altLang="en-US" dirty="0"/>
          </a:p>
        </p:txBody>
      </p:sp>
      <p:sp>
        <p:nvSpPr>
          <p:cNvPr id="16" name="文本框 15"/>
          <p:cNvSpPr txBox="1"/>
          <p:nvPr/>
        </p:nvSpPr>
        <p:spPr>
          <a:xfrm>
            <a:off x="6006352" y="3872753"/>
            <a:ext cx="3406589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zh-CN" dirty="0" smtClean="0"/>
              <a:t>Maintain</a:t>
            </a:r>
            <a:r>
              <a:rPr kumimoji="1" lang="zh-CN" altLang="en-US" dirty="0" smtClean="0"/>
              <a:t> </a:t>
            </a:r>
            <a:r>
              <a:rPr kumimoji="1" lang="en-US" altLang="zh-CN" dirty="0" smtClean="0"/>
              <a:t>Multiple</a:t>
            </a:r>
            <a:r>
              <a:rPr kumimoji="1" lang="zh-CN" altLang="en-US" dirty="0" smtClean="0"/>
              <a:t> </a:t>
            </a:r>
            <a:r>
              <a:rPr kumimoji="1" lang="en-US" altLang="zh-CN" dirty="0" smtClean="0"/>
              <a:t>Copies</a:t>
            </a:r>
            <a:r>
              <a:rPr kumimoji="1" lang="zh-CN" altLang="en-US" dirty="0" smtClean="0"/>
              <a:t> </a:t>
            </a:r>
            <a:r>
              <a:rPr kumimoji="1" lang="en-US" altLang="zh-CN" dirty="0" smtClean="0"/>
              <a:t>of Data</a:t>
            </a:r>
            <a:r>
              <a:rPr kumimoji="1" lang="zh-CN" altLang="en-US" dirty="0" smtClean="0"/>
              <a:t>维护多个数据副本</a:t>
            </a:r>
            <a:endParaRPr kumimoji="1" lang="zh-CN" altLang="en-US" dirty="0"/>
          </a:p>
        </p:txBody>
      </p:sp>
      <p:sp>
        <p:nvSpPr>
          <p:cNvPr id="17" name="文本框 16"/>
          <p:cNvSpPr txBox="1"/>
          <p:nvPr/>
        </p:nvSpPr>
        <p:spPr>
          <a:xfrm>
            <a:off x="6006352" y="4715435"/>
            <a:ext cx="340658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zh-CN" dirty="0" smtClean="0"/>
              <a:t>Bound</a:t>
            </a:r>
            <a:r>
              <a:rPr kumimoji="1" lang="zh-CN" altLang="en-US" dirty="0" smtClean="0"/>
              <a:t> </a:t>
            </a:r>
            <a:r>
              <a:rPr kumimoji="1" lang="en-US" altLang="zh-CN" dirty="0" smtClean="0"/>
              <a:t>Queue Sizes</a:t>
            </a:r>
            <a:r>
              <a:rPr kumimoji="1" lang="zh-CN" altLang="en-US" dirty="0" smtClean="0"/>
              <a:t>限制队列大小</a:t>
            </a:r>
            <a:endParaRPr kumimoji="1" lang="zh-CN" altLang="en-US" dirty="0"/>
          </a:p>
        </p:txBody>
      </p:sp>
      <p:sp>
        <p:nvSpPr>
          <p:cNvPr id="18" name="文本框 17"/>
          <p:cNvSpPr txBox="1"/>
          <p:nvPr/>
        </p:nvSpPr>
        <p:spPr>
          <a:xfrm>
            <a:off x="6006352" y="5236260"/>
            <a:ext cx="353209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zh-CN" dirty="0" smtClean="0"/>
              <a:t>Schedule</a:t>
            </a:r>
            <a:r>
              <a:rPr kumimoji="1" lang="zh-CN" altLang="en-US" dirty="0" smtClean="0"/>
              <a:t> </a:t>
            </a:r>
            <a:r>
              <a:rPr kumimoji="1" lang="en-US" altLang="zh-CN" dirty="0" smtClean="0"/>
              <a:t>Resource</a:t>
            </a:r>
            <a:r>
              <a:rPr kumimoji="1" lang="zh-CN" altLang="en-US" dirty="0" smtClean="0"/>
              <a:t>安排资源</a:t>
            </a:r>
            <a:endParaRPr kumimoji="1" lang="zh-CN" altLang="en-US" dirty="0"/>
          </a:p>
        </p:txBody>
      </p:sp>
      <p:cxnSp>
        <p:nvCxnSpPr>
          <p:cNvPr id="20" name="直线箭头连接符 19"/>
          <p:cNvCxnSpPr/>
          <p:nvPr/>
        </p:nvCxnSpPr>
        <p:spPr>
          <a:xfrm flipH="1">
            <a:off x="3209365" y="584485"/>
            <a:ext cx="2115670" cy="294056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" name="直线箭头连接符 21"/>
          <p:cNvCxnSpPr>
            <a:stCxn id="4" idx="2"/>
          </p:cNvCxnSpPr>
          <p:nvPr/>
        </p:nvCxnSpPr>
        <p:spPr>
          <a:xfrm>
            <a:off x="5459506" y="584485"/>
            <a:ext cx="1783976" cy="294056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" name="直线箭头连接符 23"/>
          <p:cNvCxnSpPr/>
          <p:nvPr/>
        </p:nvCxnSpPr>
        <p:spPr>
          <a:xfrm flipH="1">
            <a:off x="2814918" y="1524872"/>
            <a:ext cx="71717" cy="393575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6" name="直线箭头连接符 25"/>
          <p:cNvCxnSpPr>
            <a:stCxn id="6" idx="2"/>
            <a:endCxn id="13" idx="0"/>
          </p:cNvCxnSpPr>
          <p:nvPr/>
        </p:nvCxnSpPr>
        <p:spPr>
          <a:xfrm>
            <a:off x="7395883" y="1247873"/>
            <a:ext cx="71717" cy="473351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1"/>
          <p:cNvSpPr txBox="1"/>
          <p:nvPr/>
        </p:nvSpPr>
        <p:spPr>
          <a:xfrm>
            <a:off x="4178595" y="145103"/>
            <a:ext cx="397657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zh-CN" dirty="0" smtClean="0"/>
              <a:t>Security</a:t>
            </a:r>
            <a:r>
              <a:rPr kumimoji="1" lang="zh-CN" altLang="en-US" dirty="0" smtClean="0"/>
              <a:t> </a:t>
            </a:r>
            <a:r>
              <a:rPr kumimoji="1" lang="en-US" altLang="zh-CN" dirty="0" smtClean="0"/>
              <a:t>Tactics</a:t>
            </a:r>
            <a:r>
              <a:rPr kumimoji="1" lang="zh-CN" altLang="en-US" dirty="0" smtClean="0"/>
              <a:t>安全性战术</a:t>
            </a:r>
            <a:endParaRPr kumimoji="1" lang="zh-CN" altLang="en-US" dirty="0"/>
          </a:p>
        </p:txBody>
      </p:sp>
      <p:sp>
        <p:nvSpPr>
          <p:cNvPr id="3" name="文本框 2"/>
          <p:cNvSpPr txBox="1"/>
          <p:nvPr/>
        </p:nvSpPr>
        <p:spPr>
          <a:xfrm>
            <a:off x="871869" y="754909"/>
            <a:ext cx="1701209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zh-CN" dirty="0" smtClean="0"/>
              <a:t>Detect</a:t>
            </a:r>
            <a:r>
              <a:rPr kumimoji="1" lang="zh-CN" altLang="en-US" dirty="0" smtClean="0"/>
              <a:t> </a:t>
            </a:r>
            <a:r>
              <a:rPr kumimoji="1" lang="en-US" altLang="zh-CN" dirty="0" smtClean="0"/>
              <a:t>Attacks</a:t>
            </a:r>
            <a:r>
              <a:rPr kumimoji="1" lang="zh-CN" altLang="en-US" dirty="0" smtClean="0"/>
              <a:t>检测攻击</a:t>
            </a:r>
            <a:endParaRPr kumimoji="1" lang="zh-CN" altLang="en-US" dirty="0"/>
          </a:p>
        </p:txBody>
      </p:sp>
      <p:sp>
        <p:nvSpPr>
          <p:cNvPr id="4" name="文本框 3"/>
          <p:cNvSpPr txBox="1"/>
          <p:nvPr/>
        </p:nvSpPr>
        <p:spPr>
          <a:xfrm>
            <a:off x="3147237" y="754908"/>
            <a:ext cx="1552354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zh-CN" dirty="0" smtClean="0"/>
              <a:t>Resist</a:t>
            </a:r>
            <a:r>
              <a:rPr kumimoji="1" lang="zh-CN" altLang="en-US" dirty="0" smtClean="0"/>
              <a:t> </a:t>
            </a:r>
            <a:r>
              <a:rPr kumimoji="1" lang="en-US" altLang="zh-CN" dirty="0" smtClean="0"/>
              <a:t>Attacks</a:t>
            </a:r>
            <a:r>
              <a:rPr kumimoji="1" lang="zh-CN" altLang="en-US" dirty="0" smtClean="0"/>
              <a:t>抵抗攻击</a:t>
            </a:r>
            <a:endParaRPr kumimoji="1" lang="zh-CN" altLang="en-US" dirty="0"/>
          </a:p>
        </p:txBody>
      </p:sp>
      <p:sp>
        <p:nvSpPr>
          <p:cNvPr id="5" name="文本框 4"/>
          <p:cNvSpPr txBox="1"/>
          <p:nvPr/>
        </p:nvSpPr>
        <p:spPr>
          <a:xfrm>
            <a:off x="5422604" y="754908"/>
            <a:ext cx="1871331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zh-CN" dirty="0" smtClean="0"/>
              <a:t>React</a:t>
            </a:r>
            <a:r>
              <a:rPr kumimoji="1" lang="zh-CN" altLang="en-US" dirty="0" smtClean="0"/>
              <a:t> </a:t>
            </a:r>
            <a:r>
              <a:rPr kumimoji="1" lang="en-US" altLang="zh-CN" dirty="0" smtClean="0"/>
              <a:t>to Attacks</a:t>
            </a:r>
            <a:r>
              <a:rPr kumimoji="1" lang="zh-CN" altLang="en-US" dirty="0" smtClean="0"/>
              <a:t>对攻击做出反应</a:t>
            </a:r>
            <a:endParaRPr kumimoji="1" lang="zh-CN" altLang="en-US" dirty="0"/>
          </a:p>
        </p:txBody>
      </p:sp>
      <p:sp>
        <p:nvSpPr>
          <p:cNvPr id="6" name="文本框 5"/>
          <p:cNvSpPr txBox="1"/>
          <p:nvPr/>
        </p:nvSpPr>
        <p:spPr>
          <a:xfrm>
            <a:off x="8155172" y="754908"/>
            <a:ext cx="2275367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zh-CN" dirty="0" smtClean="0"/>
              <a:t>Recover</a:t>
            </a:r>
            <a:r>
              <a:rPr kumimoji="1" lang="zh-CN" altLang="en-US" dirty="0" smtClean="0"/>
              <a:t> </a:t>
            </a:r>
            <a:r>
              <a:rPr kumimoji="1" lang="en-US" altLang="zh-CN" dirty="0" smtClean="0"/>
              <a:t>from</a:t>
            </a:r>
            <a:r>
              <a:rPr kumimoji="1" lang="zh-CN" altLang="en-US" dirty="0" smtClean="0"/>
              <a:t> </a:t>
            </a:r>
            <a:r>
              <a:rPr kumimoji="1" lang="en-US" altLang="zh-CN" dirty="0" smtClean="0"/>
              <a:t>Attacks</a:t>
            </a:r>
            <a:r>
              <a:rPr kumimoji="1" lang="zh-CN" altLang="en-US" dirty="0" smtClean="0"/>
              <a:t>从攻击中恢复</a:t>
            </a:r>
            <a:endParaRPr kumimoji="1" lang="zh-CN" altLang="en-US" dirty="0"/>
          </a:p>
        </p:txBody>
      </p:sp>
      <p:sp>
        <p:nvSpPr>
          <p:cNvPr id="7" name="文本框 6"/>
          <p:cNvSpPr txBox="1"/>
          <p:nvPr/>
        </p:nvSpPr>
        <p:spPr>
          <a:xfrm>
            <a:off x="361507" y="1594882"/>
            <a:ext cx="193512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zh-CN" dirty="0" smtClean="0"/>
              <a:t>Detect</a:t>
            </a:r>
            <a:r>
              <a:rPr kumimoji="1" lang="zh-CN" altLang="en-US" dirty="0" smtClean="0"/>
              <a:t> </a:t>
            </a:r>
            <a:r>
              <a:rPr kumimoji="1" lang="en-US" altLang="zh-CN" dirty="0" smtClean="0"/>
              <a:t>Instruction</a:t>
            </a:r>
            <a:r>
              <a:rPr kumimoji="1" lang="zh-CN" altLang="en-US" dirty="0" smtClean="0"/>
              <a:t>检测指令</a:t>
            </a:r>
            <a:endParaRPr kumimoji="1" lang="zh-CN" altLang="en-US" dirty="0"/>
          </a:p>
        </p:txBody>
      </p:sp>
      <p:sp>
        <p:nvSpPr>
          <p:cNvPr id="8" name="文本框 7"/>
          <p:cNvSpPr txBox="1"/>
          <p:nvPr/>
        </p:nvSpPr>
        <p:spPr>
          <a:xfrm>
            <a:off x="361507" y="2381692"/>
            <a:ext cx="2190307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zh-CN" dirty="0" smtClean="0"/>
              <a:t>Detect</a:t>
            </a:r>
            <a:r>
              <a:rPr kumimoji="1" lang="zh-CN" altLang="en-US" dirty="0" smtClean="0"/>
              <a:t> </a:t>
            </a:r>
            <a:r>
              <a:rPr kumimoji="1" lang="en-US" altLang="zh-CN" dirty="0" smtClean="0"/>
              <a:t>Service</a:t>
            </a:r>
            <a:r>
              <a:rPr kumimoji="1" lang="zh-CN" altLang="en-US" dirty="0" smtClean="0"/>
              <a:t> </a:t>
            </a:r>
            <a:r>
              <a:rPr kumimoji="1" lang="en-US" altLang="zh-CN" dirty="0" smtClean="0"/>
              <a:t>Denial</a:t>
            </a:r>
            <a:r>
              <a:rPr kumimoji="1" lang="zh-CN" altLang="en-US" dirty="0" smtClean="0"/>
              <a:t>检测服务拒绝</a:t>
            </a:r>
            <a:endParaRPr kumimoji="1" lang="zh-CN" altLang="en-US" dirty="0"/>
          </a:p>
        </p:txBody>
      </p:sp>
      <p:sp>
        <p:nvSpPr>
          <p:cNvPr id="9" name="文本框 8"/>
          <p:cNvSpPr txBox="1"/>
          <p:nvPr/>
        </p:nvSpPr>
        <p:spPr>
          <a:xfrm>
            <a:off x="361507" y="3274827"/>
            <a:ext cx="2509284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zh-CN" dirty="0" smtClean="0"/>
              <a:t>Verify</a:t>
            </a:r>
            <a:r>
              <a:rPr kumimoji="1" lang="zh-CN" altLang="en-US" dirty="0" smtClean="0"/>
              <a:t> </a:t>
            </a:r>
            <a:r>
              <a:rPr kumimoji="1" lang="en-US" altLang="zh-CN" dirty="0" smtClean="0"/>
              <a:t>Message Integrity</a:t>
            </a:r>
            <a:r>
              <a:rPr kumimoji="1" lang="zh-CN" altLang="en-US" dirty="0" smtClean="0"/>
              <a:t>确认消息完整性</a:t>
            </a:r>
            <a:endParaRPr kumimoji="1" lang="zh-CN" altLang="en-US" dirty="0"/>
          </a:p>
        </p:txBody>
      </p:sp>
      <p:sp>
        <p:nvSpPr>
          <p:cNvPr id="10" name="文本框 9"/>
          <p:cNvSpPr txBox="1"/>
          <p:nvPr/>
        </p:nvSpPr>
        <p:spPr>
          <a:xfrm>
            <a:off x="287078" y="4167962"/>
            <a:ext cx="2339163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zh-CN" dirty="0" smtClean="0"/>
              <a:t>Detect</a:t>
            </a:r>
            <a:r>
              <a:rPr kumimoji="1" lang="zh-CN" altLang="en-US" dirty="0" smtClean="0"/>
              <a:t> </a:t>
            </a:r>
            <a:r>
              <a:rPr kumimoji="1" lang="en-US" altLang="zh-CN" dirty="0" smtClean="0"/>
              <a:t>Message</a:t>
            </a:r>
            <a:r>
              <a:rPr kumimoji="1" lang="zh-CN" altLang="en-US" dirty="0" smtClean="0"/>
              <a:t> </a:t>
            </a:r>
            <a:r>
              <a:rPr kumimoji="1" lang="en-US" altLang="zh-CN" dirty="0" smtClean="0"/>
              <a:t>Delay</a:t>
            </a:r>
            <a:r>
              <a:rPr kumimoji="1" lang="zh-CN" altLang="en-US" dirty="0" smtClean="0"/>
              <a:t>检测消息延迟</a:t>
            </a:r>
            <a:endParaRPr kumimoji="1" lang="zh-CN" altLang="en-US" dirty="0"/>
          </a:p>
        </p:txBody>
      </p:sp>
      <p:sp>
        <p:nvSpPr>
          <p:cNvPr id="11" name="文本框 10"/>
          <p:cNvSpPr txBox="1"/>
          <p:nvPr/>
        </p:nvSpPr>
        <p:spPr>
          <a:xfrm>
            <a:off x="3147237" y="1594882"/>
            <a:ext cx="1552354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zh-CN" dirty="0" smtClean="0"/>
              <a:t>Identify</a:t>
            </a:r>
            <a:r>
              <a:rPr kumimoji="1" lang="zh-CN" altLang="en-US" dirty="0" smtClean="0"/>
              <a:t> </a:t>
            </a:r>
            <a:r>
              <a:rPr kumimoji="1" lang="en-US" altLang="zh-CN" dirty="0" smtClean="0"/>
              <a:t>Actors</a:t>
            </a:r>
            <a:r>
              <a:rPr kumimoji="1" lang="zh-CN" altLang="en-US" dirty="0" smtClean="0"/>
              <a:t>识别参与者</a:t>
            </a:r>
            <a:endParaRPr kumimoji="1" lang="zh-CN" altLang="en-US" dirty="0"/>
          </a:p>
        </p:txBody>
      </p:sp>
      <p:sp>
        <p:nvSpPr>
          <p:cNvPr id="12" name="文本框 11"/>
          <p:cNvSpPr txBox="1"/>
          <p:nvPr/>
        </p:nvSpPr>
        <p:spPr>
          <a:xfrm>
            <a:off x="3147237" y="2245401"/>
            <a:ext cx="206271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zh-CN" dirty="0" smtClean="0"/>
              <a:t>Authenticate</a:t>
            </a:r>
            <a:r>
              <a:rPr kumimoji="1" lang="zh-CN" altLang="en-US" dirty="0" smtClean="0"/>
              <a:t> </a:t>
            </a:r>
            <a:r>
              <a:rPr kumimoji="1" lang="en-US" altLang="zh-CN" dirty="0" smtClean="0"/>
              <a:t>Actors</a:t>
            </a:r>
            <a:r>
              <a:rPr kumimoji="1" lang="zh-CN" altLang="en-US" dirty="0" smtClean="0"/>
              <a:t>验证参与者</a:t>
            </a:r>
            <a:endParaRPr kumimoji="1" lang="zh-CN" altLang="en-US" dirty="0"/>
          </a:p>
        </p:txBody>
      </p:sp>
      <p:sp>
        <p:nvSpPr>
          <p:cNvPr id="13" name="文本框 12"/>
          <p:cNvSpPr txBox="1"/>
          <p:nvPr/>
        </p:nvSpPr>
        <p:spPr>
          <a:xfrm>
            <a:off x="3147237" y="2828259"/>
            <a:ext cx="1807535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zh-CN" dirty="0" smtClean="0"/>
              <a:t>Authorize</a:t>
            </a:r>
            <a:r>
              <a:rPr kumimoji="1" lang="zh-CN" altLang="en-US" dirty="0" smtClean="0"/>
              <a:t> </a:t>
            </a:r>
            <a:r>
              <a:rPr kumimoji="1" lang="en-US" altLang="zh-CN" dirty="0" smtClean="0"/>
              <a:t>Actors</a:t>
            </a:r>
            <a:r>
              <a:rPr kumimoji="1" lang="zh-CN" altLang="en-US" dirty="0" smtClean="0"/>
              <a:t>授权参与者</a:t>
            </a:r>
            <a:endParaRPr kumimoji="1" lang="zh-CN" altLang="en-US" dirty="0"/>
          </a:p>
        </p:txBody>
      </p:sp>
      <p:sp>
        <p:nvSpPr>
          <p:cNvPr id="14" name="文本框 13"/>
          <p:cNvSpPr txBox="1"/>
          <p:nvPr/>
        </p:nvSpPr>
        <p:spPr>
          <a:xfrm>
            <a:off x="3147237" y="3474590"/>
            <a:ext cx="1382233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zh-CN" dirty="0" smtClean="0"/>
              <a:t>Limit</a:t>
            </a:r>
            <a:r>
              <a:rPr kumimoji="1" lang="zh-CN" altLang="en-US" dirty="0" smtClean="0"/>
              <a:t> </a:t>
            </a:r>
            <a:r>
              <a:rPr kumimoji="1" lang="en-US" altLang="zh-CN" dirty="0" smtClean="0"/>
              <a:t>Access</a:t>
            </a:r>
            <a:r>
              <a:rPr kumimoji="1" lang="zh-CN" altLang="en-US" dirty="0" smtClean="0"/>
              <a:t>限制访问</a:t>
            </a:r>
            <a:endParaRPr kumimoji="1" lang="zh-CN" altLang="en-US" dirty="0"/>
          </a:p>
        </p:txBody>
      </p:sp>
      <p:sp>
        <p:nvSpPr>
          <p:cNvPr id="15" name="文本框 14"/>
          <p:cNvSpPr txBox="1"/>
          <p:nvPr/>
        </p:nvSpPr>
        <p:spPr>
          <a:xfrm>
            <a:off x="3147237" y="4120921"/>
            <a:ext cx="1552354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zh-CN" dirty="0" smtClean="0"/>
              <a:t>Limit</a:t>
            </a:r>
            <a:r>
              <a:rPr kumimoji="1" lang="zh-CN" altLang="en-US" dirty="0" smtClean="0"/>
              <a:t> </a:t>
            </a:r>
            <a:r>
              <a:rPr kumimoji="1" lang="en-US" altLang="zh-CN" dirty="0" smtClean="0"/>
              <a:t>Exposure</a:t>
            </a:r>
            <a:r>
              <a:rPr kumimoji="1" lang="zh-CN" altLang="en-US" dirty="0" smtClean="0"/>
              <a:t>限制曝光</a:t>
            </a:r>
            <a:endParaRPr kumimoji="1" lang="zh-CN" altLang="en-US" dirty="0"/>
          </a:p>
        </p:txBody>
      </p:sp>
      <p:sp>
        <p:nvSpPr>
          <p:cNvPr id="16" name="文本框 15"/>
          <p:cNvSpPr txBox="1"/>
          <p:nvPr/>
        </p:nvSpPr>
        <p:spPr>
          <a:xfrm>
            <a:off x="3147237" y="4775629"/>
            <a:ext cx="1552354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zh-CN" dirty="0" smtClean="0"/>
              <a:t>Encrypt</a:t>
            </a:r>
            <a:r>
              <a:rPr kumimoji="1" lang="zh-CN" altLang="en-US" dirty="0" smtClean="0"/>
              <a:t> </a:t>
            </a:r>
            <a:r>
              <a:rPr kumimoji="1" lang="en-US" altLang="zh-CN" dirty="0" smtClean="0"/>
              <a:t>Data</a:t>
            </a:r>
            <a:r>
              <a:rPr kumimoji="1" lang="zh-CN" altLang="en-US" dirty="0" smtClean="0"/>
              <a:t>数据加密</a:t>
            </a:r>
            <a:endParaRPr kumimoji="1" lang="zh-CN" altLang="en-US" dirty="0"/>
          </a:p>
        </p:txBody>
      </p:sp>
      <p:sp>
        <p:nvSpPr>
          <p:cNvPr id="17" name="文本框 16"/>
          <p:cNvSpPr txBox="1"/>
          <p:nvPr/>
        </p:nvSpPr>
        <p:spPr>
          <a:xfrm>
            <a:off x="3147237" y="5421960"/>
            <a:ext cx="1807535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zh-CN" dirty="0" smtClean="0"/>
              <a:t>Separate</a:t>
            </a:r>
            <a:r>
              <a:rPr kumimoji="1" lang="zh-CN" altLang="en-US" dirty="0" smtClean="0"/>
              <a:t> </a:t>
            </a:r>
            <a:r>
              <a:rPr kumimoji="1" lang="en-US" altLang="zh-CN" dirty="0" smtClean="0"/>
              <a:t>Entities</a:t>
            </a:r>
            <a:r>
              <a:rPr kumimoji="1" lang="zh-CN" altLang="en-US" dirty="0" smtClean="0"/>
              <a:t>单独实体</a:t>
            </a:r>
            <a:endParaRPr kumimoji="1" lang="zh-CN" altLang="en-US" dirty="0"/>
          </a:p>
        </p:txBody>
      </p:sp>
      <p:sp>
        <p:nvSpPr>
          <p:cNvPr id="18" name="文本框 17"/>
          <p:cNvSpPr txBox="1"/>
          <p:nvPr/>
        </p:nvSpPr>
        <p:spPr>
          <a:xfrm>
            <a:off x="3147237" y="6068291"/>
            <a:ext cx="2573079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zh-CN" dirty="0" smtClean="0"/>
              <a:t>Change</a:t>
            </a:r>
            <a:r>
              <a:rPr kumimoji="1" lang="zh-CN" altLang="en-US" dirty="0" smtClean="0"/>
              <a:t> </a:t>
            </a:r>
            <a:r>
              <a:rPr kumimoji="1" lang="en-US" altLang="zh-CN" dirty="0" smtClean="0"/>
              <a:t>different</a:t>
            </a:r>
            <a:r>
              <a:rPr kumimoji="1" lang="zh-CN" altLang="en-US" dirty="0" smtClean="0"/>
              <a:t> </a:t>
            </a:r>
            <a:r>
              <a:rPr kumimoji="1" lang="en-US" altLang="zh-CN" dirty="0" smtClean="0"/>
              <a:t>Settings</a:t>
            </a:r>
            <a:r>
              <a:rPr kumimoji="1" lang="zh-CN" altLang="en-US" dirty="0" smtClean="0"/>
              <a:t>更改不同设置</a:t>
            </a:r>
            <a:endParaRPr kumimoji="1" lang="zh-CN" altLang="en-US" dirty="0"/>
          </a:p>
        </p:txBody>
      </p:sp>
      <p:sp>
        <p:nvSpPr>
          <p:cNvPr id="19" name="文本框 18"/>
          <p:cNvSpPr txBox="1"/>
          <p:nvPr/>
        </p:nvSpPr>
        <p:spPr>
          <a:xfrm>
            <a:off x="5720316" y="1594882"/>
            <a:ext cx="1573619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zh-CN" dirty="0" smtClean="0"/>
              <a:t>Revoke</a:t>
            </a:r>
            <a:r>
              <a:rPr kumimoji="1" lang="zh-CN" altLang="en-US" dirty="0" smtClean="0"/>
              <a:t> </a:t>
            </a:r>
            <a:r>
              <a:rPr kumimoji="1" lang="en-US" altLang="zh-CN" dirty="0" smtClean="0"/>
              <a:t>Access</a:t>
            </a:r>
            <a:r>
              <a:rPr kumimoji="1" lang="zh-CN" altLang="en-US" dirty="0" smtClean="0"/>
              <a:t>撤销访问</a:t>
            </a:r>
            <a:endParaRPr kumimoji="1" lang="zh-CN" altLang="en-US" dirty="0"/>
          </a:p>
        </p:txBody>
      </p:sp>
      <p:sp>
        <p:nvSpPr>
          <p:cNvPr id="20" name="文本框 19"/>
          <p:cNvSpPr txBox="1"/>
          <p:nvPr/>
        </p:nvSpPr>
        <p:spPr>
          <a:xfrm>
            <a:off x="5720316" y="2381692"/>
            <a:ext cx="1807535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zh-CN" dirty="0" smtClean="0"/>
              <a:t>Lock</a:t>
            </a:r>
            <a:r>
              <a:rPr kumimoji="1" lang="zh-CN" altLang="en-US" dirty="0" smtClean="0"/>
              <a:t> </a:t>
            </a:r>
            <a:r>
              <a:rPr kumimoji="1" lang="en-US" altLang="zh-CN" dirty="0" smtClean="0"/>
              <a:t>Computer</a:t>
            </a:r>
            <a:r>
              <a:rPr kumimoji="1" lang="zh-CN" altLang="en-US" dirty="0" smtClean="0"/>
              <a:t>锁定计算机</a:t>
            </a:r>
            <a:endParaRPr kumimoji="1" lang="zh-CN" altLang="en-US" dirty="0"/>
          </a:p>
        </p:txBody>
      </p:sp>
      <p:sp>
        <p:nvSpPr>
          <p:cNvPr id="21" name="文本框 20"/>
          <p:cNvSpPr txBox="1"/>
          <p:nvPr/>
        </p:nvSpPr>
        <p:spPr>
          <a:xfrm>
            <a:off x="5720316" y="3274827"/>
            <a:ext cx="1573619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zh-CN" dirty="0" smtClean="0"/>
              <a:t>Inform</a:t>
            </a:r>
            <a:r>
              <a:rPr kumimoji="1" lang="zh-CN" altLang="en-US" dirty="0" smtClean="0"/>
              <a:t> </a:t>
            </a:r>
            <a:r>
              <a:rPr kumimoji="1" lang="en-US" altLang="zh-CN" dirty="0" smtClean="0"/>
              <a:t>Actors</a:t>
            </a:r>
            <a:r>
              <a:rPr kumimoji="1" lang="zh-CN" altLang="en-US" dirty="0" smtClean="0"/>
              <a:t>通知参与者</a:t>
            </a:r>
            <a:endParaRPr kumimoji="1" lang="zh-CN" altLang="en-US" dirty="0"/>
          </a:p>
        </p:txBody>
      </p:sp>
      <p:sp>
        <p:nvSpPr>
          <p:cNvPr id="22" name="文本框 21"/>
          <p:cNvSpPr txBox="1"/>
          <p:nvPr/>
        </p:nvSpPr>
        <p:spPr>
          <a:xfrm>
            <a:off x="8155172" y="1765005"/>
            <a:ext cx="1286540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zh-CN" dirty="0" smtClean="0"/>
              <a:t>Maintain</a:t>
            </a:r>
            <a:r>
              <a:rPr kumimoji="1" lang="zh-CN" altLang="en-US" dirty="0" smtClean="0"/>
              <a:t> </a:t>
            </a:r>
            <a:r>
              <a:rPr kumimoji="1" lang="en-US" altLang="zh-CN" dirty="0" smtClean="0"/>
              <a:t>Audit</a:t>
            </a:r>
            <a:r>
              <a:rPr kumimoji="1" lang="zh-CN" altLang="en-US" dirty="0" smtClean="0"/>
              <a:t> </a:t>
            </a:r>
            <a:r>
              <a:rPr kumimoji="1" lang="en-US" altLang="zh-CN" dirty="0" smtClean="0"/>
              <a:t>Trail</a:t>
            </a:r>
            <a:r>
              <a:rPr kumimoji="1" lang="zh-CN" altLang="en-US" dirty="0"/>
              <a:t>维护审计跟踪</a:t>
            </a:r>
            <a:endParaRPr kumimoji="1" lang="zh-CN" altLang="en-US" dirty="0"/>
          </a:p>
        </p:txBody>
      </p:sp>
      <p:sp>
        <p:nvSpPr>
          <p:cNvPr id="23" name="文本框 22"/>
          <p:cNvSpPr txBox="1"/>
          <p:nvPr/>
        </p:nvSpPr>
        <p:spPr>
          <a:xfrm>
            <a:off x="9781953" y="1765005"/>
            <a:ext cx="967563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zh-CN" dirty="0" smtClean="0"/>
              <a:t>Restore</a:t>
            </a:r>
            <a:r>
              <a:rPr kumimoji="1" lang="zh-CN" altLang="en-US" dirty="0" smtClean="0"/>
              <a:t>重新存储</a:t>
            </a:r>
            <a:endParaRPr kumimoji="1" lang="zh-CN" altLang="en-US" dirty="0"/>
          </a:p>
        </p:txBody>
      </p:sp>
      <p:sp>
        <p:nvSpPr>
          <p:cNvPr id="24" name="文本框 23"/>
          <p:cNvSpPr txBox="1"/>
          <p:nvPr/>
        </p:nvSpPr>
        <p:spPr>
          <a:xfrm>
            <a:off x="9590567" y="3284310"/>
            <a:ext cx="1679944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zh-CN" dirty="0" smtClean="0"/>
              <a:t>See</a:t>
            </a:r>
            <a:r>
              <a:rPr kumimoji="1" lang="zh-CN" altLang="en-US" dirty="0" smtClean="0"/>
              <a:t> </a:t>
            </a:r>
            <a:r>
              <a:rPr kumimoji="1" lang="en-US" altLang="zh-CN" dirty="0" smtClean="0"/>
              <a:t>Availability</a:t>
            </a:r>
            <a:r>
              <a:rPr kumimoji="1" lang="zh-CN" altLang="en-US" dirty="0" smtClean="0"/>
              <a:t>查看可用性</a:t>
            </a:r>
            <a:endParaRPr kumimoji="1" lang="zh-CN" altLang="en-US" dirty="0"/>
          </a:p>
        </p:txBody>
      </p:sp>
      <p:cxnSp>
        <p:nvCxnSpPr>
          <p:cNvPr id="26" name="直线箭头连接符 25"/>
          <p:cNvCxnSpPr>
            <a:endCxn id="3" idx="0"/>
          </p:cNvCxnSpPr>
          <p:nvPr/>
        </p:nvCxnSpPr>
        <p:spPr>
          <a:xfrm flipH="1">
            <a:off x="1722474" y="514435"/>
            <a:ext cx="3997842" cy="240474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8" name="直线箭头连接符 27"/>
          <p:cNvCxnSpPr/>
          <p:nvPr/>
        </p:nvCxnSpPr>
        <p:spPr>
          <a:xfrm flipH="1">
            <a:off x="4051004" y="561265"/>
            <a:ext cx="1669312" cy="199974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0" name="直线箭头连接符 29"/>
          <p:cNvCxnSpPr>
            <a:endCxn id="5" idx="0"/>
          </p:cNvCxnSpPr>
          <p:nvPr/>
        </p:nvCxnSpPr>
        <p:spPr>
          <a:xfrm>
            <a:off x="5720316" y="584682"/>
            <a:ext cx="637954" cy="170226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2" name="直线箭头连接符 31"/>
          <p:cNvCxnSpPr>
            <a:endCxn id="6" idx="0"/>
          </p:cNvCxnSpPr>
          <p:nvPr/>
        </p:nvCxnSpPr>
        <p:spPr>
          <a:xfrm>
            <a:off x="5720316" y="549558"/>
            <a:ext cx="3572540" cy="20535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4" name="直线箭头连接符 33"/>
          <p:cNvCxnSpPr>
            <a:stCxn id="3" idx="2"/>
          </p:cNvCxnSpPr>
          <p:nvPr/>
        </p:nvCxnSpPr>
        <p:spPr>
          <a:xfrm flipH="1">
            <a:off x="1148315" y="1401240"/>
            <a:ext cx="574159" cy="250778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6" name="直线箭头连接符 35"/>
          <p:cNvCxnSpPr>
            <a:stCxn id="4" idx="2"/>
          </p:cNvCxnSpPr>
          <p:nvPr/>
        </p:nvCxnSpPr>
        <p:spPr>
          <a:xfrm flipH="1">
            <a:off x="3737344" y="1401239"/>
            <a:ext cx="186070" cy="193643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8" name="直线箭头连接符 37"/>
          <p:cNvCxnSpPr>
            <a:stCxn id="5" idx="2"/>
            <a:endCxn id="19" idx="0"/>
          </p:cNvCxnSpPr>
          <p:nvPr/>
        </p:nvCxnSpPr>
        <p:spPr>
          <a:xfrm>
            <a:off x="6358270" y="1401239"/>
            <a:ext cx="148856" cy="193643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0" name="直线箭头连接符 39"/>
          <p:cNvCxnSpPr>
            <a:stCxn id="6" idx="2"/>
          </p:cNvCxnSpPr>
          <p:nvPr/>
        </p:nvCxnSpPr>
        <p:spPr>
          <a:xfrm flipH="1">
            <a:off x="8798442" y="1401239"/>
            <a:ext cx="494414" cy="193641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2" name="直线箭头连接符 41"/>
          <p:cNvCxnSpPr>
            <a:stCxn id="6" idx="2"/>
            <a:endCxn id="23" idx="0"/>
          </p:cNvCxnSpPr>
          <p:nvPr/>
        </p:nvCxnSpPr>
        <p:spPr>
          <a:xfrm>
            <a:off x="9292856" y="1401239"/>
            <a:ext cx="972879" cy="363766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4" name="直线箭头连接符 43"/>
          <p:cNvCxnSpPr>
            <a:stCxn id="23" idx="2"/>
            <a:endCxn id="24" idx="0"/>
          </p:cNvCxnSpPr>
          <p:nvPr/>
        </p:nvCxnSpPr>
        <p:spPr>
          <a:xfrm>
            <a:off x="10265735" y="2688335"/>
            <a:ext cx="164804" cy="595975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1"/>
          <p:cNvSpPr txBox="1"/>
          <p:nvPr/>
        </p:nvSpPr>
        <p:spPr>
          <a:xfrm>
            <a:off x="3806456" y="276447"/>
            <a:ext cx="378519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zh-CN" dirty="0" smtClean="0"/>
              <a:t>Testability Tactics</a:t>
            </a:r>
            <a:r>
              <a:rPr kumimoji="1" lang="zh-CN" altLang="en-US" dirty="0" smtClean="0"/>
              <a:t>可测试性战术</a:t>
            </a:r>
            <a:endParaRPr kumimoji="1" lang="zh-CN" altLang="en-US" dirty="0"/>
          </a:p>
        </p:txBody>
      </p:sp>
      <p:sp>
        <p:nvSpPr>
          <p:cNvPr id="3" name="文本框 2"/>
          <p:cNvSpPr txBox="1"/>
          <p:nvPr/>
        </p:nvSpPr>
        <p:spPr>
          <a:xfrm>
            <a:off x="1127051" y="999460"/>
            <a:ext cx="3636335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zh-CN" dirty="0" smtClean="0"/>
              <a:t>Control</a:t>
            </a:r>
            <a:r>
              <a:rPr kumimoji="1" lang="zh-CN" altLang="en-US" dirty="0"/>
              <a:t> </a:t>
            </a:r>
            <a:r>
              <a:rPr kumimoji="1" lang="en-US" altLang="zh-CN" dirty="0" smtClean="0"/>
              <a:t>and Observer System State</a:t>
            </a:r>
            <a:r>
              <a:rPr kumimoji="1" lang="zh-CN" altLang="en-US" dirty="0" smtClean="0"/>
              <a:t>控制和观察者系统状态</a:t>
            </a:r>
            <a:endParaRPr kumimoji="1" lang="zh-CN" altLang="en-US" dirty="0"/>
          </a:p>
        </p:txBody>
      </p:sp>
      <p:sp>
        <p:nvSpPr>
          <p:cNvPr id="4" name="文本框 3"/>
          <p:cNvSpPr txBox="1"/>
          <p:nvPr/>
        </p:nvSpPr>
        <p:spPr>
          <a:xfrm>
            <a:off x="7102549" y="999460"/>
            <a:ext cx="189259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zh-CN" dirty="0" smtClean="0"/>
              <a:t>Limit</a:t>
            </a:r>
            <a:r>
              <a:rPr kumimoji="1" lang="zh-CN" altLang="en-US" dirty="0" smtClean="0"/>
              <a:t> </a:t>
            </a:r>
            <a:r>
              <a:rPr kumimoji="1" lang="en-US" altLang="zh-CN" dirty="0" smtClean="0"/>
              <a:t>Complexity</a:t>
            </a:r>
            <a:r>
              <a:rPr kumimoji="1" lang="zh-CN" altLang="en-US" dirty="0" smtClean="0"/>
              <a:t>控制复杂度</a:t>
            </a:r>
            <a:endParaRPr kumimoji="1" lang="zh-CN" altLang="en-US" dirty="0"/>
          </a:p>
        </p:txBody>
      </p:sp>
      <p:sp>
        <p:nvSpPr>
          <p:cNvPr id="5" name="文本框 4"/>
          <p:cNvSpPr txBox="1"/>
          <p:nvPr/>
        </p:nvSpPr>
        <p:spPr>
          <a:xfrm>
            <a:off x="7102549" y="2062716"/>
            <a:ext cx="278573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zh-CN" dirty="0" smtClean="0"/>
              <a:t>Limit</a:t>
            </a:r>
            <a:r>
              <a:rPr kumimoji="1" lang="zh-CN" altLang="en-US" dirty="0" smtClean="0"/>
              <a:t> </a:t>
            </a:r>
            <a:r>
              <a:rPr kumimoji="1" lang="en-US" altLang="zh-CN" dirty="0" smtClean="0"/>
              <a:t>Structural Complexity</a:t>
            </a:r>
            <a:r>
              <a:rPr kumimoji="1" lang="zh-CN" altLang="en-US" dirty="0" smtClean="0"/>
              <a:t>控制结构复杂度</a:t>
            </a:r>
            <a:endParaRPr kumimoji="1" lang="zh-CN" altLang="en-US" dirty="0"/>
          </a:p>
        </p:txBody>
      </p:sp>
      <p:sp>
        <p:nvSpPr>
          <p:cNvPr id="6" name="文本框 5"/>
          <p:cNvSpPr txBox="1"/>
          <p:nvPr/>
        </p:nvSpPr>
        <p:spPr>
          <a:xfrm>
            <a:off x="7102549" y="3168502"/>
            <a:ext cx="2381693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zh-CN" dirty="0" smtClean="0"/>
              <a:t>Limit </a:t>
            </a:r>
            <a:r>
              <a:rPr kumimoji="1" lang="en-US" altLang="zh-CN" dirty="0" err="1" smtClean="0"/>
              <a:t>Nondeterminism</a:t>
            </a:r>
            <a:r>
              <a:rPr kumimoji="1" lang="zh-CN" altLang="en-US" dirty="0" smtClean="0"/>
              <a:t>限制非确定性</a:t>
            </a:r>
            <a:endParaRPr kumimoji="1" lang="zh-CN" altLang="en-US" dirty="0"/>
          </a:p>
        </p:txBody>
      </p:sp>
      <p:sp>
        <p:nvSpPr>
          <p:cNvPr id="7" name="文本框 6"/>
          <p:cNvSpPr txBox="1"/>
          <p:nvPr/>
        </p:nvSpPr>
        <p:spPr>
          <a:xfrm>
            <a:off x="1403498" y="1913860"/>
            <a:ext cx="2254102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zh-CN" dirty="0" smtClean="0"/>
              <a:t>Specialized</a:t>
            </a:r>
            <a:r>
              <a:rPr kumimoji="1" lang="zh-CN" altLang="en-US" dirty="0" smtClean="0"/>
              <a:t> </a:t>
            </a:r>
            <a:r>
              <a:rPr kumimoji="1" lang="en-US" altLang="zh-CN" dirty="0" smtClean="0"/>
              <a:t>Interfaces</a:t>
            </a:r>
            <a:r>
              <a:rPr kumimoji="1" lang="zh-CN" altLang="en-US" dirty="0" smtClean="0"/>
              <a:t>专用接口</a:t>
            </a:r>
            <a:endParaRPr kumimoji="1" lang="zh-CN" altLang="en-US" dirty="0"/>
          </a:p>
        </p:txBody>
      </p:sp>
      <p:sp>
        <p:nvSpPr>
          <p:cNvPr id="8" name="文本框 7"/>
          <p:cNvSpPr txBox="1"/>
          <p:nvPr/>
        </p:nvSpPr>
        <p:spPr>
          <a:xfrm>
            <a:off x="1403498" y="2777353"/>
            <a:ext cx="202018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zh-CN" dirty="0" smtClean="0"/>
              <a:t>Recode</a:t>
            </a:r>
            <a:r>
              <a:rPr kumimoji="1" lang="zh-CN" altLang="en-US" dirty="0" smtClean="0"/>
              <a:t>／</a:t>
            </a:r>
            <a:r>
              <a:rPr kumimoji="1" lang="en-US" altLang="zh-CN" dirty="0" smtClean="0"/>
              <a:t>Playback</a:t>
            </a:r>
            <a:r>
              <a:rPr kumimoji="1" lang="zh-CN" altLang="en-US" dirty="0" smtClean="0"/>
              <a:t>重新编码／回放</a:t>
            </a:r>
            <a:endParaRPr kumimoji="1" lang="zh-CN" altLang="en-US" dirty="0"/>
          </a:p>
        </p:txBody>
      </p:sp>
      <p:sp>
        <p:nvSpPr>
          <p:cNvPr id="9" name="文本框 8"/>
          <p:cNvSpPr txBox="1"/>
          <p:nvPr/>
        </p:nvSpPr>
        <p:spPr>
          <a:xfrm>
            <a:off x="1403498" y="3640846"/>
            <a:ext cx="2254102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zh-CN" dirty="0" smtClean="0"/>
              <a:t>Localize</a:t>
            </a:r>
            <a:r>
              <a:rPr kumimoji="1" lang="zh-CN" altLang="en-US" dirty="0" smtClean="0"/>
              <a:t> </a:t>
            </a:r>
            <a:r>
              <a:rPr kumimoji="1" lang="en-US" altLang="zh-CN" dirty="0" smtClean="0"/>
              <a:t>State Storage</a:t>
            </a:r>
            <a:r>
              <a:rPr kumimoji="1" lang="zh-CN" altLang="en-US" dirty="0" smtClean="0"/>
              <a:t>本地化状态存储</a:t>
            </a:r>
            <a:endParaRPr kumimoji="1" lang="zh-CN" altLang="en-US" dirty="0"/>
          </a:p>
        </p:txBody>
      </p:sp>
      <p:sp>
        <p:nvSpPr>
          <p:cNvPr id="10" name="文本框 9"/>
          <p:cNvSpPr txBox="1"/>
          <p:nvPr/>
        </p:nvSpPr>
        <p:spPr>
          <a:xfrm>
            <a:off x="1403498" y="4504339"/>
            <a:ext cx="2402958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zh-CN" dirty="0" smtClean="0"/>
              <a:t>Abstract Data Sources</a:t>
            </a:r>
            <a:r>
              <a:rPr kumimoji="1" lang="zh-CN" altLang="en-US" dirty="0" smtClean="0"/>
              <a:t>抽象数据源</a:t>
            </a:r>
            <a:endParaRPr kumimoji="1" lang="zh-CN" altLang="en-US" dirty="0"/>
          </a:p>
        </p:txBody>
      </p:sp>
      <p:sp>
        <p:nvSpPr>
          <p:cNvPr id="11" name="文本框 10"/>
          <p:cNvSpPr txBox="1"/>
          <p:nvPr/>
        </p:nvSpPr>
        <p:spPr>
          <a:xfrm>
            <a:off x="1403498" y="5363920"/>
            <a:ext cx="225410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zh-CN" dirty="0" smtClean="0"/>
              <a:t>Sandbox</a:t>
            </a:r>
            <a:r>
              <a:rPr kumimoji="1" lang="zh-CN" altLang="en-US" dirty="0" smtClean="0"/>
              <a:t>沙盒</a:t>
            </a:r>
            <a:endParaRPr kumimoji="1" lang="zh-CN" altLang="en-US" dirty="0"/>
          </a:p>
        </p:txBody>
      </p:sp>
      <p:sp>
        <p:nvSpPr>
          <p:cNvPr id="12" name="文本框 11"/>
          <p:cNvSpPr txBox="1"/>
          <p:nvPr/>
        </p:nvSpPr>
        <p:spPr>
          <a:xfrm>
            <a:off x="1403498" y="5946502"/>
            <a:ext cx="2402958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zh-CN" dirty="0" smtClean="0"/>
              <a:t>Executable Assertions</a:t>
            </a:r>
            <a:r>
              <a:rPr kumimoji="1" lang="zh-CN" altLang="en-US" dirty="0" smtClean="0"/>
              <a:t>可执行断言</a:t>
            </a:r>
            <a:endParaRPr kumimoji="1" lang="zh-CN" altLang="en-US" dirty="0"/>
          </a:p>
        </p:txBody>
      </p:sp>
      <p:cxnSp>
        <p:nvCxnSpPr>
          <p:cNvPr id="14" name="直线箭头连接符 13"/>
          <p:cNvCxnSpPr>
            <a:stCxn id="2" idx="2"/>
            <a:endCxn id="3" idx="0"/>
          </p:cNvCxnSpPr>
          <p:nvPr/>
        </p:nvCxnSpPr>
        <p:spPr>
          <a:xfrm flipH="1">
            <a:off x="2945219" y="645779"/>
            <a:ext cx="2753833" cy="353681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直线箭头连接符 15"/>
          <p:cNvCxnSpPr>
            <a:stCxn id="2" idx="2"/>
            <a:endCxn id="4" idx="0"/>
          </p:cNvCxnSpPr>
          <p:nvPr/>
        </p:nvCxnSpPr>
        <p:spPr>
          <a:xfrm>
            <a:off x="5699052" y="645779"/>
            <a:ext cx="2349795" cy="353681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" name="直线箭头连接符 17"/>
          <p:cNvCxnSpPr>
            <a:stCxn id="3" idx="2"/>
            <a:endCxn id="7" idx="0"/>
          </p:cNvCxnSpPr>
          <p:nvPr/>
        </p:nvCxnSpPr>
        <p:spPr>
          <a:xfrm flipH="1">
            <a:off x="2530549" y="1645791"/>
            <a:ext cx="414670" cy="268069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" name="直线箭头连接符 19"/>
          <p:cNvCxnSpPr>
            <a:stCxn id="4" idx="2"/>
          </p:cNvCxnSpPr>
          <p:nvPr/>
        </p:nvCxnSpPr>
        <p:spPr>
          <a:xfrm>
            <a:off x="8048847" y="1645791"/>
            <a:ext cx="244548" cy="416925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1"/>
          <p:cNvSpPr txBox="1"/>
          <p:nvPr/>
        </p:nvSpPr>
        <p:spPr>
          <a:xfrm>
            <a:off x="3615070" y="276447"/>
            <a:ext cx="414669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zh-CN" dirty="0" smtClean="0"/>
              <a:t>Usability</a:t>
            </a:r>
            <a:r>
              <a:rPr kumimoji="1" lang="zh-CN" altLang="en-US" dirty="0" smtClean="0"/>
              <a:t> </a:t>
            </a:r>
            <a:r>
              <a:rPr kumimoji="1" lang="en-US" altLang="zh-CN" dirty="0" smtClean="0"/>
              <a:t>tactics</a:t>
            </a:r>
            <a:endParaRPr kumimoji="1" lang="zh-CN" altLang="en-US" dirty="0"/>
          </a:p>
        </p:txBody>
      </p:sp>
      <p:sp>
        <p:nvSpPr>
          <p:cNvPr id="3" name="文本框 2"/>
          <p:cNvSpPr txBox="1"/>
          <p:nvPr/>
        </p:nvSpPr>
        <p:spPr>
          <a:xfrm>
            <a:off x="1892594" y="1127051"/>
            <a:ext cx="2381693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zh-CN" dirty="0" smtClean="0"/>
              <a:t>Support</a:t>
            </a:r>
            <a:r>
              <a:rPr kumimoji="1" lang="zh-CN" altLang="en-US" dirty="0" smtClean="0"/>
              <a:t> </a:t>
            </a:r>
            <a:r>
              <a:rPr kumimoji="1" lang="en-US" altLang="zh-CN" dirty="0" smtClean="0"/>
              <a:t>User</a:t>
            </a:r>
            <a:r>
              <a:rPr kumimoji="1" lang="zh-CN" altLang="en-US" dirty="0" smtClean="0"/>
              <a:t> </a:t>
            </a:r>
            <a:r>
              <a:rPr kumimoji="1" lang="en-US" altLang="zh-CN" dirty="0" smtClean="0"/>
              <a:t>Initiative</a:t>
            </a:r>
            <a:r>
              <a:rPr kumimoji="1" lang="zh-CN" altLang="en-US" dirty="0" smtClean="0"/>
              <a:t>支持用户计划</a:t>
            </a:r>
            <a:endParaRPr kumimoji="1" lang="zh-CN" altLang="en-US" dirty="0"/>
          </a:p>
        </p:txBody>
      </p:sp>
      <p:sp>
        <p:nvSpPr>
          <p:cNvPr id="4" name="文本框 3"/>
          <p:cNvSpPr txBox="1"/>
          <p:nvPr/>
        </p:nvSpPr>
        <p:spPr>
          <a:xfrm>
            <a:off x="5380074" y="1127051"/>
            <a:ext cx="2573079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zh-CN" dirty="0" smtClean="0"/>
              <a:t>Support</a:t>
            </a:r>
            <a:r>
              <a:rPr kumimoji="1" lang="zh-CN" altLang="en-US" dirty="0" smtClean="0"/>
              <a:t> </a:t>
            </a:r>
            <a:r>
              <a:rPr kumimoji="1" lang="en-US" altLang="zh-CN" dirty="0" smtClean="0"/>
              <a:t>System</a:t>
            </a:r>
            <a:r>
              <a:rPr kumimoji="1" lang="zh-CN" altLang="en-US" dirty="0" smtClean="0"/>
              <a:t> </a:t>
            </a:r>
            <a:r>
              <a:rPr kumimoji="1" lang="en-US" altLang="zh-CN" dirty="0" smtClean="0"/>
              <a:t>Initiative</a:t>
            </a:r>
            <a:r>
              <a:rPr kumimoji="1" lang="zh-CN" altLang="en-US" dirty="0" smtClean="0"/>
              <a:t>支持系统计划</a:t>
            </a:r>
            <a:endParaRPr kumimoji="1" lang="zh-CN" altLang="en-US" dirty="0"/>
          </a:p>
        </p:txBody>
      </p:sp>
      <p:sp>
        <p:nvSpPr>
          <p:cNvPr id="5" name="文本框 4"/>
          <p:cNvSpPr txBox="1"/>
          <p:nvPr/>
        </p:nvSpPr>
        <p:spPr>
          <a:xfrm>
            <a:off x="2062716" y="2126512"/>
            <a:ext cx="155235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zh-CN" dirty="0" smtClean="0"/>
              <a:t>Cancel</a:t>
            </a:r>
            <a:r>
              <a:rPr kumimoji="1" lang="zh-CN" altLang="en-US" dirty="0" smtClean="0"/>
              <a:t>取消</a:t>
            </a:r>
            <a:endParaRPr kumimoji="1" lang="zh-CN" altLang="en-US" dirty="0"/>
          </a:p>
        </p:txBody>
      </p:sp>
      <p:sp>
        <p:nvSpPr>
          <p:cNvPr id="6" name="文本框 5"/>
          <p:cNvSpPr txBox="1"/>
          <p:nvPr/>
        </p:nvSpPr>
        <p:spPr>
          <a:xfrm>
            <a:off x="2062716" y="2849526"/>
            <a:ext cx="155235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zh-CN" dirty="0" smtClean="0"/>
              <a:t>Undo</a:t>
            </a:r>
            <a:r>
              <a:rPr kumimoji="1" lang="zh-CN" altLang="en-US" dirty="0" smtClean="0"/>
              <a:t>撤销</a:t>
            </a:r>
            <a:endParaRPr kumimoji="1" lang="zh-CN" altLang="en-US" dirty="0"/>
          </a:p>
        </p:txBody>
      </p:sp>
      <p:sp>
        <p:nvSpPr>
          <p:cNvPr id="7" name="文本框 6"/>
          <p:cNvSpPr txBox="1"/>
          <p:nvPr/>
        </p:nvSpPr>
        <p:spPr>
          <a:xfrm>
            <a:off x="2062716" y="3423684"/>
            <a:ext cx="174374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zh-CN" dirty="0" smtClean="0"/>
              <a:t>Pause</a:t>
            </a:r>
            <a:r>
              <a:rPr kumimoji="1" lang="zh-CN" altLang="en-US" dirty="0" smtClean="0"/>
              <a:t>／</a:t>
            </a:r>
            <a:r>
              <a:rPr kumimoji="1" lang="en-US" altLang="zh-CN" dirty="0" smtClean="0"/>
              <a:t>Resume</a:t>
            </a:r>
            <a:r>
              <a:rPr kumimoji="1" lang="zh-CN" altLang="en-US" dirty="0" smtClean="0"/>
              <a:t>暂停／恢复</a:t>
            </a:r>
            <a:endParaRPr kumimoji="1" lang="zh-CN" altLang="en-US" dirty="0"/>
          </a:p>
        </p:txBody>
      </p:sp>
      <p:sp>
        <p:nvSpPr>
          <p:cNvPr id="8" name="文本框 7"/>
          <p:cNvSpPr txBox="1"/>
          <p:nvPr/>
        </p:nvSpPr>
        <p:spPr>
          <a:xfrm>
            <a:off x="2062716" y="4380614"/>
            <a:ext cx="221157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zh-CN" dirty="0" smtClean="0"/>
              <a:t>Aggregate</a:t>
            </a:r>
            <a:r>
              <a:rPr kumimoji="1" lang="zh-CN" altLang="en-US" dirty="0" smtClean="0"/>
              <a:t>整合</a:t>
            </a:r>
            <a:endParaRPr kumimoji="1" lang="zh-CN" altLang="en-US" dirty="0"/>
          </a:p>
        </p:txBody>
      </p:sp>
      <p:sp>
        <p:nvSpPr>
          <p:cNvPr id="9" name="文本框 8"/>
          <p:cNvSpPr txBox="1"/>
          <p:nvPr/>
        </p:nvSpPr>
        <p:spPr>
          <a:xfrm>
            <a:off x="5528930" y="2126512"/>
            <a:ext cx="2232837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zh-CN" dirty="0" smtClean="0"/>
              <a:t>Maintain</a:t>
            </a:r>
            <a:r>
              <a:rPr kumimoji="1" lang="zh-CN" altLang="en-US" dirty="0" smtClean="0"/>
              <a:t> </a:t>
            </a:r>
            <a:r>
              <a:rPr kumimoji="1" lang="en-US" altLang="zh-CN" dirty="0" smtClean="0"/>
              <a:t>Task</a:t>
            </a:r>
            <a:r>
              <a:rPr kumimoji="1" lang="zh-CN" altLang="en-US" dirty="0" smtClean="0"/>
              <a:t> </a:t>
            </a:r>
            <a:r>
              <a:rPr kumimoji="1" lang="en-US" altLang="zh-CN" dirty="0" smtClean="0"/>
              <a:t>Model</a:t>
            </a:r>
            <a:r>
              <a:rPr kumimoji="1" lang="zh-CN" altLang="en-US" dirty="0" smtClean="0"/>
              <a:t>维护任务模型</a:t>
            </a:r>
            <a:endParaRPr kumimoji="1" lang="zh-CN" altLang="en-US" dirty="0"/>
          </a:p>
        </p:txBody>
      </p:sp>
      <p:sp>
        <p:nvSpPr>
          <p:cNvPr id="10" name="文本框 9"/>
          <p:cNvSpPr txBox="1"/>
          <p:nvPr/>
        </p:nvSpPr>
        <p:spPr>
          <a:xfrm>
            <a:off x="5528930" y="2849526"/>
            <a:ext cx="2232837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zh-CN" dirty="0" smtClean="0"/>
              <a:t>Maintain</a:t>
            </a:r>
            <a:r>
              <a:rPr kumimoji="1" lang="zh-CN" altLang="en-US" dirty="0" smtClean="0"/>
              <a:t> </a:t>
            </a:r>
            <a:r>
              <a:rPr kumimoji="1" lang="en-US" altLang="zh-CN" dirty="0" smtClean="0"/>
              <a:t>User</a:t>
            </a:r>
            <a:r>
              <a:rPr kumimoji="1" lang="zh-CN" altLang="en-US" dirty="0" smtClean="0"/>
              <a:t> </a:t>
            </a:r>
            <a:r>
              <a:rPr kumimoji="1" lang="en-US" altLang="zh-CN" dirty="0" smtClean="0"/>
              <a:t>Model</a:t>
            </a:r>
            <a:r>
              <a:rPr kumimoji="1" lang="zh-CN" altLang="en-US" dirty="0" smtClean="0"/>
              <a:t>维护用户模型</a:t>
            </a:r>
            <a:endParaRPr kumimoji="1" lang="zh-CN" altLang="en-US" dirty="0"/>
          </a:p>
        </p:txBody>
      </p:sp>
      <p:sp>
        <p:nvSpPr>
          <p:cNvPr id="11" name="文本框 10"/>
          <p:cNvSpPr txBox="1"/>
          <p:nvPr/>
        </p:nvSpPr>
        <p:spPr>
          <a:xfrm>
            <a:off x="5528930" y="3763926"/>
            <a:ext cx="2424223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zh-CN" dirty="0" smtClean="0"/>
              <a:t>Maintain</a:t>
            </a:r>
            <a:r>
              <a:rPr kumimoji="1" lang="zh-CN" altLang="en-US" dirty="0" smtClean="0"/>
              <a:t> </a:t>
            </a:r>
            <a:r>
              <a:rPr kumimoji="1" lang="en-US" altLang="zh-CN" dirty="0" smtClean="0"/>
              <a:t>System</a:t>
            </a:r>
            <a:r>
              <a:rPr kumimoji="1" lang="zh-CN" altLang="en-US" dirty="0" smtClean="0"/>
              <a:t> </a:t>
            </a:r>
            <a:r>
              <a:rPr kumimoji="1" lang="en-US" altLang="zh-CN" dirty="0" smtClean="0"/>
              <a:t>Model</a:t>
            </a:r>
            <a:r>
              <a:rPr kumimoji="1" lang="zh-CN" altLang="en-US" dirty="0" smtClean="0"/>
              <a:t>维护系统模型</a:t>
            </a:r>
            <a:endParaRPr kumimoji="1" lang="zh-CN" altLang="en-US" dirty="0"/>
          </a:p>
        </p:txBody>
      </p:sp>
      <p:cxnSp>
        <p:nvCxnSpPr>
          <p:cNvPr id="13" name="直线箭头连接符 12"/>
          <p:cNvCxnSpPr>
            <a:endCxn id="3" idx="0"/>
          </p:cNvCxnSpPr>
          <p:nvPr/>
        </p:nvCxnSpPr>
        <p:spPr>
          <a:xfrm flipH="1">
            <a:off x="3083441" y="645779"/>
            <a:ext cx="1871331" cy="481272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直线箭头连接符 14"/>
          <p:cNvCxnSpPr/>
          <p:nvPr/>
        </p:nvCxnSpPr>
        <p:spPr>
          <a:xfrm>
            <a:off x="4976037" y="645779"/>
            <a:ext cx="1509823" cy="481272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" name="直线箭头连接符 16"/>
          <p:cNvCxnSpPr/>
          <p:nvPr/>
        </p:nvCxnSpPr>
        <p:spPr>
          <a:xfrm flipH="1">
            <a:off x="2658139" y="1773382"/>
            <a:ext cx="233917" cy="35313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" name="直线箭头连接符 18"/>
          <p:cNvCxnSpPr>
            <a:endCxn id="9" idx="0"/>
          </p:cNvCxnSpPr>
          <p:nvPr/>
        </p:nvCxnSpPr>
        <p:spPr>
          <a:xfrm>
            <a:off x="6485860" y="1773382"/>
            <a:ext cx="159489" cy="35313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p>
            <a:endParaRPr lang="zh-CN" altLang="en-US"/>
          </a:p>
        </p:txBody>
      </p:sp>
      <p:pic>
        <p:nvPicPr>
          <p:cNvPr id="4" name="内容占位符 3"/>
          <p:cNvPicPr>
            <a:picLocks noChangeAspect="1"/>
          </p:cNvPicPr>
          <p:nvPr>
            <p:ph idx="1"/>
          </p:nvPr>
        </p:nvPicPr>
        <p:blipFill>
          <a:blip r:embed="rId1"/>
          <a:stretch>
            <a:fillRect/>
          </a:stretch>
        </p:blipFill>
        <p:spPr>
          <a:xfrm>
            <a:off x="1059815" y="177165"/>
            <a:ext cx="8560435" cy="643890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en-US" altLang="zh-CN"/>
              <a:t>0</a:t>
            </a:r>
            <a:endParaRPr lang="en-US" altLang="zh-CN"/>
          </a:p>
        </p:txBody>
      </p:sp>
      <p:pic>
        <p:nvPicPr>
          <p:cNvPr id="4" name="内容占位符 3"/>
          <p:cNvPicPr>
            <a:picLocks noChangeAspect="1"/>
          </p:cNvPicPr>
          <p:nvPr>
            <p:ph idx="1"/>
          </p:nvPr>
        </p:nvPicPr>
        <p:blipFill>
          <a:blip r:embed="rId1"/>
          <a:stretch>
            <a:fillRect/>
          </a:stretch>
        </p:blipFill>
        <p:spPr>
          <a:xfrm>
            <a:off x="838200" y="241300"/>
            <a:ext cx="8531225" cy="642874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p>
            <a:endParaRPr lang="zh-CN" altLang="en-US"/>
          </a:p>
        </p:txBody>
      </p:sp>
      <p:pic>
        <p:nvPicPr>
          <p:cNvPr id="4" name="内容占位符 3"/>
          <p:cNvPicPr>
            <a:picLocks noChangeAspect="1"/>
          </p:cNvPicPr>
          <p:nvPr>
            <p:ph idx="1"/>
          </p:nvPr>
        </p:nvPicPr>
        <p:blipFill>
          <a:blip r:embed="rId1"/>
          <a:stretch>
            <a:fillRect/>
          </a:stretch>
        </p:blipFill>
        <p:spPr>
          <a:xfrm>
            <a:off x="1040130" y="513080"/>
            <a:ext cx="9102725" cy="5574665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p>
            <a:endParaRPr lang="zh-CN" altLang="en-US"/>
          </a:p>
        </p:txBody>
      </p:sp>
      <p:pic>
        <p:nvPicPr>
          <p:cNvPr id="4" name="内容占位符 3"/>
          <p:cNvPicPr>
            <a:picLocks noChangeAspect="1"/>
          </p:cNvPicPr>
          <p:nvPr>
            <p:ph idx="1"/>
          </p:nvPr>
        </p:nvPicPr>
        <p:blipFill>
          <a:blip r:embed="rId1"/>
          <a:stretch>
            <a:fillRect/>
          </a:stretch>
        </p:blipFill>
        <p:spPr>
          <a:xfrm>
            <a:off x="894715" y="222885"/>
            <a:ext cx="8853805" cy="6376670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p>
            <a:endParaRPr lang="zh-CN" altLang="en-US"/>
          </a:p>
        </p:txBody>
      </p:sp>
      <p:pic>
        <p:nvPicPr>
          <p:cNvPr id="4" name="内容占位符 3"/>
          <p:cNvPicPr>
            <a:picLocks noChangeAspect="1"/>
          </p:cNvPicPr>
          <p:nvPr>
            <p:ph idx="1"/>
          </p:nvPr>
        </p:nvPicPr>
        <p:blipFill>
          <a:blip r:embed="rId1"/>
          <a:stretch>
            <a:fillRect/>
          </a:stretch>
        </p:blipFill>
        <p:spPr>
          <a:xfrm>
            <a:off x="347980" y="232410"/>
            <a:ext cx="6565265" cy="4486910"/>
          </a:xfrm>
          <a:prstGeom prst="rect">
            <a:avLst/>
          </a:prstGeom>
        </p:spPr>
      </p:pic>
      <p:pic>
        <p:nvPicPr>
          <p:cNvPr id="5" name="图片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6435" y="4470400"/>
            <a:ext cx="4709795" cy="2308225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p>
            <a:endParaRPr lang="zh-CN" altLang="en-US"/>
          </a:p>
        </p:txBody>
      </p:sp>
      <p:pic>
        <p:nvPicPr>
          <p:cNvPr id="4" name="内容占位符 3"/>
          <p:cNvPicPr>
            <a:picLocks noChangeAspect="1"/>
          </p:cNvPicPr>
          <p:nvPr>
            <p:ph idx="1"/>
          </p:nvPr>
        </p:nvPicPr>
        <p:blipFill>
          <a:blip r:embed="rId1"/>
          <a:stretch>
            <a:fillRect/>
          </a:stretch>
        </p:blipFill>
        <p:spPr>
          <a:xfrm>
            <a:off x="-398780" y="-153035"/>
            <a:ext cx="8259445" cy="6066155"/>
          </a:xfrm>
          <a:prstGeom prst="rect">
            <a:avLst/>
          </a:prstGeom>
        </p:spPr>
      </p:pic>
      <p:pic>
        <p:nvPicPr>
          <p:cNvPr id="5" name="图片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538085" y="1219200"/>
            <a:ext cx="4431665" cy="1524635"/>
          </a:xfrm>
          <a:prstGeom prst="rect">
            <a:avLst/>
          </a:prstGeom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p>
            <a:endParaRPr lang="zh-CN" altLang="en-US"/>
          </a:p>
        </p:txBody>
      </p:sp>
      <p:pic>
        <p:nvPicPr>
          <p:cNvPr id="4" name="内容占位符 3"/>
          <p:cNvPicPr>
            <a:picLocks noChangeAspect="1"/>
          </p:cNvPicPr>
          <p:nvPr>
            <p:ph idx="1"/>
          </p:nvPr>
        </p:nvPicPr>
        <p:blipFill>
          <a:blip r:embed="rId1"/>
          <a:stretch>
            <a:fillRect/>
          </a:stretch>
        </p:blipFill>
        <p:spPr>
          <a:xfrm>
            <a:off x="965200" y="497840"/>
            <a:ext cx="8300085" cy="56642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2358</Words>
  <Application>WPS 演示</Application>
  <PresentationFormat>宽屏</PresentationFormat>
  <Paragraphs>222</Paragraphs>
  <Slides>14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8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14</vt:i4>
      </vt:variant>
    </vt:vector>
  </HeadingPairs>
  <TitlesOfParts>
    <vt:vector size="23" baseType="lpstr">
      <vt:lpstr>Arial</vt:lpstr>
      <vt:lpstr>宋体</vt:lpstr>
      <vt:lpstr>Wingdings</vt:lpstr>
      <vt:lpstr>Arial</vt:lpstr>
      <vt:lpstr>Calibri</vt:lpstr>
      <vt:lpstr>微软雅黑</vt:lpstr>
      <vt:lpstr>Arial Unicode MS</vt:lpstr>
      <vt:lpstr>Calibri Light</vt:lpstr>
      <vt:lpstr>Office 主题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Microsoft Office 用户</dc:creator>
  <cp:lastModifiedBy>独角兽</cp:lastModifiedBy>
  <cp:revision>24</cp:revision>
  <dcterms:created xsi:type="dcterms:W3CDTF">2016-12-04T09:04:00Z</dcterms:created>
  <dcterms:modified xsi:type="dcterms:W3CDTF">2025-12-25T05:36:36Z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2052-12.1.0.24034</vt:lpwstr>
  </property>
  <property fmtid="{D5CDD505-2E9C-101B-9397-08002B2CF9AE}" pid="3" name="ICV">
    <vt:lpwstr>7C60B1E1FB46460080A3BA8E1F4CBA8C_12</vt:lpwstr>
  </property>
</Properties>
</file>