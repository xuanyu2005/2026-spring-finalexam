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23" r:id="rId1"/>
    <p:sldMasterId id="2147483738" r:id="rId2"/>
    <p:sldMasterId id="2147483751" r:id="rId3"/>
    <p:sldMasterId id="2147483968" r:id="rId4"/>
  </p:sldMasterIdLst>
  <p:notesMasterIdLst>
    <p:notesMasterId r:id="rId109"/>
  </p:notesMasterIdLst>
  <p:handoutMasterIdLst>
    <p:handoutMasterId r:id="rId110"/>
  </p:handoutMasterIdLst>
  <p:sldIdLst>
    <p:sldId id="359" r:id="rId5"/>
    <p:sldId id="595" r:id="rId6"/>
    <p:sldId id="492" r:id="rId7"/>
    <p:sldId id="623" r:id="rId8"/>
    <p:sldId id="596" r:id="rId9"/>
    <p:sldId id="597" r:id="rId10"/>
    <p:sldId id="598" r:id="rId11"/>
    <p:sldId id="599" r:id="rId12"/>
    <p:sldId id="361" r:id="rId13"/>
    <p:sldId id="362" r:id="rId14"/>
    <p:sldId id="363" r:id="rId15"/>
    <p:sldId id="364" r:id="rId16"/>
    <p:sldId id="365" r:id="rId17"/>
    <p:sldId id="366" r:id="rId18"/>
    <p:sldId id="625" r:id="rId19"/>
    <p:sldId id="626" r:id="rId20"/>
    <p:sldId id="640" r:id="rId21"/>
    <p:sldId id="624" r:id="rId22"/>
    <p:sldId id="369" r:id="rId23"/>
    <p:sldId id="370" r:id="rId24"/>
    <p:sldId id="589" r:id="rId25"/>
    <p:sldId id="628" r:id="rId26"/>
    <p:sldId id="629" r:id="rId27"/>
    <p:sldId id="630" r:id="rId28"/>
    <p:sldId id="631" r:id="rId29"/>
    <p:sldId id="590" r:id="rId30"/>
    <p:sldId id="601" r:id="rId31"/>
    <p:sldId id="632" r:id="rId32"/>
    <p:sldId id="374" r:id="rId33"/>
    <p:sldId id="376" r:id="rId34"/>
    <p:sldId id="378" r:id="rId35"/>
    <p:sldId id="379" r:id="rId36"/>
    <p:sldId id="380" r:id="rId37"/>
    <p:sldId id="381" r:id="rId38"/>
    <p:sldId id="382" r:id="rId39"/>
    <p:sldId id="384" r:id="rId40"/>
    <p:sldId id="634" r:id="rId41"/>
    <p:sldId id="633" r:id="rId42"/>
    <p:sldId id="385" r:id="rId43"/>
    <p:sldId id="635" r:id="rId44"/>
    <p:sldId id="636" r:id="rId45"/>
    <p:sldId id="637" r:id="rId46"/>
    <p:sldId id="642" r:id="rId47"/>
    <p:sldId id="600" r:id="rId48"/>
    <p:sldId id="534" r:id="rId49"/>
    <p:sldId id="535" r:id="rId50"/>
    <p:sldId id="536" r:id="rId51"/>
    <p:sldId id="537" r:id="rId52"/>
    <p:sldId id="538" r:id="rId53"/>
    <p:sldId id="539" r:id="rId54"/>
    <p:sldId id="540" r:id="rId55"/>
    <p:sldId id="541" r:id="rId56"/>
    <p:sldId id="542" r:id="rId57"/>
    <p:sldId id="543" r:id="rId58"/>
    <p:sldId id="545" r:id="rId59"/>
    <p:sldId id="546" r:id="rId60"/>
    <p:sldId id="531" r:id="rId61"/>
    <p:sldId id="591" r:id="rId62"/>
    <p:sldId id="592" r:id="rId63"/>
    <p:sldId id="399" r:id="rId64"/>
    <p:sldId id="547" r:id="rId65"/>
    <p:sldId id="400" r:id="rId66"/>
    <p:sldId id="401" r:id="rId67"/>
    <p:sldId id="402" r:id="rId68"/>
    <p:sldId id="548" r:id="rId69"/>
    <p:sldId id="549" r:id="rId70"/>
    <p:sldId id="550" r:id="rId71"/>
    <p:sldId id="551" r:id="rId72"/>
    <p:sldId id="552" r:id="rId73"/>
    <p:sldId id="553" r:id="rId74"/>
    <p:sldId id="554" r:id="rId75"/>
    <p:sldId id="555" r:id="rId76"/>
    <p:sldId id="556" r:id="rId77"/>
    <p:sldId id="557" r:id="rId78"/>
    <p:sldId id="566" r:id="rId79"/>
    <p:sldId id="567" r:id="rId80"/>
    <p:sldId id="568" r:id="rId81"/>
    <p:sldId id="408" r:id="rId82"/>
    <p:sldId id="603" r:id="rId83"/>
    <p:sldId id="604" r:id="rId84"/>
    <p:sldId id="605" r:id="rId85"/>
    <p:sldId id="606" r:id="rId86"/>
    <p:sldId id="607" r:id="rId87"/>
    <p:sldId id="608" r:id="rId88"/>
    <p:sldId id="609" r:id="rId89"/>
    <p:sldId id="610" r:id="rId90"/>
    <p:sldId id="587" r:id="rId91"/>
    <p:sldId id="569" r:id="rId92"/>
    <p:sldId id="570" r:id="rId93"/>
    <p:sldId id="571" r:id="rId94"/>
    <p:sldId id="572" r:id="rId95"/>
    <p:sldId id="573" r:id="rId96"/>
    <p:sldId id="574" r:id="rId97"/>
    <p:sldId id="575" r:id="rId98"/>
    <p:sldId id="576" r:id="rId99"/>
    <p:sldId id="577" r:id="rId100"/>
    <p:sldId id="578" r:id="rId101"/>
    <p:sldId id="639" r:id="rId102"/>
    <p:sldId id="579" r:id="rId103"/>
    <p:sldId id="580" r:id="rId104"/>
    <p:sldId id="641" r:id="rId105"/>
    <p:sldId id="585" r:id="rId106"/>
    <p:sldId id="643" r:id="rId107"/>
    <p:sldId id="586" r:id="rId108"/>
  </p:sldIdLst>
  <p:sldSz cx="9144000" cy="6858000" type="screen4x3"/>
  <p:notesSz cx="6997700" cy="9283700"/>
  <p:custShowLst>
    <p:custShow name="Custom Show 1" id="0">
      <p:sldLst/>
    </p:custShow>
  </p:custShowLst>
  <p:defaultTex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679">
          <p15:clr>
            <a:srgbClr val="A4A3A4"/>
          </p15:clr>
        </p15:guide>
        <p15:guide id="2" pos="52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3CC33"/>
    <a:srgbClr val="3366FF"/>
    <a:srgbClr val="FF00FF"/>
    <a:srgbClr val="FF3399"/>
    <a:srgbClr val="99CCFF"/>
    <a:srgbClr val="0066CC"/>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960" autoAdjust="0"/>
    <p:restoredTop sz="94660"/>
  </p:normalViewPr>
  <p:slideViewPr>
    <p:cSldViewPr snapToGrid="0" showGuides="1">
      <p:cViewPr varScale="1">
        <p:scale>
          <a:sx n="64" d="100"/>
          <a:sy n="64" d="100"/>
        </p:scale>
        <p:origin x="234" y="42"/>
      </p:cViewPr>
      <p:guideLst>
        <p:guide orient="horz" pos="679"/>
        <p:guide pos="521"/>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Lst>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viewProps" Target="viewProps.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theme" Target="theme/theme1.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slide" Target="slides/slide102.xml"/><Relationship Id="rId114"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notesMaster" Target="notesMasters/notesMaster1.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handoutMaster" Target="handoutMasters/handoutMaster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slideMaster" Target="slideMasters/slideMaster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presProps" Target="presProps.xml"/></Relationships>
</file>

<file path=ppt/_rels/viewProps.xml.rels><?xml version="1.0" encoding="UTF-8" standalone="yes"?>
<Relationships xmlns="http://schemas.openxmlformats.org/package/2006/relationships"><Relationship Id="rId3" Type="http://schemas.openxmlformats.org/officeDocument/2006/relationships/slide" Target="slides/slide96.xml"/><Relationship Id="rId7" Type="http://schemas.openxmlformats.org/officeDocument/2006/relationships/slide" Target="slides/slide100.xml"/><Relationship Id="rId2" Type="http://schemas.openxmlformats.org/officeDocument/2006/relationships/slide" Target="slides/slide91.xml"/><Relationship Id="rId1" Type="http://schemas.openxmlformats.org/officeDocument/2006/relationships/slide" Target="slides/slide88.xml"/><Relationship Id="rId6" Type="http://schemas.openxmlformats.org/officeDocument/2006/relationships/slide" Target="slides/slide99.xml"/><Relationship Id="rId5" Type="http://schemas.openxmlformats.org/officeDocument/2006/relationships/slide" Target="slides/slide98.xml"/><Relationship Id="rId4" Type="http://schemas.openxmlformats.org/officeDocument/2006/relationships/slide" Target="slides/slide9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FC0EF1C4-E8FF-4963-8914-317DE9B60C6D}"/>
              </a:ext>
            </a:extLst>
          </p:cNvPr>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none" lIns="93031" tIns="46516" rIns="93031" bIns="46516" numCol="1" anchor="t" anchorCtr="0" compatLnSpc="1">
            <a:prstTxWarp prst="textNoShape">
              <a:avLst/>
            </a:prstTxWarp>
          </a:bodyPr>
          <a:lstStyle>
            <a:lvl1pPr defTabSz="930275">
              <a:defRPr sz="1200">
                <a:latin typeface="Helvetica" charset="0"/>
                <a:ea typeface="ＭＳ Ｐゴシック" charset="-128"/>
              </a:defRPr>
            </a:lvl1pPr>
          </a:lstStyle>
          <a:p>
            <a:pPr>
              <a:defRPr/>
            </a:pPr>
            <a:endParaRPr lang="zh-CN" altLang="zh-CN"/>
          </a:p>
        </p:txBody>
      </p:sp>
      <p:sp>
        <p:nvSpPr>
          <p:cNvPr id="58371" name="Rectangle 3">
            <a:extLst>
              <a:ext uri="{FF2B5EF4-FFF2-40B4-BE49-F238E27FC236}">
                <a16:creationId xmlns:a16="http://schemas.microsoft.com/office/drawing/2014/main" id="{DAB64C66-0253-42FB-8CF8-31BC086F3114}"/>
              </a:ext>
            </a:extLst>
          </p:cNvPr>
          <p:cNvSpPr>
            <a:spLocks noGrp="1" noChangeArrowheads="1"/>
          </p:cNvSpPr>
          <p:nvPr>
            <p:ph type="dt" sz="quarter" idx="1"/>
          </p:nvPr>
        </p:nvSpPr>
        <p:spPr bwMode="auto">
          <a:xfrm>
            <a:off x="3965575" y="0"/>
            <a:ext cx="3032125" cy="463550"/>
          </a:xfrm>
          <a:prstGeom prst="rect">
            <a:avLst/>
          </a:prstGeom>
          <a:noFill/>
          <a:ln w="9525">
            <a:noFill/>
            <a:miter lim="800000"/>
            <a:headEnd/>
            <a:tailEnd/>
          </a:ln>
          <a:effectLst/>
        </p:spPr>
        <p:txBody>
          <a:bodyPr vert="horz" wrap="none" lIns="93031" tIns="46516" rIns="93031" bIns="46516" numCol="1" anchor="t" anchorCtr="0" compatLnSpc="1">
            <a:prstTxWarp prst="textNoShape">
              <a:avLst/>
            </a:prstTxWarp>
          </a:bodyPr>
          <a:lstStyle>
            <a:lvl1pPr algn="r" defTabSz="930275">
              <a:defRPr sz="1200">
                <a:latin typeface="Helvetica" charset="0"/>
                <a:ea typeface="ＭＳ Ｐゴシック" charset="-128"/>
              </a:defRPr>
            </a:lvl1pPr>
          </a:lstStyle>
          <a:p>
            <a:pPr>
              <a:defRPr/>
            </a:pPr>
            <a:endParaRPr lang="zh-CN" altLang="zh-CN"/>
          </a:p>
        </p:txBody>
      </p:sp>
      <p:sp>
        <p:nvSpPr>
          <p:cNvPr id="58372" name="Rectangle 4">
            <a:extLst>
              <a:ext uri="{FF2B5EF4-FFF2-40B4-BE49-F238E27FC236}">
                <a16:creationId xmlns:a16="http://schemas.microsoft.com/office/drawing/2014/main" id="{2308EB37-EFB9-4240-90B7-F7B3922BB80D}"/>
              </a:ext>
            </a:extLst>
          </p:cNvPr>
          <p:cNvSpPr>
            <a:spLocks noGrp="1" noChangeArrowheads="1"/>
          </p:cNvSpPr>
          <p:nvPr>
            <p:ph type="ftr" sz="quarter" idx="2"/>
          </p:nvPr>
        </p:nvSpPr>
        <p:spPr bwMode="auto">
          <a:xfrm>
            <a:off x="0" y="8820150"/>
            <a:ext cx="3032125" cy="463550"/>
          </a:xfrm>
          <a:prstGeom prst="rect">
            <a:avLst/>
          </a:prstGeom>
          <a:noFill/>
          <a:ln w="9525">
            <a:noFill/>
            <a:miter lim="800000"/>
            <a:headEnd/>
            <a:tailEnd/>
          </a:ln>
          <a:effectLst/>
        </p:spPr>
        <p:txBody>
          <a:bodyPr vert="horz" wrap="none" lIns="93031" tIns="46516" rIns="93031" bIns="46516" numCol="1" anchor="b" anchorCtr="0" compatLnSpc="1">
            <a:prstTxWarp prst="textNoShape">
              <a:avLst/>
            </a:prstTxWarp>
          </a:bodyPr>
          <a:lstStyle>
            <a:lvl1pPr defTabSz="930275">
              <a:defRPr sz="1200">
                <a:latin typeface="Helvetica" charset="0"/>
                <a:ea typeface="ＭＳ Ｐゴシック" charset="-128"/>
              </a:defRPr>
            </a:lvl1pPr>
          </a:lstStyle>
          <a:p>
            <a:pPr>
              <a:defRPr/>
            </a:pPr>
            <a:endParaRPr lang="zh-CN" altLang="zh-CN"/>
          </a:p>
        </p:txBody>
      </p:sp>
      <p:sp>
        <p:nvSpPr>
          <p:cNvPr id="58373" name="Rectangle 5">
            <a:extLst>
              <a:ext uri="{FF2B5EF4-FFF2-40B4-BE49-F238E27FC236}">
                <a16:creationId xmlns:a16="http://schemas.microsoft.com/office/drawing/2014/main" id="{B4D0CF43-03EE-404F-8AB6-D18BEAB48642}"/>
              </a:ext>
            </a:extLst>
          </p:cNvPr>
          <p:cNvSpPr>
            <a:spLocks noGrp="1" noChangeArrowheads="1"/>
          </p:cNvSpPr>
          <p:nvPr>
            <p:ph type="sldNum" sz="quarter" idx="3"/>
          </p:nvPr>
        </p:nvSpPr>
        <p:spPr bwMode="auto">
          <a:xfrm>
            <a:off x="3965575" y="8820150"/>
            <a:ext cx="3032125" cy="463550"/>
          </a:xfrm>
          <a:prstGeom prst="rect">
            <a:avLst/>
          </a:prstGeom>
          <a:noFill/>
          <a:ln w="9525">
            <a:noFill/>
            <a:miter lim="800000"/>
            <a:headEnd/>
            <a:tailEnd/>
          </a:ln>
          <a:effectLst/>
        </p:spPr>
        <p:txBody>
          <a:bodyPr vert="horz" wrap="none" lIns="93031" tIns="46516" rIns="93031" bIns="46516" numCol="1" anchor="b" anchorCtr="0" compatLnSpc="1">
            <a:prstTxWarp prst="textNoShape">
              <a:avLst/>
            </a:prstTxWarp>
          </a:bodyPr>
          <a:lstStyle>
            <a:lvl1pPr algn="r" defTabSz="930275">
              <a:defRPr sz="1200"/>
            </a:lvl1pPr>
          </a:lstStyle>
          <a:p>
            <a:pPr>
              <a:defRPr/>
            </a:pPr>
            <a:fld id="{EDA049E0-70E7-47E7-ADDA-4BC4372AB915}" type="slidenum">
              <a:rPr lang="en-US" altLang="zh-CN"/>
              <a:pPr>
                <a:defRPr/>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445C7E7C-574B-4C02-BB8F-1376CB378684}"/>
              </a:ext>
            </a:extLst>
          </p:cNvPr>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none" lIns="93031" tIns="46516" rIns="93031" bIns="46516" numCol="1" anchor="t" anchorCtr="0" compatLnSpc="1">
            <a:prstTxWarp prst="textNoShape">
              <a:avLst/>
            </a:prstTxWarp>
          </a:bodyPr>
          <a:lstStyle>
            <a:lvl1pPr defTabSz="930275">
              <a:defRPr sz="1200">
                <a:latin typeface="Helvetica" charset="0"/>
                <a:ea typeface="ＭＳ Ｐゴシック" charset="-128"/>
              </a:defRPr>
            </a:lvl1pPr>
          </a:lstStyle>
          <a:p>
            <a:pPr>
              <a:defRPr/>
            </a:pPr>
            <a:endParaRPr lang="zh-CN" altLang="zh-CN"/>
          </a:p>
        </p:txBody>
      </p:sp>
      <p:sp>
        <p:nvSpPr>
          <p:cNvPr id="52227" name="Rectangle 3">
            <a:extLst>
              <a:ext uri="{FF2B5EF4-FFF2-40B4-BE49-F238E27FC236}">
                <a16:creationId xmlns:a16="http://schemas.microsoft.com/office/drawing/2014/main" id="{B5F8064F-026A-4147-9EBB-755D4DA23829}"/>
              </a:ext>
            </a:extLst>
          </p:cNvPr>
          <p:cNvSpPr>
            <a:spLocks noGrp="1" noChangeArrowheads="1"/>
          </p:cNvSpPr>
          <p:nvPr>
            <p:ph type="dt" idx="1"/>
          </p:nvPr>
        </p:nvSpPr>
        <p:spPr bwMode="auto">
          <a:xfrm>
            <a:off x="3965575" y="0"/>
            <a:ext cx="3032125" cy="463550"/>
          </a:xfrm>
          <a:prstGeom prst="rect">
            <a:avLst/>
          </a:prstGeom>
          <a:noFill/>
          <a:ln w="9525">
            <a:noFill/>
            <a:miter lim="800000"/>
            <a:headEnd/>
            <a:tailEnd/>
          </a:ln>
          <a:effectLst/>
        </p:spPr>
        <p:txBody>
          <a:bodyPr vert="horz" wrap="none" lIns="93031" tIns="46516" rIns="93031" bIns="46516" numCol="1" anchor="t" anchorCtr="0" compatLnSpc="1">
            <a:prstTxWarp prst="textNoShape">
              <a:avLst/>
            </a:prstTxWarp>
          </a:bodyPr>
          <a:lstStyle>
            <a:lvl1pPr algn="r" defTabSz="930275">
              <a:defRPr sz="1200">
                <a:latin typeface="Helvetica" charset="0"/>
                <a:ea typeface="ＭＳ Ｐゴシック" charset="-128"/>
              </a:defRPr>
            </a:lvl1pPr>
          </a:lstStyle>
          <a:p>
            <a:pPr>
              <a:defRPr/>
            </a:pPr>
            <a:endParaRPr lang="zh-CN" altLang="zh-CN"/>
          </a:p>
        </p:txBody>
      </p:sp>
      <p:sp>
        <p:nvSpPr>
          <p:cNvPr id="12292" name="Rectangle 4">
            <a:extLst>
              <a:ext uri="{FF2B5EF4-FFF2-40B4-BE49-F238E27FC236}">
                <a16:creationId xmlns:a16="http://schemas.microsoft.com/office/drawing/2014/main" id="{6C6561B4-619C-4E70-902E-6B5FD908F9E3}"/>
              </a:ext>
            </a:extLst>
          </p:cNvPr>
          <p:cNvSpPr>
            <a:spLocks noGrp="1" noRot="1" noChangeAspect="1" noChangeArrowheads="1" noTextEdit="1"/>
          </p:cNvSpPr>
          <p:nvPr>
            <p:ph type="sldImg" idx="2"/>
          </p:nvPr>
        </p:nvSpPr>
        <p:spPr bwMode="auto">
          <a:xfrm>
            <a:off x="1177925" y="696913"/>
            <a:ext cx="4641850" cy="34813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9" name="Rectangle 5">
            <a:extLst>
              <a:ext uri="{FF2B5EF4-FFF2-40B4-BE49-F238E27FC236}">
                <a16:creationId xmlns:a16="http://schemas.microsoft.com/office/drawing/2014/main" id="{1506D575-B3D6-4B4C-AB55-864295B5599C}"/>
              </a:ext>
            </a:extLst>
          </p:cNvPr>
          <p:cNvSpPr>
            <a:spLocks noGrp="1" noChangeArrowheads="1"/>
          </p:cNvSpPr>
          <p:nvPr>
            <p:ph type="body" sz="quarter" idx="3"/>
          </p:nvPr>
        </p:nvSpPr>
        <p:spPr bwMode="auto">
          <a:xfrm>
            <a:off x="933450" y="4410075"/>
            <a:ext cx="5130800" cy="4176713"/>
          </a:xfrm>
          <a:prstGeom prst="rect">
            <a:avLst/>
          </a:prstGeom>
          <a:noFill/>
          <a:ln w="9525">
            <a:noFill/>
            <a:miter lim="800000"/>
            <a:headEnd/>
            <a:tailEnd/>
          </a:ln>
          <a:effectLst/>
        </p:spPr>
        <p:txBody>
          <a:bodyPr vert="horz" wrap="none" lIns="93031" tIns="46516" rIns="93031" bIns="4651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2230" name="Rectangle 6">
            <a:extLst>
              <a:ext uri="{FF2B5EF4-FFF2-40B4-BE49-F238E27FC236}">
                <a16:creationId xmlns:a16="http://schemas.microsoft.com/office/drawing/2014/main" id="{BD227843-54C7-4D5E-9D01-213E4B708F27}"/>
              </a:ext>
            </a:extLst>
          </p:cNvPr>
          <p:cNvSpPr>
            <a:spLocks noGrp="1" noChangeArrowheads="1"/>
          </p:cNvSpPr>
          <p:nvPr>
            <p:ph type="ftr" sz="quarter" idx="4"/>
          </p:nvPr>
        </p:nvSpPr>
        <p:spPr bwMode="auto">
          <a:xfrm>
            <a:off x="0" y="8820150"/>
            <a:ext cx="3032125" cy="463550"/>
          </a:xfrm>
          <a:prstGeom prst="rect">
            <a:avLst/>
          </a:prstGeom>
          <a:noFill/>
          <a:ln w="9525">
            <a:noFill/>
            <a:miter lim="800000"/>
            <a:headEnd/>
            <a:tailEnd/>
          </a:ln>
          <a:effectLst/>
        </p:spPr>
        <p:txBody>
          <a:bodyPr vert="horz" wrap="none" lIns="93031" tIns="46516" rIns="93031" bIns="46516" numCol="1" anchor="b" anchorCtr="0" compatLnSpc="1">
            <a:prstTxWarp prst="textNoShape">
              <a:avLst/>
            </a:prstTxWarp>
          </a:bodyPr>
          <a:lstStyle>
            <a:lvl1pPr defTabSz="930275">
              <a:defRPr sz="1200">
                <a:latin typeface="Helvetica" charset="0"/>
                <a:ea typeface="ＭＳ Ｐゴシック" charset="-128"/>
              </a:defRPr>
            </a:lvl1pPr>
          </a:lstStyle>
          <a:p>
            <a:pPr>
              <a:defRPr/>
            </a:pPr>
            <a:endParaRPr lang="zh-CN" altLang="zh-CN"/>
          </a:p>
        </p:txBody>
      </p:sp>
      <p:sp>
        <p:nvSpPr>
          <p:cNvPr id="52231" name="Rectangle 7">
            <a:extLst>
              <a:ext uri="{FF2B5EF4-FFF2-40B4-BE49-F238E27FC236}">
                <a16:creationId xmlns:a16="http://schemas.microsoft.com/office/drawing/2014/main" id="{34AF0E06-11C7-46DB-8B51-156DB0DB1523}"/>
              </a:ext>
            </a:extLst>
          </p:cNvPr>
          <p:cNvSpPr>
            <a:spLocks noGrp="1" noChangeArrowheads="1"/>
          </p:cNvSpPr>
          <p:nvPr>
            <p:ph type="sldNum" sz="quarter" idx="5"/>
          </p:nvPr>
        </p:nvSpPr>
        <p:spPr bwMode="auto">
          <a:xfrm>
            <a:off x="3965575" y="8820150"/>
            <a:ext cx="3032125" cy="463550"/>
          </a:xfrm>
          <a:prstGeom prst="rect">
            <a:avLst/>
          </a:prstGeom>
          <a:noFill/>
          <a:ln w="9525">
            <a:noFill/>
            <a:miter lim="800000"/>
            <a:headEnd/>
            <a:tailEnd/>
          </a:ln>
          <a:effectLst/>
        </p:spPr>
        <p:txBody>
          <a:bodyPr vert="horz" wrap="none" lIns="93031" tIns="46516" rIns="93031" bIns="46516" numCol="1" anchor="b" anchorCtr="0" compatLnSpc="1">
            <a:prstTxWarp prst="textNoShape">
              <a:avLst/>
            </a:prstTxWarp>
          </a:bodyPr>
          <a:lstStyle>
            <a:lvl1pPr algn="r" defTabSz="930275">
              <a:defRPr sz="1200"/>
            </a:lvl1pPr>
          </a:lstStyle>
          <a:p>
            <a:pPr>
              <a:defRPr/>
            </a:pPr>
            <a:fld id="{86A9EB75-A573-4FBD-ADEA-953839A94320}"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1pPr>
    <a:lvl2pPr marL="4572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741E8802-FFAE-4781-9AE6-60024BB195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37931725" indent="-37474525"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16698544-71A7-4CA1-AA82-F8A3DA043631}" type="slidenum">
              <a:rPr lang="en-US" altLang="zh-CN" sz="1200" smtClean="0"/>
              <a:pPr/>
              <a:t>1</a:t>
            </a:fld>
            <a:endParaRPr lang="en-US" altLang="zh-CN" sz="1200"/>
          </a:p>
        </p:txBody>
      </p:sp>
      <p:sp>
        <p:nvSpPr>
          <p:cNvPr id="15363" name="Rectangle 2">
            <a:extLst>
              <a:ext uri="{FF2B5EF4-FFF2-40B4-BE49-F238E27FC236}">
                <a16:creationId xmlns:a16="http://schemas.microsoft.com/office/drawing/2014/main" id="{F5AD0655-A666-4973-9252-C9A338E0105F}"/>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3EAAA2C7-0D22-47EA-93FE-1A2D87FA58C2}"/>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45C489F3-6FEF-4B78-935B-819D6DE294C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742950" indent="-285750"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9AA25826-535F-4B49-BA1C-F4DB860D8D8A}" type="slidenum">
              <a:rPr lang="en-US" altLang="zh-CN" sz="1200" smtClean="0"/>
              <a:pPr/>
              <a:t>2</a:t>
            </a:fld>
            <a:endParaRPr lang="en-US" altLang="zh-CN" sz="1200"/>
          </a:p>
        </p:txBody>
      </p:sp>
      <p:sp>
        <p:nvSpPr>
          <p:cNvPr id="17411" name="Rectangle 2">
            <a:extLst>
              <a:ext uri="{FF2B5EF4-FFF2-40B4-BE49-F238E27FC236}">
                <a16:creationId xmlns:a16="http://schemas.microsoft.com/office/drawing/2014/main" id="{0A31AF9F-668A-48A5-BBE2-1D95DC055E40}"/>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1ADC7D64-8194-487A-8824-8ECFB595A2A5}"/>
              </a:ext>
            </a:extLst>
          </p:cNvPr>
          <p:cNvSpPr>
            <a:spLocks noGrp="1" noChangeArrowheads="1"/>
          </p:cNvSpPr>
          <p:nvPr>
            <p:ph type="body" idx="1"/>
          </p:nvPr>
        </p:nvSpPr>
        <p:spPr>
          <a:xfrm>
            <a:off x="933450" y="4416425"/>
            <a:ext cx="5143500" cy="4181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0D418036-E0D9-44DD-AD44-D919E7372557}"/>
              </a:ext>
            </a:extLst>
          </p:cNvPr>
          <p:cNvSpPr txBox="1">
            <a:spLocks noGrp="1" noChangeArrowheads="1"/>
          </p:cNvSpPr>
          <p:nvPr/>
        </p:nvSpPr>
        <p:spPr bwMode="auto">
          <a:xfrm>
            <a:off x="3973513" y="8832850"/>
            <a:ext cx="3036887"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151" tIns="46576" rIns="93151" bIns="46576" anchor="b"/>
          <a:lstStyle>
            <a:lvl1pPr defTabSz="928688">
              <a:defRPr sz="1600">
                <a:solidFill>
                  <a:schemeClr val="tx1"/>
                </a:solidFill>
                <a:latin typeface="Helvetica" panose="020B0604020202020204" pitchFamily="34" charset="0"/>
                <a:ea typeface="ＭＳ Ｐゴシック" panose="020B0600070205080204" pitchFamily="34" charset="-128"/>
              </a:defRPr>
            </a:lvl1pPr>
            <a:lvl2pPr marL="742950" indent="-285750" defTabSz="928688">
              <a:defRPr sz="1600">
                <a:solidFill>
                  <a:schemeClr val="tx1"/>
                </a:solidFill>
                <a:latin typeface="Helvetica" panose="020B0604020202020204" pitchFamily="34" charset="0"/>
                <a:ea typeface="ＭＳ Ｐゴシック" panose="020B0600070205080204" pitchFamily="34" charset="-128"/>
              </a:defRPr>
            </a:lvl2pPr>
            <a:lvl3pPr marL="1143000" indent="-228600" defTabSz="928688">
              <a:defRPr sz="1600">
                <a:solidFill>
                  <a:schemeClr val="tx1"/>
                </a:solidFill>
                <a:latin typeface="Helvetica" panose="020B0604020202020204" pitchFamily="34" charset="0"/>
                <a:ea typeface="ＭＳ Ｐゴシック" panose="020B0600070205080204" pitchFamily="34" charset="-128"/>
              </a:defRPr>
            </a:lvl3pPr>
            <a:lvl4pPr marL="1600200" indent="-228600" defTabSz="928688">
              <a:defRPr sz="1600">
                <a:solidFill>
                  <a:schemeClr val="tx1"/>
                </a:solidFill>
                <a:latin typeface="Helvetica" panose="020B0604020202020204" pitchFamily="34" charset="0"/>
                <a:ea typeface="ＭＳ Ｐゴシック" panose="020B0600070205080204" pitchFamily="34" charset="-128"/>
              </a:defRPr>
            </a:lvl4pPr>
            <a:lvl5pPr marL="2057400" indent="-228600" defTabSz="928688">
              <a:defRPr sz="1600">
                <a:solidFill>
                  <a:schemeClr val="tx1"/>
                </a:solidFill>
                <a:latin typeface="Helvetica"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pPr algn="r"/>
            <a:fld id="{AB6B16AB-4026-4EEC-83A8-2B6E795BC3A4}" type="slidenum">
              <a:rPr lang="en-US" altLang="en-US" sz="1200"/>
              <a:pPr algn="r"/>
              <a:t>5</a:t>
            </a:fld>
            <a:endParaRPr lang="en-US" altLang="en-US" sz="1200"/>
          </a:p>
        </p:txBody>
      </p:sp>
      <p:sp>
        <p:nvSpPr>
          <p:cNvPr id="20483" name="Rectangle 2">
            <a:extLst>
              <a:ext uri="{FF2B5EF4-FFF2-40B4-BE49-F238E27FC236}">
                <a16:creationId xmlns:a16="http://schemas.microsoft.com/office/drawing/2014/main" id="{5AE86802-69FA-4CAF-85F3-3E16F8F236E6}"/>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id="{BDA6B836-3D88-4798-98AF-4DF6A198F2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8DD1E2A3-5959-48B1-AD32-56BC261C5DAB}"/>
              </a:ext>
            </a:extLst>
          </p:cNvPr>
          <p:cNvSpPr txBox="1">
            <a:spLocks noGrp="1" noChangeArrowheads="1"/>
          </p:cNvSpPr>
          <p:nvPr/>
        </p:nvSpPr>
        <p:spPr bwMode="auto">
          <a:xfrm>
            <a:off x="3973513" y="8832850"/>
            <a:ext cx="3036887"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151" tIns="46576" rIns="93151" bIns="46576" anchor="b"/>
          <a:lstStyle>
            <a:lvl1pPr defTabSz="928688">
              <a:defRPr sz="1600">
                <a:solidFill>
                  <a:schemeClr val="tx1"/>
                </a:solidFill>
                <a:latin typeface="Helvetica" panose="020B0604020202020204" pitchFamily="34" charset="0"/>
                <a:ea typeface="ＭＳ Ｐゴシック" panose="020B0600070205080204" pitchFamily="34" charset="-128"/>
              </a:defRPr>
            </a:lvl1pPr>
            <a:lvl2pPr marL="742950" indent="-285750" defTabSz="928688">
              <a:defRPr sz="1600">
                <a:solidFill>
                  <a:schemeClr val="tx1"/>
                </a:solidFill>
                <a:latin typeface="Helvetica" panose="020B0604020202020204" pitchFamily="34" charset="0"/>
                <a:ea typeface="ＭＳ Ｐゴシック" panose="020B0600070205080204" pitchFamily="34" charset="-128"/>
              </a:defRPr>
            </a:lvl2pPr>
            <a:lvl3pPr marL="1143000" indent="-228600" defTabSz="928688">
              <a:defRPr sz="1600">
                <a:solidFill>
                  <a:schemeClr val="tx1"/>
                </a:solidFill>
                <a:latin typeface="Helvetica" panose="020B0604020202020204" pitchFamily="34" charset="0"/>
                <a:ea typeface="ＭＳ Ｐゴシック" panose="020B0600070205080204" pitchFamily="34" charset="-128"/>
              </a:defRPr>
            </a:lvl3pPr>
            <a:lvl4pPr marL="1600200" indent="-228600" defTabSz="928688">
              <a:defRPr sz="1600">
                <a:solidFill>
                  <a:schemeClr val="tx1"/>
                </a:solidFill>
                <a:latin typeface="Helvetica" panose="020B0604020202020204" pitchFamily="34" charset="0"/>
                <a:ea typeface="ＭＳ Ｐゴシック" panose="020B0600070205080204" pitchFamily="34" charset="-128"/>
              </a:defRPr>
            </a:lvl4pPr>
            <a:lvl5pPr marL="2057400" indent="-228600" defTabSz="928688">
              <a:defRPr sz="1600">
                <a:solidFill>
                  <a:schemeClr val="tx1"/>
                </a:solidFill>
                <a:latin typeface="Helvetica"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pPr algn="r"/>
            <a:fld id="{F97AE9A4-D1F3-4040-B3AC-3855A79B5FC5}" type="slidenum">
              <a:rPr lang="en-US" altLang="en-US" sz="1200"/>
              <a:pPr algn="r"/>
              <a:t>6</a:t>
            </a:fld>
            <a:endParaRPr lang="en-US" altLang="en-US" sz="1200"/>
          </a:p>
        </p:txBody>
      </p:sp>
      <p:sp>
        <p:nvSpPr>
          <p:cNvPr id="22531" name="Rectangle 2">
            <a:extLst>
              <a:ext uri="{FF2B5EF4-FFF2-40B4-BE49-F238E27FC236}">
                <a16:creationId xmlns:a16="http://schemas.microsoft.com/office/drawing/2014/main" id="{5F9C6D5D-8758-467B-8817-52A787928A04}"/>
              </a:ext>
            </a:extLst>
          </p:cNvPr>
          <p:cNvSpPr>
            <a:spLocks noGrp="1" noRot="1" noChangeAspect="1" noChangeArrowheads="1" noTextEdit="1"/>
          </p:cNvSpPr>
          <p:nvPr>
            <p:ph type="sldImg"/>
          </p:nvPr>
        </p:nvSpPr>
        <p:spPr>
          <a:ln/>
        </p:spPr>
      </p:sp>
      <p:sp>
        <p:nvSpPr>
          <p:cNvPr id="22532" name="Rectangle 3">
            <a:extLst>
              <a:ext uri="{FF2B5EF4-FFF2-40B4-BE49-F238E27FC236}">
                <a16:creationId xmlns:a16="http://schemas.microsoft.com/office/drawing/2014/main" id="{1CB9B93B-2490-4CFC-80EE-0041B97A216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9C90EABF-16F7-4225-9A34-2EC4CD1D62AC}"/>
              </a:ext>
            </a:extLst>
          </p:cNvPr>
          <p:cNvSpPr txBox="1">
            <a:spLocks noGrp="1" noChangeArrowheads="1"/>
          </p:cNvSpPr>
          <p:nvPr/>
        </p:nvSpPr>
        <p:spPr bwMode="auto">
          <a:xfrm>
            <a:off x="3973513" y="8832850"/>
            <a:ext cx="3036887"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151" tIns="46576" rIns="93151" bIns="46576" anchor="b"/>
          <a:lstStyle>
            <a:lvl1pPr defTabSz="928688">
              <a:defRPr sz="1600">
                <a:solidFill>
                  <a:schemeClr val="tx1"/>
                </a:solidFill>
                <a:latin typeface="Helvetica" panose="020B0604020202020204" pitchFamily="34" charset="0"/>
                <a:ea typeface="ＭＳ Ｐゴシック" panose="020B0600070205080204" pitchFamily="34" charset="-128"/>
              </a:defRPr>
            </a:lvl1pPr>
            <a:lvl2pPr marL="742950" indent="-285750" defTabSz="928688">
              <a:defRPr sz="1600">
                <a:solidFill>
                  <a:schemeClr val="tx1"/>
                </a:solidFill>
                <a:latin typeface="Helvetica" panose="020B0604020202020204" pitchFamily="34" charset="0"/>
                <a:ea typeface="ＭＳ Ｐゴシック" panose="020B0600070205080204" pitchFamily="34" charset="-128"/>
              </a:defRPr>
            </a:lvl2pPr>
            <a:lvl3pPr marL="1143000" indent="-228600" defTabSz="928688">
              <a:defRPr sz="1600">
                <a:solidFill>
                  <a:schemeClr val="tx1"/>
                </a:solidFill>
                <a:latin typeface="Helvetica" panose="020B0604020202020204" pitchFamily="34" charset="0"/>
                <a:ea typeface="ＭＳ Ｐゴシック" panose="020B0600070205080204" pitchFamily="34" charset="-128"/>
              </a:defRPr>
            </a:lvl3pPr>
            <a:lvl4pPr marL="1600200" indent="-228600" defTabSz="928688">
              <a:defRPr sz="1600">
                <a:solidFill>
                  <a:schemeClr val="tx1"/>
                </a:solidFill>
                <a:latin typeface="Helvetica" panose="020B0604020202020204" pitchFamily="34" charset="0"/>
                <a:ea typeface="ＭＳ Ｐゴシック" panose="020B0600070205080204" pitchFamily="34" charset="-128"/>
              </a:defRPr>
            </a:lvl4pPr>
            <a:lvl5pPr marL="2057400" indent="-228600" defTabSz="928688">
              <a:defRPr sz="1600">
                <a:solidFill>
                  <a:schemeClr val="tx1"/>
                </a:solidFill>
                <a:latin typeface="Helvetica"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pPr algn="r"/>
            <a:fld id="{0089CD14-4D4E-4619-A4AB-1F6A387C78BB}" type="slidenum">
              <a:rPr lang="en-US" altLang="en-US" sz="1200"/>
              <a:pPr algn="r"/>
              <a:t>7</a:t>
            </a:fld>
            <a:endParaRPr lang="en-US" altLang="en-US" sz="1200"/>
          </a:p>
        </p:txBody>
      </p:sp>
      <p:sp>
        <p:nvSpPr>
          <p:cNvPr id="24579" name="Rectangle 2">
            <a:extLst>
              <a:ext uri="{FF2B5EF4-FFF2-40B4-BE49-F238E27FC236}">
                <a16:creationId xmlns:a16="http://schemas.microsoft.com/office/drawing/2014/main" id="{8BD48CCD-FB61-418E-B141-D7D290819F70}"/>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B6461019-44CD-4B90-9377-116B51916A1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54C16503-6675-438C-854C-C508294A2A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ＭＳ Ｐゴシック" panose="020B0600070205080204" pitchFamily="34" charset="-128"/>
              </a:defRPr>
            </a:lvl1pPr>
            <a:lvl2pPr marL="742950" indent="-285750" defTabSz="928688">
              <a:defRPr sz="1600">
                <a:solidFill>
                  <a:schemeClr val="tx1"/>
                </a:solidFill>
                <a:latin typeface="Helvetica" panose="020B0604020202020204" pitchFamily="34" charset="0"/>
                <a:ea typeface="ＭＳ Ｐゴシック" panose="020B0600070205080204" pitchFamily="34" charset="-128"/>
              </a:defRPr>
            </a:lvl2pPr>
            <a:lvl3pPr marL="1143000" indent="-228600" defTabSz="928688">
              <a:defRPr sz="1600">
                <a:solidFill>
                  <a:schemeClr val="tx1"/>
                </a:solidFill>
                <a:latin typeface="Helvetica" panose="020B0604020202020204" pitchFamily="34" charset="0"/>
                <a:ea typeface="ＭＳ Ｐゴシック" panose="020B0600070205080204" pitchFamily="34" charset="-128"/>
              </a:defRPr>
            </a:lvl3pPr>
            <a:lvl4pPr marL="1600200" indent="-228600" defTabSz="928688">
              <a:defRPr sz="1600">
                <a:solidFill>
                  <a:schemeClr val="tx1"/>
                </a:solidFill>
                <a:latin typeface="Helvetica" panose="020B0604020202020204" pitchFamily="34" charset="0"/>
                <a:ea typeface="ＭＳ Ｐゴシック" panose="020B0600070205080204" pitchFamily="34" charset="-128"/>
              </a:defRPr>
            </a:lvl4pPr>
            <a:lvl5pPr marL="2057400" indent="-228600" defTabSz="928688">
              <a:defRPr sz="1600">
                <a:solidFill>
                  <a:schemeClr val="tx1"/>
                </a:solidFill>
                <a:latin typeface="Helvetica"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A59ACB10-B1D4-4B4D-B693-C4F9C846AFAF}" type="slidenum">
              <a:rPr lang="en-US" altLang="en-US" sz="1200" smtClean="0"/>
              <a:pPr/>
              <a:t>8</a:t>
            </a:fld>
            <a:endParaRPr lang="en-US" altLang="en-US" sz="1200"/>
          </a:p>
        </p:txBody>
      </p:sp>
      <p:sp>
        <p:nvSpPr>
          <p:cNvPr id="26627" name="Rectangle 2">
            <a:extLst>
              <a:ext uri="{FF2B5EF4-FFF2-40B4-BE49-F238E27FC236}">
                <a16:creationId xmlns:a16="http://schemas.microsoft.com/office/drawing/2014/main" id="{DCDC2A35-3483-4F2A-9685-61694872EAFE}"/>
              </a:ext>
            </a:extLst>
          </p:cNvPr>
          <p:cNvSpPr>
            <a:spLocks noGrp="1" noRot="1" noChangeAspect="1" noChangeArrowheads="1" noTextEdit="1"/>
          </p:cNvSpPr>
          <p:nvPr>
            <p:ph type="sldImg"/>
          </p:nvPr>
        </p:nvSpPr>
        <p:spPr>
          <a:ln/>
        </p:spPr>
      </p:sp>
      <p:sp>
        <p:nvSpPr>
          <p:cNvPr id="26628" name="Rectangle 3">
            <a:extLst>
              <a:ext uri="{FF2B5EF4-FFF2-40B4-BE49-F238E27FC236}">
                <a16:creationId xmlns:a16="http://schemas.microsoft.com/office/drawing/2014/main" id="{EAC8C2D0-F511-4C7C-96F8-1D844B08E4DD}"/>
              </a:ext>
            </a:extLst>
          </p:cNvPr>
          <p:cNvSpPr>
            <a:spLocks noGrp="1" noChangeArrowheads="1"/>
          </p:cNvSpPr>
          <p:nvPr>
            <p:ph type="body" idx="1"/>
          </p:nvPr>
        </p:nvSpPr>
        <p:spPr>
          <a:xfrm>
            <a:off x="933450" y="4416425"/>
            <a:ext cx="5143500" cy="4181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36A05591-B21B-444E-B384-4EDA210E20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37931725" indent="-37474525"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26A3C9BA-D4D3-4639-97D8-82C407F11BB9}" type="slidenum">
              <a:rPr lang="en-US" altLang="zh-CN" sz="1200" smtClean="0"/>
              <a:pPr/>
              <a:t>9</a:t>
            </a:fld>
            <a:endParaRPr lang="en-US" altLang="zh-CN" sz="1200"/>
          </a:p>
        </p:txBody>
      </p:sp>
      <p:sp>
        <p:nvSpPr>
          <p:cNvPr id="28675" name="Rectangle 2">
            <a:extLst>
              <a:ext uri="{FF2B5EF4-FFF2-40B4-BE49-F238E27FC236}">
                <a16:creationId xmlns:a16="http://schemas.microsoft.com/office/drawing/2014/main" id="{9F305523-9B8A-4763-974A-D9E801F6BF76}"/>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74FD822A-D1C1-458B-BE42-58A53E028BF6}"/>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A3FF1748-1B6F-4134-BD19-98CD9CB741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37931725" indent="-37474525"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0A46F48C-38A3-4288-8320-D470F4DDD00F}" type="slidenum">
              <a:rPr lang="en-US" altLang="zh-CN" sz="1200" smtClean="0"/>
              <a:pPr/>
              <a:t>10</a:t>
            </a:fld>
            <a:endParaRPr lang="en-US" altLang="zh-CN" sz="1200"/>
          </a:p>
        </p:txBody>
      </p:sp>
      <p:sp>
        <p:nvSpPr>
          <p:cNvPr id="30723" name="Rectangle 2">
            <a:extLst>
              <a:ext uri="{FF2B5EF4-FFF2-40B4-BE49-F238E27FC236}">
                <a16:creationId xmlns:a16="http://schemas.microsoft.com/office/drawing/2014/main" id="{34879605-5940-44CD-B746-5E8F9F604CD8}"/>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423FD3F6-0611-4FF9-ACF9-C1C5946F034D}"/>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21C3B7F7-1222-4CF7-86CA-1A4441AFBF7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37931725" indent="-37474525"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80F1C919-E6F4-49ED-B126-53BE77A8F303}" type="slidenum">
              <a:rPr lang="en-US" altLang="zh-CN" sz="1200" smtClean="0"/>
              <a:pPr/>
              <a:t>11</a:t>
            </a:fld>
            <a:endParaRPr lang="en-US" altLang="zh-CN" sz="1200"/>
          </a:p>
        </p:txBody>
      </p:sp>
      <p:sp>
        <p:nvSpPr>
          <p:cNvPr id="32771" name="Rectangle 2">
            <a:extLst>
              <a:ext uri="{FF2B5EF4-FFF2-40B4-BE49-F238E27FC236}">
                <a16:creationId xmlns:a16="http://schemas.microsoft.com/office/drawing/2014/main" id="{0BCA9936-D1CB-436A-8C90-8215B721BDDC}"/>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F75B3DBE-0C5A-4B59-A910-37C92BC4A675}"/>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B9096FAA-EAF2-4E5E-8EF4-AAA5FFB3065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37931725" indent="-37474525"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BB413114-A63F-4F65-A7BE-EED1EEE34395}" type="slidenum">
              <a:rPr lang="en-US" altLang="zh-CN" sz="1200" smtClean="0"/>
              <a:pPr/>
              <a:t>12</a:t>
            </a:fld>
            <a:endParaRPr lang="en-US" altLang="zh-CN" sz="1200"/>
          </a:p>
        </p:txBody>
      </p:sp>
      <p:sp>
        <p:nvSpPr>
          <p:cNvPr id="34819" name="Rectangle 2">
            <a:extLst>
              <a:ext uri="{FF2B5EF4-FFF2-40B4-BE49-F238E27FC236}">
                <a16:creationId xmlns:a16="http://schemas.microsoft.com/office/drawing/2014/main" id="{DD324240-1008-47C9-9FB0-79B01D5CC57E}"/>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5721E0E1-7E8A-4C63-B569-3E6443D0E1C2}"/>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90E4E307-7F63-4FC0-9EB1-0694F3AA606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37931725" indent="-37474525"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028E6457-DC24-4609-A170-0AA228DA43ED}" type="slidenum">
              <a:rPr lang="en-US" altLang="zh-CN" sz="1200" smtClean="0"/>
              <a:pPr/>
              <a:t>13</a:t>
            </a:fld>
            <a:endParaRPr lang="en-US" altLang="zh-CN" sz="1200"/>
          </a:p>
        </p:txBody>
      </p:sp>
      <p:sp>
        <p:nvSpPr>
          <p:cNvPr id="36867" name="Rectangle 2">
            <a:extLst>
              <a:ext uri="{FF2B5EF4-FFF2-40B4-BE49-F238E27FC236}">
                <a16:creationId xmlns:a16="http://schemas.microsoft.com/office/drawing/2014/main" id="{81D0DB86-EAA6-4E07-80B8-9CAD1536C307}"/>
              </a:ext>
            </a:extLst>
          </p:cNvPr>
          <p:cNvSpPr>
            <a:spLocks noGrp="1" noRot="1" noChangeAspect="1" noChangeArrowheads="1" noTextEdit="1"/>
          </p:cNvSpPr>
          <p:nvPr>
            <p:ph type="sldImg"/>
          </p:nvPr>
        </p:nvSpPr>
        <p:spPr>
          <a:ln/>
        </p:spPr>
      </p:sp>
      <p:sp>
        <p:nvSpPr>
          <p:cNvPr id="36868" name="Rectangle 3">
            <a:extLst>
              <a:ext uri="{FF2B5EF4-FFF2-40B4-BE49-F238E27FC236}">
                <a16:creationId xmlns:a16="http://schemas.microsoft.com/office/drawing/2014/main" id="{0E2223A8-010F-4D0C-8C8D-AC78DFAAB40E}"/>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E2AF61A1-A97D-4B33-BE57-F9185EAC251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37931725" indent="-37474525"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176404A4-C943-4BA5-8DAE-89CD3BE52AE1}" type="slidenum">
              <a:rPr lang="en-US" altLang="zh-CN" sz="1200" smtClean="0"/>
              <a:pPr/>
              <a:t>14</a:t>
            </a:fld>
            <a:endParaRPr lang="en-US" altLang="zh-CN" sz="1200"/>
          </a:p>
        </p:txBody>
      </p:sp>
      <p:sp>
        <p:nvSpPr>
          <p:cNvPr id="38915" name="Rectangle 2">
            <a:extLst>
              <a:ext uri="{FF2B5EF4-FFF2-40B4-BE49-F238E27FC236}">
                <a16:creationId xmlns:a16="http://schemas.microsoft.com/office/drawing/2014/main" id="{CCE4D8D9-DA22-4E2F-9BAD-1AFFAAA1C70F}"/>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7694B9AE-7F0C-4A65-A91C-DD698801CEB8}"/>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085E2865-3377-43C6-A15F-347D2334706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37931725" indent="-37474525"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771FEF1F-2F6F-446D-8DA9-23E67179BD01}" type="slidenum">
              <a:rPr lang="en-US" altLang="zh-CN" sz="1200" smtClean="0"/>
              <a:pPr/>
              <a:t>15</a:t>
            </a:fld>
            <a:endParaRPr lang="en-US" altLang="zh-CN" sz="1200"/>
          </a:p>
        </p:txBody>
      </p:sp>
      <p:sp>
        <p:nvSpPr>
          <p:cNvPr id="40963" name="Rectangle 2">
            <a:extLst>
              <a:ext uri="{FF2B5EF4-FFF2-40B4-BE49-F238E27FC236}">
                <a16:creationId xmlns:a16="http://schemas.microsoft.com/office/drawing/2014/main" id="{C890FEB2-41B8-4D3B-8A92-C13979B7C825}"/>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34EE1BF3-3EC3-484B-8E37-0BF9EB01A8E4}"/>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EBA02288-6F62-49D8-A716-6A38976A301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37931725" indent="-37474525"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CB677B4B-D557-4A55-ABB2-8552CF92F380}" type="slidenum">
              <a:rPr lang="en-US" altLang="zh-CN" sz="1200" smtClean="0"/>
              <a:pPr/>
              <a:t>16</a:t>
            </a:fld>
            <a:endParaRPr lang="en-US" altLang="zh-CN" sz="1200"/>
          </a:p>
        </p:txBody>
      </p:sp>
      <p:sp>
        <p:nvSpPr>
          <p:cNvPr id="43011" name="Rectangle 2">
            <a:extLst>
              <a:ext uri="{FF2B5EF4-FFF2-40B4-BE49-F238E27FC236}">
                <a16:creationId xmlns:a16="http://schemas.microsoft.com/office/drawing/2014/main" id="{7BC16746-2301-4151-9203-D0279A638D6D}"/>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C5284FE5-4FFE-4E91-AF6C-430073046E18}"/>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76B9A665-44B5-4CDD-BB55-CBC79C92180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37931725" indent="-37474525"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F5FC7A8C-6C12-4032-BE6D-60CFB8685775}" type="slidenum">
              <a:rPr lang="en-US" altLang="zh-CN" sz="1200" smtClean="0"/>
              <a:pPr/>
              <a:t>17</a:t>
            </a:fld>
            <a:endParaRPr lang="en-US" altLang="zh-CN" sz="1200"/>
          </a:p>
        </p:txBody>
      </p:sp>
      <p:sp>
        <p:nvSpPr>
          <p:cNvPr id="45059" name="Rectangle 2">
            <a:extLst>
              <a:ext uri="{FF2B5EF4-FFF2-40B4-BE49-F238E27FC236}">
                <a16:creationId xmlns:a16="http://schemas.microsoft.com/office/drawing/2014/main" id="{4D1D359F-CDD9-483C-9438-AB04FB5B9866}"/>
              </a:ext>
            </a:extLst>
          </p:cNvPr>
          <p:cNvSpPr>
            <a:spLocks noGrp="1" noRot="1" noChangeAspect="1" noChangeArrowheads="1" noTextEdit="1"/>
          </p:cNvSpPr>
          <p:nvPr>
            <p:ph type="sldImg"/>
          </p:nvPr>
        </p:nvSpPr>
        <p:spPr>
          <a:ln/>
        </p:spPr>
      </p:sp>
      <p:sp>
        <p:nvSpPr>
          <p:cNvPr id="45060" name="Rectangle 3">
            <a:extLst>
              <a:ext uri="{FF2B5EF4-FFF2-40B4-BE49-F238E27FC236}">
                <a16:creationId xmlns:a16="http://schemas.microsoft.com/office/drawing/2014/main" id="{5F79840D-6C11-4500-B7B3-EB74BA2501BB}"/>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6D26FF25-CC80-4E0C-B0F9-EDCB1DFD5B3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ＭＳ Ｐゴシック" panose="020B0600070205080204" pitchFamily="34" charset="-128"/>
              </a:defRPr>
            </a:lvl1pPr>
            <a:lvl2pPr marL="742950" indent="-285750" defTabSz="928688">
              <a:defRPr sz="1600">
                <a:solidFill>
                  <a:schemeClr val="tx1"/>
                </a:solidFill>
                <a:latin typeface="Helvetica" panose="020B0604020202020204" pitchFamily="34" charset="0"/>
                <a:ea typeface="ＭＳ Ｐゴシック" panose="020B0600070205080204" pitchFamily="34" charset="-128"/>
              </a:defRPr>
            </a:lvl2pPr>
            <a:lvl3pPr marL="1143000" indent="-228600" defTabSz="928688">
              <a:defRPr sz="1600">
                <a:solidFill>
                  <a:schemeClr val="tx1"/>
                </a:solidFill>
                <a:latin typeface="Helvetica" panose="020B0604020202020204" pitchFamily="34" charset="0"/>
                <a:ea typeface="ＭＳ Ｐゴシック" panose="020B0600070205080204" pitchFamily="34" charset="-128"/>
              </a:defRPr>
            </a:lvl3pPr>
            <a:lvl4pPr marL="1600200" indent="-228600" defTabSz="928688">
              <a:defRPr sz="1600">
                <a:solidFill>
                  <a:schemeClr val="tx1"/>
                </a:solidFill>
                <a:latin typeface="Helvetica" panose="020B0604020202020204" pitchFamily="34" charset="0"/>
                <a:ea typeface="ＭＳ Ｐゴシック" panose="020B0600070205080204" pitchFamily="34" charset="-128"/>
              </a:defRPr>
            </a:lvl4pPr>
            <a:lvl5pPr marL="2057400" indent="-228600" defTabSz="928688">
              <a:defRPr sz="1600">
                <a:solidFill>
                  <a:schemeClr val="tx1"/>
                </a:solidFill>
                <a:latin typeface="Helvetica"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085C7A22-E9E4-4C16-BEBB-C6D68A550A66}" type="slidenum">
              <a:rPr lang="en-US" altLang="en-US" sz="1200" smtClean="0"/>
              <a:pPr/>
              <a:t>18</a:t>
            </a:fld>
            <a:endParaRPr lang="en-US" altLang="en-US" sz="1200"/>
          </a:p>
        </p:txBody>
      </p:sp>
      <p:sp>
        <p:nvSpPr>
          <p:cNvPr id="47107" name="Rectangle 2">
            <a:extLst>
              <a:ext uri="{FF2B5EF4-FFF2-40B4-BE49-F238E27FC236}">
                <a16:creationId xmlns:a16="http://schemas.microsoft.com/office/drawing/2014/main" id="{C7E70AC4-FD21-4878-8E45-7C2FCEF6961F}"/>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161EE70D-3DBD-4541-BF69-B984FA56EC19}"/>
              </a:ext>
            </a:extLst>
          </p:cNvPr>
          <p:cNvSpPr>
            <a:spLocks noGrp="1" noChangeArrowheads="1"/>
          </p:cNvSpPr>
          <p:nvPr>
            <p:ph type="body" idx="1"/>
          </p:nvPr>
        </p:nvSpPr>
        <p:spPr>
          <a:xfrm>
            <a:off x="933450" y="4416425"/>
            <a:ext cx="5143500" cy="4181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8CB3CFC5-6778-4526-BD83-EC40452963A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37931725" indent="-37474525"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C12C3044-730E-4C35-A504-E7F8E4BF9E99}" type="slidenum">
              <a:rPr lang="en-US" altLang="zh-CN" sz="1200" smtClean="0"/>
              <a:pPr/>
              <a:t>19</a:t>
            </a:fld>
            <a:endParaRPr lang="en-US" altLang="zh-CN" sz="1200"/>
          </a:p>
        </p:txBody>
      </p:sp>
      <p:sp>
        <p:nvSpPr>
          <p:cNvPr id="49155" name="Rectangle 2">
            <a:extLst>
              <a:ext uri="{FF2B5EF4-FFF2-40B4-BE49-F238E27FC236}">
                <a16:creationId xmlns:a16="http://schemas.microsoft.com/office/drawing/2014/main" id="{D1275A18-8419-4163-9D89-161673499CAD}"/>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85EAC07D-CC39-4F35-B709-3E9E320AA743}"/>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1FAB8308-5BEB-4373-9FF8-25C192184E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37931725" indent="-37474525"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A142514B-53DC-4F64-9E32-A4425F8EB812}" type="slidenum">
              <a:rPr lang="en-US" altLang="zh-CN" sz="1200" smtClean="0"/>
              <a:pPr/>
              <a:t>20</a:t>
            </a:fld>
            <a:endParaRPr lang="en-US" altLang="zh-CN" sz="1200"/>
          </a:p>
        </p:txBody>
      </p:sp>
      <p:sp>
        <p:nvSpPr>
          <p:cNvPr id="51203" name="Rectangle 2">
            <a:extLst>
              <a:ext uri="{FF2B5EF4-FFF2-40B4-BE49-F238E27FC236}">
                <a16:creationId xmlns:a16="http://schemas.microsoft.com/office/drawing/2014/main" id="{18D3E95F-981F-464E-9C38-318CD821A152}"/>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87169105-742B-4A2C-8EE1-A76021D40402}"/>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9E9DCE73-CFD7-466C-AB61-CD700CAA9E4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37931725" indent="-37474525"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34CCACAD-5D84-43FD-84DF-676D496C7984}" type="slidenum">
              <a:rPr lang="en-US" altLang="zh-CN" sz="1200" smtClean="0"/>
              <a:pPr/>
              <a:t>21</a:t>
            </a:fld>
            <a:endParaRPr lang="en-US" altLang="zh-CN" sz="1200"/>
          </a:p>
        </p:txBody>
      </p:sp>
      <p:sp>
        <p:nvSpPr>
          <p:cNvPr id="53251" name="Rectangle 2">
            <a:extLst>
              <a:ext uri="{FF2B5EF4-FFF2-40B4-BE49-F238E27FC236}">
                <a16:creationId xmlns:a16="http://schemas.microsoft.com/office/drawing/2014/main" id="{CDD9A232-96D0-440A-9812-B056D0CB178F}"/>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D954A4AE-E3F4-4B28-AA4C-F4B87819AC51}"/>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CD65AB85-DFB4-4F33-B4DE-3371EA4F89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37931725" indent="-37474525"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715EE5CA-EE02-450D-B1B4-6E27F1A08326}" type="slidenum">
              <a:rPr lang="en-US" altLang="zh-CN" sz="1200" smtClean="0"/>
              <a:pPr/>
              <a:t>22</a:t>
            </a:fld>
            <a:endParaRPr lang="en-US" altLang="zh-CN" sz="1200"/>
          </a:p>
        </p:txBody>
      </p:sp>
      <p:sp>
        <p:nvSpPr>
          <p:cNvPr id="55299" name="Rectangle 2">
            <a:extLst>
              <a:ext uri="{FF2B5EF4-FFF2-40B4-BE49-F238E27FC236}">
                <a16:creationId xmlns:a16="http://schemas.microsoft.com/office/drawing/2014/main" id="{911A6725-4736-4B73-8318-51B04EBB14B2}"/>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747CB67A-7915-413B-9451-3190C0C3DE21}"/>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8FC337D7-112B-4B22-AC7A-43F31A3D785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37931725" indent="-37474525"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E302F8A2-B7B0-40C2-B385-855BB364B82D}" type="slidenum">
              <a:rPr lang="en-US" altLang="zh-CN" sz="1200" smtClean="0"/>
              <a:pPr/>
              <a:t>23</a:t>
            </a:fld>
            <a:endParaRPr lang="en-US" altLang="zh-CN" sz="1200"/>
          </a:p>
        </p:txBody>
      </p:sp>
      <p:sp>
        <p:nvSpPr>
          <p:cNvPr id="57347" name="Rectangle 2">
            <a:extLst>
              <a:ext uri="{FF2B5EF4-FFF2-40B4-BE49-F238E27FC236}">
                <a16:creationId xmlns:a16="http://schemas.microsoft.com/office/drawing/2014/main" id="{8838179A-DA2D-48B1-A25D-63FD36CBCF3D}"/>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8EFD724E-EC4E-43DE-A2B8-FECB38E50A17}"/>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59659F68-F822-48A7-8029-54444B6A7D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37931725" indent="-37474525"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5733D3BF-FF66-4CD8-9AD8-0B822E8E2218}" type="slidenum">
              <a:rPr lang="en-US" altLang="zh-CN" sz="1200" smtClean="0"/>
              <a:pPr/>
              <a:t>24</a:t>
            </a:fld>
            <a:endParaRPr lang="en-US" altLang="zh-CN" sz="1200"/>
          </a:p>
        </p:txBody>
      </p:sp>
      <p:sp>
        <p:nvSpPr>
          <p:cNvPr id="59395" name="Rectangle 2">
            <a:extLst>
              <a:ext uri="{FF2B5EF4-FFF2-40B4-BE49-F238E27FC236}">
                <a16:creationId xmlns:a16="http://schemas.microsoft.com/office/drawing/2014/main" id="{7E8EFC8A-83B2-4098-A165-7D56FF75DF16}"/>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1ECC8D78-8E5A-45D3-9DBB-44103F874ADA}"/>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01D4AF5A-2255-432C-9957-57ABB9E328B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ＭＳ Ｐゴシック" panose="020B0600070205080204" pitchFamily="34" charset="-128"/>
              </a:defRPr>
            </a:lvl1pPr>
            <a:lvl2pPr marL="742950" indent="-285750" defTabSz="928688">
              <a:defRPr sz="1600">
                <a:solidFill>
                  <a:schemeClr val="tx1"/>
                </a:solidFill>
                <a:latin typeface="Helvetica" panose="020B0604020202020204" pitchFamily="34" charset="0"/>
                <a:ea typeface="ＭＳ Ｐゴシック" panose="020B0600070205080204" pitchFamily="34" charset="-128"/>
              </a:defRPr>
            </a:lvl2pPr>
            <a:lvl3pPr marL="1143000" indent="-228600" defTabSz="928688">
              <a:defRPr sz="1600">
                <a:solidFill>
                  <a:schemeClr val="tx1"/>
                </a:solidFill>
                <a:latin typeface="Helvetica" panose="020B0604020202020204" pitchFamily="34" charset="0"/>
                <a:ea typeface="ＭＳ Ｐゴシック" panose="020B0600070205080204" pitchFamily="34" charset="-128"/>
              </a:defRPr>
            </a:lvl3pPr>
            <a:lvl4pPr marL="1600200" indent="-228600" defTabSz="928688">
              <a:defRPr sz="1600">
                <a:solidFill>
                  <a:schemeClr val="tx1"/>
                </a:solidFill>
                <a:latin typeface="Helvetica" panose="020B0604020202020204" pitchFamily="34" charset="0"/>
                <a:ea typeface="ＭＳ Ｐゴシック" panose="020B0600070205080204" pitchFamily="34" charset="-128"/>
              </a:defRPr>
            </a:lvl4pPr>
            <a:lvl5pPr marL="2057400" indent="-228600" defTabSz="928688">
              <a:defRPr sz="1600">
                <a:solidFill>
                  <a:schemeClr val="tx1"/>
                </a:solidFill>
                <a:latin typeface="Helvetica"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903C05D8-2E63-4103-8250-BD325CD5584D}" type="slidenum">
              <a:rPr lang="en-US" altLang="en-US" sz="1200" smtClean="0"/>
              <a:pPr/>
              <a:t>26</a:t>
            </a:fld>
            <a:endParaRPr lang="en-US" altLang="en-US" sz="1200"/>
          </a:p>
        </p:txBody>
      </p:sp>
      <p:sp>
        <p:nvSpPr>
          <p:cNvPr id="62467" name="Rectangle 2">
            <a:extLst>
              <a:ext uri="{FF2B5EF4-FFF2-40B4-BE49-F238E27FC236}">
                <a16:creationId xmlns:a16="http://schemas.microsoft.com/office/drawing/2014/main" id="{D24E204F-037E-43C4-AFD2-F3754E98BFA8}"/>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id="{EE2B32C6-75F8-459F-936A-4707DC2CE01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7AB0AE88-41FE-4C98-9237-59C376C2B3F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ＭＳ Ｐゴシック" panose="020B0600070205080204" pitchFamily="34" charset="-128"/>
              </a:defRPr>
            </a:lvl1pPr>
            <a:lvl2pPr marL="742950" indent="-285750" defTabSz="928688">
              <a:defRPr sz="1600">
                <a:solidFill>
                  <a:schemeClr val="tx1"/>
                </a:solidFill>
                <a:latin typeface="Helvetica" panose="020B0604020202020204" pitchFamily="34" charset="0"/>
                <a:ea typeface="ＭＳ Ｐゴシック" panose="020B0600070205080204" pitchFamily="34" charset="-128"/>
              </a:defRPr>
            </a:lvl2pPr>
            <a:lvl3pPr marL="1143000" indent="-228600" defTabSz="928688">
              <a:defRPr sz="1600">
                <a:solidFill>
                  <a:schemeClr val="tx1"/>
                </a:solidFill>
                <a:latin typeface="Helvetica" panose="020B0604020202020204" pitchFamily="34" charset="0"/>
                <a:ea typeface="ＭＳ Ｐゴシック" panose="020B0600070205080204" pitchFamily="34" charset="-128"/>
              </a:defRPr>
            </a:lvl3pPr>
            <a:lvl4pPr marL="1600200" indent="-228600" defTabSz="928688">
              <a:defRPr sz="1600">
                <a:solidFill>
                  <a:schemeClr val="tx1"/>
                </a:solidFill>
                <a:latin typeface="Helvetica" panose="020B0604020202020204" pitchFamily="34" charset="0"/>
                <a:ea typeface="ＭＳ Ｐゴシック" panose="020B0600070205080204" pitchFamily="34" charset="-128"/>
              </a:defRPr>
            </a:lvl4pPr>
            <a:lvl5pPr marL="2057400" indent="-228600" defTabSz="928688">
              <a:defRPr sz="1600">
                <a:solidFill>
                  <a:schemeClr val="tx1"/>
                </a:solidFill>
                <a:latin typeface="Helvetica"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FCE5E491-0CD2-4517-82D0-7431523A96F7}" type="slidenum">
              <a:rPr lang="en-US" altLang="en-US" sz="1200" smtClean="0"/>
              <a:pPr/>
              <a:t>27</a:t>
            </a:fld>
            <a:endParaRPr lang="en-US" altLang="en-US" sz="1200"/>
          </a:p>
        </p:txBody>
      </p:sp>
      <p:sp>
        <p:nvSpPr>
          <p:cNvPr id="64515" name="Rectangle 2">
            <a:extLst>
              <a:ext uri="{FF2B5EF4-FFF2-40B4-BE49-F238E27FC236}">
                <a16:creationId xmlns:a16="http://schemas.microsoft.com/office/drawing/2014/main" id="{FD32DFF7-51D3-4053-966B-47B8C761FD66}"/>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7B00CFCF-97CD-4F97-B1D9-D3400D52379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7C7EA53A-545C-4DC6-89A1-F453E648C78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37931725" indent="-37474525"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FDE05D16-8290-43A6-84F0-A11FBC8A7804}" type="slidenum">
              <a:rPr lang="en-US" altLang="zh-CN" sz="1200" smtClean="0"/>
              <a:pPr/>
              <a:t>29</a:t>
            </a:fld>
            <a:endParaRPr lang="en-US" altLang="zh-CN" sz="1200"/>
          </a:p>
        </p:txBody>
      </p:sp>
      <p:sp>
        <p:nvSpPr>
          <p:cNvPr id="67587" name="Rectangle 2">
            <a:extLst>
              <a:ext uri="{FF2B5EF4-FFF2-40B4-BE49-F238E27FC236}">
                <a16:creationId xmlns:a16="http://schemas.microsoft.com/office/drawing/2014/main" id="{CCB48545-7D6D-4899-8C65-1179B0BA040F}"/>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CD1DA052-6760-4F70-A0C4-97A863FDF695}"/>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081FADC0-C7D2-46FE-8105-9C4F17CD16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37931725" indent="-37474525"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05432418-E0DF-4852-9F61-FE6E3DA540EE}" type="slidenum">
              <a:rPr lang="en-US" altLang="zh-CN" sz="1200" smtClean="0"/>
              <a:pPr/>
              <a:t>30</a:t>
            </a:fld>
            <a:endParaRPr lang="en-US" altLang="zh-CN" sz="1200"/>
          </a:p>
        </p:txBody>
      </p:sp>
      <p:sp>
        <p:nvSpPr>
          <p:cNvPr id="69635" name="Rectangle 2">
            <a:extLst>
              <a:ext uri="{FF2B5EF4-FFF2-40B4-BE49-F238E27FC236}">
                <a16:creationId xmlns:a16="http://schemas.microsoft.com/office/drawing/2014/main" id="{DE3E0B5E-26E6-491C-9ACC-9EE261328A24}"/>
              </a:ext>
            </a:extLst>
          </p:cNvPr>
          <p:cNvSpPr>
            <a:spLocks noGrp="1" noRot="1" noChangeAspect="1" noChangeArrowheads="1" noTextEdit="1"/>
          </p:cNvSpPr>
          <p:nvPr>
            <p:ph type="sldImg"/>
          </p:nvPr>
        </p:nvSpPr>
        <p:spPr>
          <a:ln/>
        </p:spPr>
      </p:sp>
      <p:sp>
        <p:nvSpPr>
          <p:cNvPr id="69636" name="Rectangle 3">
            <a:extLst>
              <a:ext uri="{FF2B5EF4-FFF2-40B4-BE49-F238E27FC236}">
                <a16:creationId xmlns:a16="http://schemas.microsoft.com/office/drawing/2014/main" id="{46A2603B-646E-4827-A1F8-96B19B04582A}"/>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CEB5482C-FAE7-4D2B-880D-F896A0EADF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37931725" indent="-37474525"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E2C54134-E8EA-4576-B3A9-EB4B69EF412D}" type="slidenum">
              <a:rPr lang="en-US" altLang="zh-CN" sz="1200" smtClean="0"/>
              <a:pPr/>
              <a:t>31</a:t>
            </a:fld>
            <a:endParaRPr lang="en-US" altLang="zh-CN" sz="1200"/>
          </a:p>
        </p:txBody>
      </p:sp>
      <p:sp>
        <p:nvSpPr>
          <p:cNvPr id="71683" name="Rectangle 2">
            <a:extLst>
              <a:ext uri="{FF2B5EF4-FFF2-40B4-BE49-F238E27FC236}">
                <a16:creationId xmlns:a16="http://schemas.microsoft.com/office/drawing/2014/main" id="{827D76F3-264F-4E8D-BF8C-E1BC554B6C70}"/>
              </a:ext>
            </a:extLst>
          </p:cNvPr>
          <p:cNvSpPr>
            <a:spLocks noGrp="1" noRot="1" noChangeAspect="1" noChangeArrowheads="1" noTextEdit="1"/>
          </p:cNvSpPr>
          <p:nvPr>
            <p:ph type="sldImg"/>
          </p:nvPr>
        </p:nvSpPr>
        <p:spPr>
          <a:ln/>
        </p:spPr>
      </p:sp>
      <p:sp>
        <p:nvSpPr>
          <p:cNvPr id="71684" name="Rectangle 3">
            <a:extLst>
              <a:ext uri="{FF2B5EF4-FFF2-40B4-BE49-F238E27FC236}">
                <a16:creationId xmlns:a16="http://schemas.microsoft.com/office/drawing/2014/main" id="{3B8CD642-1CEE-4421-A586-16C928A4586D}"/>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4E4FB9E4-183B-4A4E-AB00-501D1977AF8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37931725" indent="-37474525"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DA923107-48B0-4890-92CB-D1BF40C1A3F4}" type="slidenum">
              <a:rPr lang="en-US" altLang="zh-CN" sz="1200" smtClean="0"/>
              <a:pPr/>
              <a:t>32</a:t>
            </a:fld>
            <a:endParaRPr lang="en-US" altLang="zh-CN" sz="1200"/>
          </a:p>
        </p:txBody>
      </p:sp>
      <p:sp>
        <p:nvSpPr>
          <p:cNvPr id="73731" name="Rectangle 2">
            <a:extLst>
              <a:ext uri="{FF2B5EF4-FFF2-40B4-BE49-F238E27FC236}">
                <a16:creationId xmlns:a16="http://schemas.microsoft.com/office/drawing/2014/main" id="{3C70548E-62FD-43C6-B8CC-9E05888203A4}"/>
              </a:ext>
            </a:extLst>
          </p:cNvPr>
          <p:cNvSpPr>
            <a:spLocks noGrp="1" noRot="1" noChangeAspect="1" noChangeArrowheads="1" noTextEdit="1"/>
          </p:cNvSpPr>
          <p:nvPr>
            <p:ph type="sldImg"/>
          </p:nvPr>
        </p:nvSpPr>
        <p:spPr>
          <a:ln/>
        </p:spPr>
      </p:sp>
      <p:sp>
        <p:nvSpPr>
          <p:cNvPr id="73732" name="Rectangle 3">
            <a:extLst>
              <a:ext uri="{FF2B5EF4-FFF2-40B4-BE49-F238E27FC236}">
                <a16:creationId xmlns:a16="http://schemas.microsoft.com/office/drawing/2014/main" id="{B425BDE8-94F4-4E59-8592-43DF855F5314}"/>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CC24E79C-78C9-4376-8DF8-F7AA47D6443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37931725" indent="-37474525"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926032BD-F3CA-4E57-94F5-097B9ECB4E49}" type="slidenum">
              <a:rPr lang="en-US" altLang="zh-CN" sz="1200" smtClean="0"/>
              <a:pPr/>
              <a:t>33</a:t>
            </a:fld>
            <a:endParaRPr lang="en-US" altLang="zh-CN" sz="1200"/>
          </a:p>
        </p:txBody>
      </p:sp>
      <p:sp>
        <p:nvSpPr>
          <p:cNvPr id="75779" name="Rectangle 2">
            <a:extLst>
              <a:ext uri="{FF2B5EF4-FFF2-40B4-BE49-F238E27FC236}">
                <a16:creationId xmlns:a16="http://schemas.microsoft.com/office/drawing/2014/main" id="{A6FA4701-8AB9-4658-B6D3-EEBE8FAAB8F6}"/>
              </a:ext>
            </a:extLst>
          </p:cNvPr>
          <p:cNvSpPr>
            <a:spLocks noGrp="1" noRot="1" noChangeAspect="1" noChangeArrowheads="1" noTextEdit="1"/>
          </p:cNvSpPr>
          <p:nvPr>
            <p:ph type="sldImg"/>
          </p:nvPr>
        </p:nvSpPr>
        <p:spPr>
          <a:ln/>
        </p:spPr>
      </p:sp>
      <p:sp>
        <p:nvSpPr>
          <p:cNvPr id="75780" name="Rectangle 3">
            <a:extLst>
              <a:ext uri="{FF2B5EF4-FFF2-40B4-BE49-F238E27FC236}">
                <a16:creationId xmlns:a16="http://schemas.microsoft.com/office/drawing/2014/main" id="{AB8B70B6-F9D8-4D09-B7E0-FB3CA4D8CAA5}"/>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C5092354-3888-45E3-93BD-C8330C7855B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37931725" indent="-37474525"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5846E4F4-5362-4C8E-B76B-9A1B8D57A3C8}" type="slidenum">
              <a:rPr lang="en-US" altLang="zh-CN" sz="1200" smtClean="0"/>
              <a:pPr/>
              <a:t>34</a:t>
            </a:fld>
            <a:endParaRPr lang="en-US" altLang="zh-CN" sz="1200"/>
          </a:p>
        </p:txBody>
      </p:sp>
      <p:sp>
        <p:nvSpPr>
          <p:cNvPr id="77827" name="Rectangle 2">
            <a:extLst>
              <a:ext uri="{FF2B5EF4-FFF2-40B4-BE49-F238E27FC236}">
                <a16:creationId xmlns:a16="http://schemas.microsoft.com/office/drawing/2014/main" id="{47DEF6B6-924E-47E8-8A80-6252D08E3D6E}"/>
              </a:ext>
            </a:extLst>
          </p:cNvPr>
          <p:cNvSpPr>
            <a:spLocks noGrp="1" noRot="1" noChangeAspect="1" noChangeArrowheads="1" noTextEdit="1"/>
          </p:cNvSpPr>
          <p:nvPr>
            <p:ph type="sldImg"/>
          </p:nvPr>
        </p:nvSpPr>
        <p:spPr>
          <a:ln/>
        </p:spPr>
      </p:sp>
      <p:sp>
        <p:nvSpPr>
          <p:cNvPr id="77828" name="Rectangle 3">
            <a:extLst>
              <a:ext uri="{FF2B5EF4-FFF2-40B4-BE49-F238E27FC236}">
                <a16:creationId xmlns:a16="http://schemas.microsoft.com/office/drawing/2014/main" id="{2D97949C-11AC-469F-913B-5D7082EFBEB0}"/>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6B08E166-D954-447B-9DC1-B5C6852A93F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37931725" indent="-37474525"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4392D80A-25E4-4DF6-8CFB-EAC85A087922}" type="slidenum">
              <a:rPr lang="en-US" altLang="zh-CN" sz="1200" smtClean="0"/>
              <a:pPr/>
              <a:t>35</a:t>
            </a:fld>
            <a:endParaRPr lang="en-US" altLang="zh-CN" sz="1200"/>
          </a:p>
        </p:txBody>
      </p:sp>
      <p:sp>
        <p:nvSpPr>
          <p:cNvPr id="79875" name="Rectangle 2">
            <a:extLst>
              <a:ext uri="{FF2B5EF4-FFF2-40B4-BE49-F238E27FC236}">
                <a16:creationId xmlns:a16="http://schemas.microsoft.com/office/drawing/2014/main" id="{48310498-DBF5-49F1-A1BC-A860EC8C833B}"/>
              </a:ext>
            </a:extLst>
          </p:cNvPr>
          <p:cNvSpPr>
            <a:spLocks noGrp="1" noRot="1" noChangeAspect="1" noChangeArrowheads="1" noTextEdit="1"/>
          </p:cNvSpPr>
          <p:nvPr>
            <p:ph type="sldImg"/>
          </p:nvPr>
        </p:nvSpPr>
        <p:spPr>
          <a:ln/>
        </p:spPr>
      </p:sp>
      <p:sp>
        <p:nvSpPr>
          <p:cNvPr id="79876" name="Rectangle 3">
            <a:extLst>
              <a:ext uri="{FF2B5EF4-FFF2-40B4-BE49-F238E27FC236}">
                <a16:creationId xmlns:a16="http://schemas.microsoft.com/office/drawing/2014/main" id="{303F8902-DDA2-4B40-BA6F-B1A4C714A75B}"/>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7ED1D6D0-1CE9-4C7A-AD62-AFE5F008AC8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37931725" indent="-37474525"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1E64C261-A09E-478F-BCDB-A17C3C36AC28}" type="slidenum">
              <a:rPr lang="en-US" altLang="zh-CN" sz="1200" smtClean="0"/>
              <a:pPr/>
              <a:t>36</a:t>
            </a:fld>
            <a:endParaRPr lang="en-US" altLang="zh-CN" sz="1200"/>
          </a:p>
        </p:txBody>
      </p:sp>
      <p:sp>
        <p:nvSpPr>
          <p:cNvPr id="81923" name="Rectangle 2">
            <a:extLst>
              <a:ext uri="{FF2B5EF4-FFF2-40B4-BE49-F238E27FC236}">
                <a16:creationId xmlns:a16="http://schemas.microsoft.com/office/drawing/2014/main" id="{98C6F319-84CD-4352-AEEC-61D2EDC1A0D5}"/>
              </a:ext>
            </a:extLst>
          </p:cNvPr>
          <p:cNvSpPr>
            <a:spLocks noGrp="1" noRot="1" noChangeAspect="1" noChangeArrowheads="1" noTextEdit="1"/>
          </p:cNvSpPr>
          <p:nvPr>
            <p:ph type="sldImg"/>
          </p:nvPr>
        </p:nvSpPr>
        <p:spPr>
          <a:ln/>
        </p:spPr>
      </p:sp>
      <p:sp>
        <p:nvSpPr>
          <p:cNvPr id="81924" name="Rectangle 3">
            <a:extLst>
              <a:ext uri="{FF2B5EF4-FFF2-40B4-BE49-F238E27FC236}">
                <a16:creationId xmlns:a16="http://schemas.microsoft.com/office/drawing/2014/main" id="{D845026B-9BE0-43F7-891E-32C9307535DF}"/>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D59F0D6E-AB9D-478C-B4BE-0D0D7E51AD3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37931725" indent="-37474525"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1F6CB9A8-10AC-43FA-8235-95E382569432}" type="slidenum">
              <a:rPr lang="en-US" altLang="zh-CN" sz="1200" smtClean="0"/>
              <a:pPr/>
              <a:t>37</a:t>
            </a:fld>
            <a:endParaRPr lang="en-US" altLang="zh-CN" sz="1200"/>
          </a:p>
        </p:txBody>
      </p:sp>
      <p:sp>
        <p:nvSpPr>
          <p:cNvPr id="83971" name="Rectangle 2">
            <a:extLst>
              <a:ext uri="{FF2B5EF4-FFF2-40B4-BE49-F238E27FC236}">
                <a16:creationId xmlns:a16="http://schemas.microsoft.com/office/drawing/2014/main" id="{20386869-15C0-40EA-9248-E1DA91729812}"/>
              </a:ext>
            </a:extLst>
          </p:cNvPr>
          <p:cNvSpPr>
            <a:spLocks noGrp="1" noRot="1" noChangeAspect="1" noChangeArrowheads="1" noTextEdit="1"/>
          </p:cNvSpPr>
          <p:nvPr>
            <p:ph type="sldImg"/>
          </p:nvPr>
        </p:nvSpPr>
        <p:spPr>
          <a:ln/>
        </p:spPr>
      </p:sp>
      <p:sp>
        <p:nvSpPr>
          <p:cNvPr id="83972" name="Rectangle 3">
            <a:extLst>
              <a:ext uri="{FF2B5EF4-FFF2-40B4-BE49-F238E27FC236}">
                <a16:creationId xmlns:a16="http://schemas.microsoft.com/office/drawing/2014/main" id="{EA3720B9-D27B-4EB4-88AF-AEF7225541DE}"/>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51FE7F9B-EB2E-4F20-9D8F-12A7E7182C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37931725" indent="-37474525"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F8F34F22-00BC-42C0-982A-5DC145C44F77}" type="slidenum">
              <a:rPr lang="en-US" altLang="zh-CN" sz="1200" smtClean="0"/>
              <a:pPr/>
              <a:t>38</a:t>
            </a:fld>
            <a:endParaRPr lang="en-US" altLang="zh-CN" sz="1200"/>
          </a:p>
        </p:txBody>
      </p:sp>
      <p:sp>
        <p:nvSpPr>
          <p:cNvPr id="86019" name="Rectangle 2">
            <a:extLst>
              <a:ext uri="{FF2B5EF4-FFF2-40B4-BE49-F238E27FC236}">
                <a16:creationId xmlns:a16="http://schemas.microsoft.com/office/drawing/2014/main" id="{E3B8DB9D-31D5-4924-9F63-2937DAC8BAEA}"/>
              </a:ext>
            </a:extLst>
          </p:cNvPr>
          <p:cNvSpPr>
            <a:spLocks noGrp="1" noRot="1" noChangeAspect="1" noChangeArrowheads="1" noTextEdit="1"/>
          </p:cNvSpPr>
          <p:nvPr>
            <p:ph type="sldImg"/>
          </p:nvPr>
        </p:nvSpPr>
        <p:spPr>
          <a:ln/>
        </p:spPr>
      </p:sp>
      <p:sp>
        <p:nvSpPr>
          <p:cNvPr id="86020" name="Rectangle 3">
            <a:extLst>
              <a:ext uri="{FF2B5EF4-FFF2-40B4-BE49-F238E27FC236}">
                <a16:creationId xmlns:a16="http://schemas.microsoft.com/office/drawing/2014/main" id="{45EBC0EF-50EE-45A6-8B5A-7D32ABD5B334}"/>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BA33449F-8D65-4876-9D94-99C59EC451C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37931725" indent="-37474525"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B3DFD27A-EC0E-40D3-875A-9DEEA70CEC9A}" type="slidenum">
              <a:rPr lang="en-US" altLang="zh-CN" sz="1200" smtClean="0"/>
              <a:pPr/>
              <a:t>39</a:t>
            </a:fld>
            <a:endParaRPr lang="en-US" altLang="zh-CN" sz="1200"/>
          </a:p>
        </p:txBody>
      </p:sp>
      <p:sp>
        <p:nvSpPr>
          <p:cNvPr id="88067" name="Rectangle 2">
            <a:extLst>
              <a:ext uri="{FF2B5EF4-FFF2-40B4-BE49-F238E27FC236}">
                <a16:creationId xmlns:a16="http://schemas.microsoft.com/office/drawing/2014/main" id="{8DA6B524-E8CF-418C-8F58-5103F2870F85}"/>
              </a:ext>
            </a:extLst>
          </p:cNvPr>
          <p:cNvSpPr>
            <a:spLocks noGrp="1" noRot="1" noChangeAspect="1" noChangeArrowheads="1" noTextEdit="1"/>
          </p:cNvSpPr>
          <p:nvPr>
            <p:ph type="sldImg"/>
          </p:nvPr>
        </p:nvSpPr>
        <p:spPr>
          <a:ln/>
        </p:spPr>
      </p:sp>
      <p:sp>
        <p:nvSpPr>
          <p:cNvPr id="88068" name="Rectangle 3">
            <a:extLst>
              <a:ext uri="{FF2B5EF4-FFF2-40B4-BE49-F238E27FC236}">
                <a16:creationId xmlns:a16="http://schemas.microsoft.com/office/drawing/2014/main" id="{54FF870A-D022-430D-A1F8-089E4A0BB5C3}"/>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9225EC1E-59DE-4AFF-9F21-02B7AFBE33C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37931725" indent="-37474525"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8992F38A-A02E-4E03-B6E4-A6EB884AB2CF}" type="slidenum">
              <a:rPr lang="en-US" altLang="zh-CN" sz="1200" smtClean="0"/>
              <a:pPr/>
              <a:t>40</a:t>
            </a:fld>
            <a:endParaRPr lang="en-US" altLang="zh-CN" sz="1200"/>
          </a:p>
        </p:txBody>
      </p:sp>
      <p:sp>
        <p:nvSpPr>
          <p:cNvPr id="90115" name="Rectangle 2">
            <a:extLst>
              <a:ext uri="{FF2B5EF4-FFF2-40B4-BE49-F238E27FC236}">
                <a16:creationId xmlns:a16="http://schemas.microsoft.com/office/drawing/2014/main" id="{8F838D76-D21C-49FE-8733-EE2CA61475A2}"/>
              </a:ext>
            </a:extLst>
          </p:cNvPr>
          <p:cNvSpPr>
            <a:spLocks noGrp="1" noRot="1" noChangeAspect="1" noChangeArrowheads="1" noTextEdit="1"/>
          </p:cNvSpPr>
          <p:nvPr>
            <p:ph type="sldImg"/>
          </p:nvPr>
        </p:nvSpPr>
        <p:spPr>
          <a:ln/>
        </p:spPr>
      </p:sp>
      <p:sp>
        <p:nvSpPr>
          <p:cNvPr id="90116" name="Rectangle 3">
            <a:extLst>
              <a:ext uri="{FF2B5EF4-FFF2-40B4-BE49-F238E27FC236}">
                <a16:creationId xmlns:a16="http://schemas.microsoft.com/office/drawing/2014/main" id="{C7397D16-82C3-4B62-A523-5B3125F805BB}"/>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1998225D-949D-4E7C-BD69-A0111CED025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37931725" indent="-37474525"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C5A78C12-E43D-493B-AFC6-E958A37DA9F7}" type="slidenum">
              <a:rPr lang="en-US" altLang="zh-CN" sz="1200" smtClean="0"/>
              <a:pPr/>
              <a:t>41</a:t>
            </a:fld>
            <a:endParaRPr lang="en-US" altLang="zh-CN" sz="1200"/>
          </a:p>
        </p:txBody>
      </p:sp>
      <p:sp>
        <p:nvSpPr>
          <p:cNvPr id="92163" name="Rectangle 2">
            <a:extLst>
              <a:ext uri="{FF2B5EF4-FFF2-40B4-BE49-F238E27FC236}">
                <a16:creationId xmlns:a16="http://schemas.microsoft.com/office/drawing/2014/main" id="{58F31533-8550-4001-BA40-6F67387A2A55}"/>
              </a:ext>
            </a:extLst>
          </p:cNvPr>
          <p:cNvSpPr>
            <a:spLocks noGrp="1" noRot="1" noChangeAspect="1" noChangeArrowheads="1" noTextEdit="1"/>
          </p:cNvSpPr>
          <p:nvPr>
            <p:ph type="sldImg"/>
          </p:nvPr>
        </p:nvSpPr>
        <p:spPr>
          <a:ln/>
        </p:spPr>
      </p:sp>
      <p:sp>
        <p:nvSpPr>
          <p:cNvPr id="92164" name="Rectangle 3">
            <a:extLst>
              <a:ext uri="{FF2B5EF4-FFF2-40B4-BE49-F238E27FC236}">
                <a16:creationId xmlns:a16="http://schemas.microsoft.com/office/drawing/2014/main" id="{0DE925DE-B992-4EAC-8902-910E90223C86}"/>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A05221FD-E6D4-4E3C-B329-2E26D555422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37931725" indent="-37474525"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D7157D52-F620-4113-B204-2B44458BC6B7}" type="slidenum">
              <a:rPr lang="en-US" altLang="zh-CN" sz="1200" smtClean="0"/>
              <a:pPr/>
              <a:t>42</a:t>
            </a:fld>
            <a:endParaRPr lang="en-US" altLang="zh-CN" sz="1200"/>
          </a:p>
        </p:txBody>
      </p:sp>
      <p:sp>
        <p:nvSpPr>
          <p:cNvPr id="94211" name="Rectangle 2">
            <a:extLst>
              <a:ext uri="{FF2B5EF4-FFF2-40B4-BE49-F238E27FC236}">
                <a16:creationId xmlns:a16="http://schemas.microsoft.com/office/drawing/2014/main" id="{FF846591-67BD-46DD-B95B-DF24E2C9A76C}"/>
              </a:ext>
            </a:extLst>
          </p:cNvPr>
          <p:cNvSpPr>
            <a:spLocks noGrp="1" noRot="1" noChangeAspect="1" noChangeArrowheads="1" noTextEdit="1"/>
          </p:cNvSpPr>
          <p:nvPr>
            <p:ph type="sldImg"/>
          </p:nvPr>
        </p:nvSpPr>
        <p:spPr>
          <a:ln/>
        </p:spPr>
      </p:sp>
      <p:sp>
        <p:nvSpPr>
          <p:cNvPr id="94212" name="Rectangle 3">
            <a:extLst>
              <a:ext uri="{FF2B5EF4-FFF2-40B4-BE49-F238E27FC236}">
                <a16:creationId xmlns:a16="http://schemas.microsoft.com/office/drawing/2014/main" id="{DBE79F6D-3769-41B1-9BB4-37CFDAD9AA75}"/>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a:extLst>
              <a:ext uri="{FF2B5EF4-FFF2-40B4-BE49-F238E27FC236}">
                <a16:creationId xmlns:a16="http://schemas.microsoft.com/office/drawing/2014/main" id="{9A9366DE-26A0-4BF7-A493-D32A6FBC0D3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ＭＳ Ｐゴシック" panose="020B0600070205080204" pitchFamily="34" charset="-128"/>
              </a:defRPr>
            </a:lvl1pPr>
            <a:lvl2pPr marL="742950" indent="-285750" defTabSz="928688">
              <a:defRPr sz="1600">
                <a:solidFill>
                  <a:schemeClr val="tx1"/>
                </a:solidFill>
                <a:latin typeface="Helvetica" panose="020B0604020202020204" pitchFamily="34" charset="0"/>
                <a:ea typeface="ＭＳ Ｐゴシック" panose="020B0600070205080204" pitchFamily="34" charset="-128"/>
              </a:defRPr>
            </a:lvl2pPr>
            <a:lvl3pPr marL="1143000" indent="-228600" defTabSz="928688">
              <a:defRPr sz="1600">
                <a:solidFill>
                  <a:schemeClr val="tx1"/>
                </a:solidFill>
                <a:latin typeface="Helvetica" panose="020B0604020202020204" pitchFamily="34" charset="0"/>
                <a:ea typeface="ＭＳ Ｐゴシック" panose="020B0600070205080204" pitchFamily="34" charset="-128"/>
              </a:defRPr>
            </a:lvl3pPr>
            <a:lvl4pPr marL="1600200" indent="-228600" defTabSz="928688">
              <a:defRPr sz="1600">
                <a:solidFill>
                  <a:schemeClr val="tx1"/>
                </a:solidFill>
                <a:latin typeface="Helvetica" panose="020B0604020202020204" pitchFamily="34" charset="0"/>
                <a:ea typeface="ＭＳ Ｐゴシック" panose="020B0600070205080204" pitchFamily="34" charset="-128"/>
              </a:defRPr>
            </a:lvl4pPr>
            <a:lvl5pPr marL="2057400" indent="-228600" defTabSz="928688">
              <a:defRPr sz="1600">
                <a:solidFill>
                  <a:schemeClr val="tx1"/>
                </a:solidFill>
                <a:latin typeface="Helvetica"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9AAB4497-EEE1-4F31-9E14-5E09B9225546}" type="slidenum">
              <a:rPr lang="en-US" altLang="en-US" sz="1200" smtClean="0"/>
              <a:pPr/>
              <a:t>44</a:t>
            </a:fld>
            <a:endParaRPr lang="en-US" altLang="en-US" sz="1200"/>
          </a:p>
        </p:txBody>
      </p:sp>
      <p:sp>
        <p:nvSpPr>
          <p:cNvPr id="96259" name="Rectangle 2">
            <a:extLst>
              <a:ext uri="{FF2B5EF4-FFF2-40B4-BE49-F238E27FC236}">
                <a16:creationId xmlns:a16="http://schemas.microsoft.com/office/drawing/2014/main" id="{B70B50B9-1AAF-46E9-B561-7178F6848731}"/>
              </a:ext>
            </a:extLst>
          </p:cNvPr>
          <p:cNvSpPr>
            <a:spLocks noGrp="1" noRot="1" noChangeAspect="1" noChangeArrowheads="1" noTextEdit="1"/>
          </p:cNvSpPr>
          <p:nvPr>
            <p:ph type="sldImg"/>
          </p:nvPr>
        </p:nvSpPr>
        <p:spPr>
          <a:ln/>
        </p:spPr>
      </p:sp>
      <p:sp>
        <p:nvSpPr>
          <p:cNvPr id="96260" name="Rectangle 3">
            <a:extLst>
              <a:ext uri="{FF2B5EF4-FFF2-40B4-BE49-F238E27FC236}">
                <a16:creationId xmlns:a16="http://schemas.microsoft.com/office/drawing/2014/main" id="{71872CDF-61FF-4B39-8599-3CA94FD3821C}"/>
              </a:ext>
            </a:extLst>
          </p:cNvPr>
          <p:cNvSpPr>
            <a:spLocks noGrp="1" noChangeArrowheads="1"/>
          </p:cNvSpPr>
          <p:nvPr>
            <p:ph type="body" idx="1"/>
          </p:nvPr>
        </p:nvSpPr>
        <p:spPr>
          <a:xfrm>
            <a:off x="933450" y="4416425"/>
            <a:ext cx="5143500" cy="4181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D992745A-3FD9-4025-A02A-242E6092AAB3}"/>
              </a:ext>
            </a:extLst>
          </p:cNvPr>
          <p:cNvSpPr>
            <a:spLocks noGrp="1" noRot="1" noChangeAspect="1" noChangeArrowheads="1" noTextEdit="1"/>
          </p:cNvSpPr>
          <p:nvPr>
            <p:ph type="sldImg"/>
          </p:nvPr>
        </p:nvSpPr>
        <p:spPr>
          <a:ln/>
        </p:spPr>
      </p:sp>
      <p:sp>
        <p:nvSpPr>
          <p:cNvPr id="98307" name="Rectangle 3">
            <a:extLst>
              <a:ext uri="{FF2B5EF4-FFF2-40B4-BE49-F238E27FC236}">
                <a16:creationId xmlns:a16="http://schemas.microsoft.com/office/drawing/2014/main" id="{CF0BAB78-1BE9-456C-BE0E-800C7C6B732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2618190C-5C50-46E3-A0BF-223FFE484801}"/>
              </a:ext>
            </a:extLst>
          </p:cNvPr>
          <p:cNvSpPr>
            <a:spLocks noGrp="1" noRot="1" noChangeAspect="1" noChangeArrowheads="1" noTextEdit="1"/>
          </p:cNvSpPr>
          <p:nvPr>
            <p:ph type="sldImg"/>
          </p:nvPr>
        </p:nvSpPr>
        <p:spPr>
          <a:ln/>
        </p:spPr>
      </p:sp>
      <p:sp>
        <p:nvSpPr>
          <p:cNvPr id="111619" name="Rectangle 3">
            <a:extLst>
              <a:ext uri="{FF2B5EF4-FFF2-40B4-BE49-F238E27FC236}">
                <a16:creationId xmlns:a16="http://schemas.microsoft.com/office/drawing/2014/main" id="{24857369-0667-4A83-8F4B-0CD5614E366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a:extLst>
              <a:ext uri="{FF2B5EF4-FFF2-40B4-BE49-F238E27FC236}">
                <a16:creationId xmlns:a16="http://schemas.microsoft.com/office/drawing/2014/main" id="{FAE76F57-78F1-4E8B-A6E6-FF90C055FB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ＭＳ Ｐゴシック" panose="020B0600070205080204" pitchFamily="34" charset="-128"/>
              </a:defRPr>
            </a:lvl1pPr>
            <a:lvl2pPr marL="742950" indent="-285750" defTabSz="928688">
              <a:defRPr sz="1600">
                <a:solidFill>
                  <a:schemeClr val="tx1"/>
                </a:solidFill>
                <a:latin typeface="Helvetica" panose="020B0604020202020204" pitchFamily="34" charset="0"/>
                <a:ea typeface="ＭＳ Ｐゴシック" panose="020B0600070205080204" pitchFamily="34" charset="-128"/>
              </a:defRPr>
            </a:lvl2pPr>
            <a:lvl3pPr marL="1143000" indent="-228600" defTabSz="928688">
              <a:defRPr sz="1600">
                <a:solidFill>
                  <a:schemeClr val="tx1"/>
                </a:solidFill>
                <a:latin typeface="Helvetica" panose="020B0604020202020204" pitchFamily="34" charset="0"/>
                <a:ea typeface="ＭＳ Ｐゴシック" panose="020B0600070205080204" pitchFamily="34" charset="-128"/>
              </a:defRPr>
            </a:lvl3pPr>
            <a:lvl4pPr marL="1600200" indent="-228600" defTabSz="928688">
              <a:defRPr sz="1600">
                <a:solidFill>
                  <a:schemeClr val="tx1"/>
                </a:solidFill>
                <a:latin typeface="Helvetica" panose="020B0604020202020204" pitchFamily="34" charset="0"/>
                <a:ea typeface="ＭＳ Ｐゴシック" panose="020B0600070205080204" pitchFamily="34" charset="-128"/>
              </a:defRPr>
            </a:lvl4pPr>
            <a:lvl5pPr marL="2057400" indent="-228600" defTabSz="928688">
              <a:defRPr sz="1600">
                <a:solidFill>
                  <a:schemeClr val="tx1"/>
                </a:solidFill>
                <a:latin typeface="Helvetica"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9DFEA032-A63B-4477-BDB2-1669CE17A6AE}" type="slidenum">
              <a:rPr lang="en-US" altLang="en-US" sz="1200" smtClean="0"/>
              <a:pPr/>
              <a:t>58</a:t>
            </a:fld>
            <a:endParaRPr lang="en-US" altLang="en-US" sz="1200"/>
          </a:p>
        </p:txBody>
      </p:sp>
      <p:sp>
        <p:nvSpPr>
          <p:cNvPr id="113667" name="Rectangle 2">
            <a:extLst>
              <a:ext uri="{FF2B5EF4-FFF2-40B4-BE49-F238E27FC236}">
                <a16:creationId xmlns:a16="http://schemas.microsoft.com/office/drawing/2014/main" id="{B80DAE83-AB16-4A2E-8A1B-08BF2CD2A09A}"/>
              </a:ext>
            </a:extLst>
          </p:cNvPr>
          <p:cNvSpPr>
            <a:spLocks noGrp="1" noRot="1" noChangeAspect="1" noChangeArrowheads="1" noTextEdit="1"/>
          </p:cNvSpPr>
          <p:nvPr>
            <p:ph type="sldImg"/>
          </p:nvPr>
        </p:nvSpPr>
        <p:spPr>
          <a:ln/>
        </p:spPr>
      </p:sp>
      <p:sp>
        <p:nvSpPr>
          <p:cNvPr id="113668" name="Rectangle 3">
            <a:extLst>
              <a:ext uri="{FF2B5EF4-FFF2-40B4-BE49-F238E27FC236}">
                <a16:creationId xmlns:a16="http://schemas.microsoft.com/office/drawing/2014/main" id="{5CB026A8-6050-409D-BB42-0273409CACB4}"/>
              </a:ext>
            </a:extLst>
          </p:cNvPr>
          <p:cNvSpPr>
            <a:spLocks noGrp="1" noChangeArrowheads="1"/>
          </p:cNvSpPr>
          <p:nvPr>
            <p:ph type="body" idx="1"/>
          </p:nvPr>
        </p:nvSpPr>
        <p:spPr>
          <a:xfrm>
            <a:off x="933450" y="4416425"/>
            <a:ext cx="5143500" cy="4181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a:extLst>
              <a:ext uri="{FF2B5EF4-FFF2-40B4-BE49-F238E27FC236}">
                <a16:creationId xmlns:a16="http://schemas.microsoft.com/office/drawing/2014/main" id="{04A043A0-40E4-453E-924C-E69E2C6F9EC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ＭＳ Ｐゴシック" panose="020B0600070205080204" pitchFamily="34" charset="-128"/>
              </a:defRPr>
            </a:lvl1pPr>
            <a:lvl2pPr marL="742950" indent="-285750" defTabSz="928688">
              <a:defRPr sz="1600">
                <a:solidFill>
                  <a:schemeClr val="tx1"/>
                </a:solidFill>
                <a:latin typeface="Helvetica" panose="020B0604020202020204" pitchFamily="34" charset="0"/>
                <a:ea typeface="ＭＳ Ｐゴシック" panose="020B0600070205080204" pitchFamily="34" charset="-128"/>
              </a:defRPr>
            </a:lvl2pPr>
            <a:lvl3pPr marL="1143000" indent="-228600" defTabSz="928688">
              <a:defRPr sz="1600">
                <a:solidFill>
                  <a:schemeClr val="tx1"/>
                </a:solidFill>
                <a:latin typeface="Helvetica" panose="020B0604020202020204" pitchFamily="34" charset="0"/>
                <a:ea typeface="ＭＳ Ｐゴシック" panose="020B0600070205080204" pitchFamily="34" charset="-128"/>
              </a:defRPr>
            </a:lvl3pPr>
            <a:lvl4pPr marL="1600200" indent="-228600" defTabSz="928688">
              <a:defRPr sz="1600">
                <a:solidFill>
                  <a:schemeClr val="tx1"/>
                </a:solidFill>
                <a:latin typeface="Helvetica" panose="020B0604020202020204" pitchFamily="34" charset="0"/>
                <a:ea typeface="ＭＳ Ｐゴシック" panose="020B0600070205080204" pitchFamily="34" charset="-128"/>
              </a:defRPr>
            </a:lvl4pPr>
            <a:lvl5pPr marL="2057400" indent="-228600" defTabSz="928688">
              <a:defRPr sz="1600">
                <a:solidFill>
                  <a:schemeClr val="tx1"/>
                </a:solidFill>
                <a:latin typeface="Helvetica"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41060A84-AF30-4E95-90B9-83B8C1A21F88}" type="slidenum">
              <a:rPr lang="en-US" altLang="en-US" sz="1200" smtClean="0"/>
              <a:pPr/>
              <a:t>59</a:t>
            </a:fld>
            <a:endParaRPr lang="en-US" altLang="en-US" sz="1200"/>
          </a:p>
        </p:txBody>
      </p:sp>
      <p:sp>
        <p:nvSpPr>
          <p:cNvPr id="115715" name="Rectangle 2">
            <a:extLst>
              <a:ext uri="{FF2B5EF4-FFF2-40B4-BE49-F238E27FC236}">
                <a16:creationId xmlns:a16="http://schemas.microsoft.com/office/drawing/2014/main" id="{6FD52CEA-CE59-493E-8E9C-3ABDCFBC8910}"/>
              </a:ext>
            </a:extLst>
          </p:cNvPr>
          <p:cNvSpPr>
            <a:spLocks noGrp="1" noRot="1" noChangeAspect="1" noChangeArrowheads="1" noTextEdit="1"/>
          </p:cNvSpPr>
          <p:nvPr>
            <p:ph type="sldImg"/>
          </p:nvPr>
        </p:nvSpPr>
        <p:spPr>
          <a:ln/>
        </p:spPr>
      </p:sp>
      <p:sp>
        <p:nvSpPr>
          <p:cNvPr id="115716" name="Rectangle 3">
            <a:extLst>
              <a:ext uri="{FF2B5EF4-FFF2-40B4-BE49-F238E27FC236}">
                <a16:creationId xmlns:a16="http://schemas.microsoft.com/office/drawing/2014/main" id="{90274132-2EF9-42E1-9057-A4304498459E}"/>
              </a:ext>
            </a:extLst>
          </p:cNvPr>
          <p:cNvSpPr>
            <a:spLocks noGrp="1" noChangeArrowheads="1"/>
          </p:cNvSpPr>
          <p:nvPr>
            <p:ph type="body" idx="1"/>
          </p:nvPr>
        </p:nvSpPr>
        <p:spPr>
          <a:xfrm>
            <a:off x="933450" y="4416425"/>
            <a:ext cx="5143500" cy="4181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a:extLst>
              <a:ext uri="{FF2B5EF4-FFF2-40B4-BE49-F238E27FC236}">
                <a16:creationId xmlns:a16="http://schemas.microsoft.com/office/drawing/2014/main" id="{DDA92CC4-2791-4150-8EE2-11ABA3C8B00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37931725" indent="-37474525"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F6329F0A-F7F6-49DC-8008-10604847EF3F}" type="slidenum">
              <a:rPr lang="en-US" altLang="zh-CN" sz="1200" smtClean="0"/>
              <a:pPr/>
              <a:t>60</a:t>
            </a:fld>
            <a:endParaRPr lang="en-US" altLang="zh-CN" sz="1200"/>
          </a:p>
        </p:txBody>
      </p:sp>
      <p:sp>
        <p:nvSpPr>
          <p:cNvPr id="117763" name="Rectangle 2">
            <a:extLst>
              <a:ext uri="{FF2B5EF4-FFF2-40B4-BE49-F238E27FC236}">
                <a16:creationId xmlns:a16="http://schemas.microsoft.com/office/drawing/2014/main" id="{305BDC8A-6405-4EB8-A39C-D42AEB3E4B1C}"/>
              </a:ext>
            </a:extLst>
          </p:cNvPr>
          <p:cNvSpPr>
            <a:spLocks noGrp="1" noRot="1" noChangeAspect="1" noChangeArrowheads="1" noTextEdit="1"/>
          </p:cNvSpPr>
          <p:nvPr>
            <p:ph type="sldImg"/>
          </p:nvPr>
        </p:nvSpPr>
        <p:spPr>
          <a:ln/>
        </p:spPr>
      </p:sp>
      <p:sp>
        <p:nvSpPr>
          <p:cNvPr id="117764" name="Rectangle 3">
            <a:extLst>
              <a:ext uri="{FF2B5EF4-FFF2-40B4-BE49-F238E27FC236}">
                <a16:creationId xmlns:a16="http://schemas.microsoft.com/office/drawing/2014/main" id="{C9904C38-27BC-4F21-9AE0-618D2BB98D87}"/>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a:extLst>
              <a:ext uri="{FF2B5EF4-FFF2-40B4-BE49-F238E27FC236}">
                <a16:creationId xmlns:a16="http://schemas.microsoft.com/office/drawing/2014/main" id="{75BC1C70-3332-40E2-99CD-CB42783EE9A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37931725" indent="-37474525"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F0137EB1-4140-4342-BC3A-78801A7676D4}" type="slidenum">
              <a:rPr lang="en-US" altLang="zh-CN" sz="1200" smtClean="0"/>
              <a:pPr/>
              <a:t>62</a:t>
            </a:fld>
            <a:endParaRPr lang="en-US" altLang="zh-CN" sz="1200"/>
          </a:p>
        </p:txBody>
      </p:sp>
      <p:sp>
        <p:nvSpPr>
          <p:cNvPr id="120835" name="Rectangle 2">
            <a:extLst>
              <a:ext uri="{FF2B5EF4-FFF2-40B4-BE49-F238E27FC236}">
                <a16:creationId xmlns:a16="http://schemas.microsoft.com/office/drawing/2014/main" id="{064A15D8-4E0A-4662-B41F-4E77CDB287F5}"/>
              </a:ext>
            </a:extLst>
          </p:cNvPr>
          <p:cNvSpPr>
            <a:spLocks noGrp="1" noRot="1" noChangeAspect="1" noChangeArrowheads="1" noTextEdit="1"/>
          </p:cNvSpPr>
          <p:nvPr>
            <p:ph type="sldImg"/>
          </p:nvPr>
        </p:nvSpPr>
        <p:spPr>
          <a:ln/>
        </p:spPr>
      </p:sp>
      <p:sp>
        <p:nvSpPr>
          <p:cNvPr id="120836" name="Rectangle 3">
            <a:extLst>
              <a:ext uri="{FF2B5EF4-FFF2-40B4-BE49-F238E27FC236}">
                <a16:creationId xmlns:a16="http://schemas.microsoft.com/office/drawing/2014/main" id="{FE6BB7DE-3106-4CAD-8D94-01B66031B741}"/>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a:extLst>
              <a:ext uri="{FF2B5EF4-FFF2-40B4-BE49-F238E27FC236}">
                <a16:creationId xmlns:a16="http://schemas.microsoft.com/office/drawing/2014/main" id="{108948E0-A374-4BE9-9692-11208E419A2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37931725" indent="-37474525"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17343868-567A-42D4-9605-7DC417B3D36E}" type="slidenum">
              <a:rPr lang="en-US" altLang="zh-CN" sz="1200" smtClean="0"/>
              <a:pPr/>
              <a:t>63</a:t>
            </a:fld>
            <a:endParaRPr lang="en-US" altLang="zh-CN" sz="1200"/>
          </a:p>
        </p:txBody>
      </p:sp>
      <p:sp>
        <p:nvSpPr>
          <p:cNvPr id="122883" name="Rectangle 2">
            <a:extLst>
              <a:ext uri="{FF2B5EF4-FFF2-40B4-BE49-F238E27FC236}">
                <a16:creationId xmlns:a16="http://schemas.microsoft.com/office/drawing/2014/main" id="{AE7AC36C-581D-407A-A08C-AFE0F317D699}"/>
              </a:ext>
            </a:extLst>
          </p:cNvPr>
          <p:cNvSpPr>
            <a:spLocks noGrp="1" noRot="1" noChangeAspect="1" noChangeArrowheads="1" noTextEdit="1"/>
          </p:cNvSpPr>
          <p:nvPr>
            <p:ph type="sldImg"/>
          </p:nvPr>
        </p:nvSpPr>
        <p:spPr>
          <a:ln/>
        </p:spPr>
      </p:sp>
      <p:sp>
        <p:nvSpPr>
          <p:cNvPr id="122884" name="Rectangle 3">
            <a:extLst>
              <a:ext uri="{FF2B5EF4-FFF2-40B4-BE49-F238E27FC236}">
                <a16:creationId xmlns:a16="http://schemas.microsoft.com/office/drawing/2014/main" id="{B4253A27-E7A7-44D7-9FB1-67029E392442}"/>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a:extLst>
              <a:ext uri="{FF2B5EF4-FFF2-40B4-BE49-F238E27FC236}">
                <a16:creationId xmlns:a16="http://schemas.microsoft.com/office/drawing/2014/main" id="{30E96A68-B360-4CFC-BB27-C6B6A2FBC90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37931725" indent="-37474525"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B8346AF3-40CA-406D-92F0-BA6AFACE2791}" type="slidenum">
              <a:rPr lang="en-US" altLang="zh-CN" sz="1200" smtClean="0"/>
              <a:pPr/>
              <a:t>64</a:t>
            </a:fld>
            <a:endParaRPr lang="en-US" altLang="zh-CN" sz="1200"/>
          </a:p>
        </p:txBody>
      </p:sp>
      <p:sp>
        <p:nvSpPr>
          <p:cNvPr id="124931" name="Rectangle 2">
            <a:extLst>
              <a:ext uri="{FF2B5EF4-FFF2-40B4-BE49-F238E27FC236}">
                <a16:creationId xmlns:a16="http://schemas.microsoft.com/office/drawing/2014/main" id="{B7683709-0D6C-4AD7-90D6-D8CBC3C25C00}"/>
              </a:ext>
            </a:extLst>
          </p:cNvPr>
          <p:cNvSpPr>
            <a:spLocks noGrp="1" noRot="1" noChangeAspect="1" noChangeArrowheads="1" noTextEdit="1"/>
          </p:cNvSpPr>
          <p:nvPr>
            <p:ph type="sldImg"/>
          </p:nvPr>
        </p:nvSpPr>
        <p:spPr>
          <a:ln/>
        </p:spPr>
      </p:sp>
      <p:sp>
        <p:nvSpPr>
          <p:cNvPr id="124932" name="Rectangle 3">
            <a:extLst>
              <a:ext uri="{FF2B5EF4-FFF2-40B4-BE49-F238E27FC236}">
                <a16:creationId xmlns:a16="http://schemas.microsoft.com/office/drawing/2014/main" id="{3AF94B7B-FB62-4FBC-AFBD-920B9F54E744}"/>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a:extLst>
              <a:ext uri="{FF2B5EF4-FFF2-40B4-BE49-F238E27FC236}">
                <a16:creationId xmlns:a16="http://schemas.microsoft.com/office/drawing/2014/main" id="{7E125DD6-4A5A-47A5-AF7F-F43EFCCFA6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37931725" indent="-37474525"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4102F6B0-30E1-41BE-9566-560B5001A49D}" type="slidenum">
              <a:rPr lang="en-US" altLang="zh-CN" sz="1200" smtClean="0"/>
              <a:pPr/>
              <a:t>75</a:t>
            </a:fld>
            <a:endParaRPr lang="en-US" altLang="zh-CN" sz="1200"/>
          </a:p>
        </p:txBody>
      </p:sp>
      <p:sp>
        <p:nvSpPr>
          <p:cNvPr id="139267" name="Rectangle 2">
            <a:extLst>
              <a:ext uri="{FF2B5EF4-FFF2-40B4-BE49-F238E27FC236}">
                <a16:creationId xmlns:a16="http://schemas.microsoft.com/office/drawing/2014/main" id="{5CFCB46F-CF28-4E35-8E77-765BF315EFD9}"/>
              </a:ext>
            </a:extLst>
          </p:cNvPr>
          <p:cNvSpPr>
            <a:spLocks noGrp="1" noRot="1" noChangeAspect="1" noChangeArrowheads="1" noTextEdit="1"/>
          </p:cNvSpPr>
          <p:nvPr>
            <p:ph type="sldImg"/>
          </p:nvPr>
        </p:nvSpPr>
        <p:spPr>
          <a:ln/>
        </p:spPr>
      </p:sp>
      <p:sp>
        <p:nvSpPr>
          <p:cNvPr id="139268" name="Rectangle 3">
            <a:extLst>
              <a:ext uri="{FF2B5EF4-FFF2-40B4-BE49-F238E27FC236}">
                <a16:creationId xmlns:a16="http://schemas.microsoft.com/office/drawing/2014/main" id="{BBC5F572-DFFB-41AB-9FE2-7A53E7E5C529}"/>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a:extLst>
              <a:ext uri="{FF2B5EF4-FFF2-40B4-BE49-F238E27FC236}">
                <a16:creationId xmlns:a16="http://schemas.microsoft.com/office/drawing/2014/main" id="{A6F56B26-001F-453F-A8B3-24E9F46C81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37931725" indent="-37474525"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387E6488-7470-4B57-B7BA-41E8E67E78B4}" type="slidenum">
              <a:rPr lang="en-US" altLang="zh-CN" sz="1200" smtClean="0"/>
              <a:pPr/>
              <a:t>76</a:t>
            </a:fld>
            <a:endParaRPr lang="en-US" altLang="zh-CN" sz="1200"/>
          </a:p>
        </p:txBody>
      </p:sp>
      <p:sp>
        <p:nvSpPr>
          <p:cNvPr id="141315" name="Rectangle 2">
            <a:extLst>
              <a:ext uri="{FF2B5EF4-FFF2-40B4-BE49-F238E27FC236}">
                <a16:creationId xmlns:a16="http://schemas.microsoft.com/office/drawing/2014/main" id="{DD1F4456-BDCC-4F60-9D1B-1B4DEC37F4FF}"/>
              </a:ext>
            </a:extLst>
          </p:cNvPr>
          <p:cNvSpPr>
            <a:spLocks noGrp="1" noRot="1" noChangeAspect="1" noChangeArrowheads="1" noTextEdit="1"/>
          </p:cNvSpPr>
          <p:nvPr>
            <p:ph type="sldImg"/>
          </p:nvPr>
        </p:nvSpPr>
        <p:spPr>
          <a:ln/>
        </p:spPr>
      </p:sp>
      <p:sp>
        <p:nvSpPr>
          <p:cNvPr id="141316" name="Rectangle 3">
            <a:extLst>
              <a:ext uri="{FF2B5EF4-FFF2-40B4-BE49-F238E27FC236}">
                <a16:creationId xmlns:a16="http://schemas.microsoft.com/office/drawing/2014/main" id="{4D39FDB1-B048-4CBB-A73A-3A783CC794D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a:extLst>
              <a:ext uri="{FF2B5EF4-FFF2-40B4-BE49-F238E27FC236}">
                <a16:creationId xmlns:a16="http://schemas.microsoft.com/office/drawing/2014/main" id="{7154232B-D28E-4333-85B8-61E7DB596B6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37931725" indent="-37474525"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F9EBB0DD-AEB8-4859-AA99-27AD217F8DCC}" type="slidenum">
              <a:rPr lang="en-US" altLang="zh-CN" sz="1200" smtClean="0"/>
              <a:pPr/>
              <a:t>77</a:t>
            </a:fld>
            <a:endParaRPr lang="en-US" altLang="zh-CN" sz="1200"/>
          </a:p>
        </p:txBody>
      </p:sp>
      <p:sp>
        <p:nvSpPr>
          <p:cNvPr id="143363" name="Rectangle 2">
            <a:extLst>
              <a:ext uri="{FF2B5EF4-FFF2-40B4-BE49-F238E27FC236}">
                <a16:creationId xmlns:a16="http://schemas.microsoft.com/office/drawing/2014/main" id="{9D713128-A371-4F0C-9B47-039BC3CB849C}"/>
              </a:ext>
            </a:extLst>
          </p:cNvPr>
          <p:cNvSpPr>
            <a:spLocks noGrp="1" noRot="1" noChangeAspect="1" noChangeArrowheads="1" noTextEdit="1"/>
          </p:cNvSpPr>
          <p:nvPr>
            <p:ph type="sldImg"/>
          </p:nvPr>
        </p:nvSpPr>
        <p:spPr>
          <a:ln/>
        </p:spPr>
      </p:sp>
      <p:sp>
        <p:nvSpPr>
          <p:cNvPr id="143364" name="Rectangle 3">
            <a:extLst>
              <a:ext uri="{FF2B5EF4-FFF2-40B4-BE49-F238E27FC236}">
                <a16:creationId xmlns:a16="http://schemas.microsoft.com/office/drawing/2014/main" id="{647C21E7-1147-4D04-A933-76503A1A4610}"/>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a:extLst>
              <a:ext uri="{FF2B5EF4-FFF2-40B4-BE49-F238E27FC236}">
                <a16:creationId xmlns:a16="http://schemas.microsoft.com/office/drawing/2014/main" id="{3189E128-5E08-4BC0-A1CA-80D16346EC9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37931725" indent="-37474525"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9C704991-7522-47A0-AC09-DD385A7A009D}" type="slidenum">
              <a:rPr lang="en-US" altLang="zh-CN" sz="1200" smtClean="0"/>
              <a:pPr/>
              <a:t>78</a:t>
            </a:fld>
            <a:endParaRPr lang="en-US" altLang="zh-CN" sz="1200"/>
          </a:p>
        </p:txBody>
      </p:sp>
      <p:sp>
        <p:nvSpPr>
          <p:cNvPr id="145411" name="Rectangle 2">
            <a:extLst>
              <a:ext uri="{FF2B5EF4-FFF2-40B4-BE49-F238E27FC236}">
                <a16:creationId xmlns:a16="http://schemas.microsoft.com/office/drawing/2014/main" id="{4A8E5AB1-C560-4D79-B9CD-EF7953F36873}"/>
              </a:ext>
            </a:extLst>
          </p:cNvPr>
          <p:cNvSpPr>
            <a:spLocks noGrp="1" noRot="1" noChangeAspect="1" noChangeArrowheads="1" noTextEdit="1"/>
          </p:cNvSpPr>
          <p:nvPr>
            <p:ph type="sldImg"/>
          </p:nvPr>
        </p:nvSpPr>
        <p:spPr>
          <a:ln/>
        </p:spPr>
      </p:sp>
      <p:sp>
        <p:nvSpPr>
          <p:cNvPr id="145412" name="Rectangle 3">
            <a:extLst>
              <a:ext uri="{FF2B5EF4-FFF2-40B4-BE49-F238E27FC236}">
                <a16:creationId xmlns:a16="http://schemas.microsoft.com/office/drawing/2014/main" id="{7A349DE5-6351-400D-BA80-C86748F5DC63}"/>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a:extLst>
              <a:ext uri="{FF2B5EF4-FFF2-40B4-BE49-F238E27FC236}">
                <a16:creationId xmlns:a16="http://schemas.microsoft.com/office/drawing/2014/main" id="{8E070221-879C-4088-ABDA-FF4B03496C48}"/>
              </a:ext>
            </a:extLst>
          </p:cNvPr>
          <p:cNvSpPr>
            <a:spLocks noGrp="1" noRot="1" noChangeAspect="1" noChangeArrowheads="1" noTextEdit="1"/>
          </p:cNvSpPr>
          <p:nvPr>
            <p:ph type="sldImg"/>
          </p:nvPr>
        </p:nvSpPr>
        <p:spPr>
          <a:ln/>
        </p:spPr>
      </p:sp>
      <p:sp>
        <p:nvSpPr>
          <p:cNvPr id="155651" name="Rectangle 3">
            <a:extLst>
              <a:ext uri="{FF2B5EF4-FFF2-40B4-BE49-F238E27FC236}">
                <a16:creationId xmlns:a16="http://schemas.microsoft.com/office/drawing/2014/main" id="{65817A99-C955-43BC-AEA7-53E69CB9C2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a:extLst>
              <a:ext uri="{FF2B5EF4-FFF2-40B4-BE49-F238E27FC236}">
                <a16:creationId xmlns:a16="http://schemas.microsoft.com/office/drawing/2014/main" id="{05D08336-3742-4852-B02A-2DE4DB2C366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714375" indent="-274638" defTabSz="930275">
              <a:defRPr sz="1600">
                <a:solidFill>
                  <a:schemeClr val="tx1"/>
                </a:solidFill>
                <a:latin typeface="Helvetica" panose="020B0604020202020204" pitchFamily="34" charset="0"/>
                <a:ea typeface="ＭＳ Ｐゴシック" panose="020B0600070205080204" pitchFamily="34" charset="-128"/>
              </a:defRPr>
            </a:lvl2pPr>
            <a:lvl3pPr marL="1098550" indent="-219075" defTabSz="930275">
              <a:defRPr sz="1600">
                <a:solidFill>
                  <a:schemeClr val="tx1"/>
                </a:solidFill>
                <a:latin typeface="Helvetica" panose="020B0604020202020204" pitchFamily="34" charset="0"/>
                <a:ea typeface="ＭＳ Ｐゴシック" panose="020B0600070205080204" pitchFamily="34" charset="-128"/>
              </a:defRPr>
            </a:lvl3pPr>
            <a:lvl4pPr marL="1539875" indent="-219075" defTabSz="930275">
              <a:defRPr sz="1600">
                <a:solidFill>
                  <a:schemeClr val="tx1"/>
                </a:solidFill>
                <a:latin typeface="Helvetica" panose="020B0604020202020204" pitchFamily="34" charset="0"/>
                <a:ea typeface="ＭＳ Ｐゴシック" panose="020B0600070205080204" pitchFamily="34" charset="-128"/>
              </a:defRPr>
            </a:lvl4pPr>
            <a:lvl5pPr marL="1979613" indent="-219075" defTabSz="930275">
              <a:defRPr sz="1600">
                <a:solidFill>
                  <a:schemeClr val="tx1"/>
                </a:solidFill>
                <a:latin typeface="Helvetica" panose="020B0604020202020204" pitchFamily="34" charset="0"/>
                <a:ea typeface="ＭＳ Ｐゴシック" panose="020B0600070205080204" pitchFamily="34" charset="-128"/>
              </a:defRPr>
            </a:lvl5pPr>
            <a:lvl6pPr marL="2436813" indent="-219075"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894013" indent="-219075"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351213" indent="-219075"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08413" indent="-219075"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0D5487E7-0BBA-4837-A834-E5DBBA86533B}" type="slidenum">
              <a:rPr lang="zh-CN" altLang="en-US" sz="1300" smtClean="0">
                <a:solidFill>
                  <a:srgbClr val="000000"/>
                </a:solidFill>
              </a:rPr>
              <a:pPr/>
              <a:t>88</a:t>
            </a:fld>
            <a:endParaRPr lang="en-US" altLang="zh-CN" sz="1300">
              <a:solidFill>
                <a:srgbClr val="000000"/>
              </a:solidFill>
            </a:endParaRPr>
          </a:p>
        </p:txBody>
      </p:sp>
      <p:sp>
        <p:nvSpPr>
          <p:cNvPr id="157699" name="Rectangle 2">
            <a:extLst>
              <a:ext uri="{FF2B5EF4-FFF2-40B4-BE49-F238E27FC236}">
                <a16:creationId xmlns:a16="http://schemas.microsoft.com/office/drawing/2014/main" id="{785E26CB-0EB8-44C0-8C3B-9554CE8EFA75}"/>
              </a:ext>
            </a:extLst>
          </p:cNvPr>
          <p:cNvSpPr>
            <a:spLocks noGrp="1" noRot="1" noChangeAspect="1" noChangeArrowheads="1" noTextEdit="1"/>
          </p:cNvSpPr>
          <p:nvPr>
            <p:ph type="sldImg"/>
          </p:nvPr>
        </p:nvSpPr>
        <p:spPr>
          <a:ln/>
        </p:spPr>
      </p:sp>
      <p:sp>
        <p:nvSpPr>
          <p:cNvPr id="157700" name="Rectangle 3">
            <a:extLst>
              <a:ext uri="{FF2B5EF4-FFF2-40B4-BE49-F238E27FC236}">
                <a16:creationId xmlns:a16="http://schemas.microsoft.com/office/drawing/2014/main" id="{8B0683D8-0075-43E3-8D92-5A51873AA26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EB525E33-88F9-4DFD-B06D-37E0A7ED6C0D}"/>
              </a:ext>
            </a:extLst>
          </p:cNvPr>
          <p:cNvGrpSpPr>
            <a:grpSpLocks/>
          </p:cNvGrpSpPr>
          <p:nvPr/>
        </p:nvGrpSpPr>
        <p:grpSpPr bwMode="auto">
          <a:xfrm>
            <a:off x="0" y="2438400"/>
            <a:ext cx="9009063" cy="1052513"/>
            <a:chOff x="0" y="1536"/>
            <a:chExt cx="5675" cy="663"/>
          </a:xfrm>
        </p:grpSpPr>
        <p:grpSp>
          <p:nvGrpSpPr>
            <p:cNvPr id="5" name="Group 3">
              <a:extLst>
                <a:ext uri="{FF2B5EF4-FFF2-40B4-BE49-F238E27FC236}">
                  <a16:creationId xmlns:a16="http://schemas.microsoft.com/office/drawing/2014/main" id="{5B724CC3-BDF1-4070-BD7E-AAB450F14D84}"/>
                </a:ext>
              </a:extLst>
            </p:cNvPr>
            <p:cNvGrpSpPr>
              <a:grpSpLocks/>
            </p:cNvGrpSpPr>
            <p:nvPr/>
          </p:nvGrpSpPr>
          <p:grpSpPr bwMode="auto">
            <a:xfrm>
              <a:off x="185" y="1604"/>
              <a:ext cx="449" cy="299"/>
              <a:chOff x="720" y="336"/>
              <a:chExt cx="624" cy="432"/>
            </a:xfrm>
          </p:grpSpPr>
          <p:sp>
            <p:nvSpPr>
              <p:cNvPr id="12" name="Rectangle 4">
                <a:extLst>
                  <a:ext uri="{FF2B5EF4-FFF2-40B4-BE49-F238E27FC236}">
                    <a16:creationId xmlns:a16="http://schemas.microsoft.com/office/drawing/2014/main" id="{ED7B1672-DF6C-4F36-BD46-F72C46C4330C}"/>
                  </a:ext>
                </a:extLst>
              </p:cNvPr>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a:defRPr sz="1600">
                    <a:solidFill>
                      <a:schemeClr val="tx1"/>
                    </a:solidFill>
                    <a:latin typeface="Helvetica" pitchFamily="34" charset="0"/>
                  </a:defRPr>
                </a:lvl1pPr>
                <a:lvl2pPr marL="742950" indent="-285750">
                  <a:defRPr sz="1600">
                    <a:solidFill>
                      <a:schemeClr val="tx1"/>
                    </a:solidFill>
                    <a:latin typeface="Helvetica" pitchFamily="34" charset="0"/>
                  </a:defRPr>
                </a:lvl2pPr>
                <a:lvl3pPr marL="1143000" indent="-228600">
                  <a:defRPr sz="1600">
                    <a:solidFill>
                      <a:schemeClr val="tx1"/>
                    </a:solidFill>
                    <a:latin typeface="Helvetica" pitchFamily="34" charset="0"/>
                  </a:defRPr>
                </a:lvl3pPr>
                <a:lvl4pPr marL="1600200" indent="-228600">
                  <a:defRPr sz="1600">
                    <a:solidFill>
                      <a:schemeClr val="tx1"/>
                    </a:solidFill>
                    <a:latin typeface="Helvetica" pitchFamily="34" charset="0"/>
                  </a:defRPr>
                </a:lvl4pPr>
                <a:lvl5pPr marL="2057400" indent="-228600">
                  <a:defRPr sz="1600">
                    <a:solidFill>
                      <a:schemeClr val="tx1"/>
                    </a:solidFill>
                    <a:latin typeface="Helvetica" pitchFamily="34" charset="0"/>
                  </a:defRPr>
                </a:lvl5pPr>
                <a:lvl6pPr marL="2514600" indent="-228600" eaLnBrk="0" fontAlgn="base" hangingPunct="0">
                  <a:spcBef>
                    <a:spcPct val="0"/>
                  </a:spcBef>
                  <a:spcAft>
                    <a:spcPct val="0"/>
                  </a:spcAft>
                  <a:defRPr sz="1600">
                    <a:solidFill>
                      <a:schemeClr val="tx1"/>
                    </a:solidFill>
                    <a:latin typeface="Helvetica" pitchFamily="34" charset="0"/>
                  </a:defRPr>
                </a:lvl6pPr>
                <a:lvl7pPr marL="2971800" indent="-228600" eaLnBrk="0" fontAlgn="base" hangingPunct="0">
                  <a:spcBef>
                    <a:spcPct val="0"/>
                  </a:spcBef>
                  <a:spcAft>
                    <a:spcPct val="0"/>
                  </a:spcAft>
                  <a:defRPr sz="1600">
                    <a:solidFill>
                      <a:schemeClr val="tx1"/>
                    </a:solidFill>
                    <a:latin typeface="Helvetica" pitchFamily="34" charset="0"/>
                  </a:defRPr>
                </a:lvl7pPr>
                <a:lvl8pPr marL="3429000" indent="-228600" eaLnBrk="0" fontAlgn="base" hangingPunct="0">
                  <a:spcBef>
                    <a:spcPct val="0"/>
                  </a:spcBef>
                  <a:spcAft>
                    <a:spcPct val="0"/>
                  </a:spcAft>
                  <a:defRPr sz="1600">
                    <a:solidFill>
                      <a:schemeClr val="tx1"/>
                    </a:solidFill>
                    <a:latin typeface="Helvetica" pitchFamily="34" charset="0"/>
                  </a:defRPr>
                </a:lvl8pPr>
                <a:lvl9pPr marL="3886200" indent="-228600" eaLnBrk="0" fontAlgn="base" hangingPunct="0">
                  <a:spcBef>
                    <a:spcPct val="0"/>
                  </a:spcBef>
                  <a:spcAft>
                    <a:spcPct val="0"/>
                  </a:spcAft>
                  <a:defRPr sz="1600">
                    <a:solidFill>
                      <a:schemeClr val="tx1"/>
                    </a:solidFill>
                    <a:latin typeface="Helvetica" pitchFamily="34" charset="0"/>
                  </a:defRPr>
                </a:lvl9pPr>
              </a:lstStyle>
              <a:p>
                <a:pPr>
                  <a:defRPr/>
                </a:pPr>
                <a:endParaRPr lang="zh-CN" altLang="en-US">
                  <a:solidFill>
                    <a:srgbClr val="000000"/>
                  </a:solidFill>
                  <a:ea typeface="宋体"/>
                </a:endParaRPr>
              </a:p>
            </p:txBody>
          </p:sp>
          <p:sp>
            <p:nvSpPr>
              <p:cNvPr id="13" name="Rectangle 5">
                <a:extLst>
                  <a:ext uri="{FF2B5EF4-FFF2-40B4-BE49-F238E27FC236}">
                    <a16:creationId xmlns:a16="http://schemas.microsoft.com/office/drawing/2014/main" id="{0C081969-20F7-4D56-BE1A-7143672F12B9}"/>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a:defRPr sz="1600">
                    <a:solidFill>
                      <a:schemeClr val="tx1"/>
                    </a:solidFill>
                    <a:latin typeface="Helvetica" pitchFamily="34" charset="0"/>
                  </a:defRPr>
                </a:lvl1pPr>
                <a:lvl2pPr marL="742950" indent="-285750">
                  <a:defRPr sz="1600">
                    <a:solidFill>
                      <a:schemeClr val="tx1"/>
                    </a:solidFill>
                    <a:latin typeface="Helvetica" pitchFamily="34" charset="0"/>
                  </a:defRPr>
                </a:lvl2pPr>
                <a:lvl3pPr marL="1143000" indent="-228600">
                  <a:defRPr sz="1600">
                    <a:solidFill>
                      <a:schemeClr val="tx1"/>
                    </a:solidFill>
                    <a:latin typeface="Helvetica" pitchFamily="34" charset="0"/>
                  </a:defRPr>
                </a:lvl3pPr>
                <a:lvl4pPr marL="1600200" indent="-228600">
                  <a:defRPr sz="1600">
                    <a:solidFill>
                      <a:schemeClr val="tx1"/>
                    </a:solidFill>
                    <a:latin typeface="Helvetica" pitchFamily="34" charset="0"/>
                  </a:defRPr>
                </a:lvl4pPr>
                <a:lvl5pPr marL="2057400" indent="-228600">
                  <a:defRPr sz="1600">
                    <a:solidFill>
                      <a:schemeClr val="tx1"/>
                    </a:solidFill>
                    <a:latin typeface="Helvetica" pitchFamily="34" charset="0"/>
                  </a:defRPr>
                </a:lvl5pPr>
                <a:lvl6pPr marL="2514600" indent="-228600" eaLnBrk="0" fontAlgn="base" hangingPunct="0">
                  <a:spcBef>
                    <a:spcPct val="0"/>
                  </a:spcBef>
                  <a:spcAft>
                    <a:spcPct val="0"/>
                  </a:spcAft>
                  <a:defRPr sz="1600">
                    <a:solidFill>
                      <a:schemeClr val="tx1"/>
                    </a:solidFill>
                    <a:latin typeface="Helvetica" pitchFamily="34" charset="0"/>
                  </a:defRPr>
                </a:lvl6pPr>
                <a:lvl7pPr marL="2971800" indent="-228600" eaLnBrk="0" fontAlgn="base" hangingPunct="0">
                  <a:spcBef>
                    <a:spcPct val="0"/>
                  </a:spcBef>
                  <a:spcAft>
                    <a:spcPct val="0"/>
                  </a:spcAft>
                  <a:defRPr sz="1600">
                    <a:solidFill>
                      <a:schemeClr val="tx1"/>
                    </a:solidFill>
                    <a:latin typeface="Helvetica" pitchFamily="34" charset="0"/>
                  </a:defRPr>
                </a:lvl7pPr>
                <a:lvl8pPr marL="3429000" indent="-228600" eaLnBrk="0" fontAlgn="base" hangingPunct="0">
                  <a:spcBef>
                    <a:spcPct val="0"/>
                  </a:spcBef>
                  <a:spcAft>
                    <a:spcPct val="0"/>
                  </a:spcAft>
                  <a:defRPr sz="1600">
                    <a:solidFill>
                      <a:schemeClr val="tx1"/>
                    </a:solidFill>
                    <a:latin typeface="Helvetica" pitchFamily="34" charset="0"/>
                  </a:defRPr>
                </a:lvl8pPr>
                <a:lvl9pPr marL="3886200" indent="-228600" eaLnBrk="0" fontAlgn="base" hangingPunct="0">
                  <a:spcBef>
                    <a:spcPct val="0"/>
                  </a:spcBef>
                  <a:spcAft>
                    <a:spcPct val="0"/>
                  </a:spcAft>
                  <a:defRPr sz="1600">
                    <a:solidFill>
                      <a:schemeClr val="tx1"/>
                    </a:solidFill>
                    <a:latin typeface="Helvetica" pitchFamily="34" charset="0"/>
                  </a:defRPr>
                </a:lvl9pPr>
              </a:lstStyle>
              <a:p>
                <a:pPr>
                  <a:defRPr/>
                </a:pPr>
                <a:endParaRPr lang="zh-CN" altLang="en-US">
                  <a:solidFill>
                    <a:srgbClr val="000000"/>
                  </a:solidFill>
                  <a:ea typeface="宋体"/>
                </a:endParaRPr>
              </a:p>
            </p:txBody>
          </p:sp>
        </p:grpSp>
        <p:grpSp>
          <p:nvGrpSpPr>
            <p:cNvPr id="6" name="Group 6">
              <a:extLst>
                <a:ext uri="{FF2B5EF4-FFF2-40B4-BE49-F238E27FC236}">
                  <a16:creationId xmlns:a16="http://schemas.microsoft.com/office/drawing/2014/main" id="{97D770B7-AC45-4364-AB32-1B6868E3641D}"/>
                </a:ext>
              </a:extLst>
            </p:cNvPr>
            <p:cNvGrpSpPr>
              <a:grpSpLocks/>
            </p:cNvGrpSpPr>
            <p:nvPr/>
          </p:nvGrpSpPr>
          <p:grpSpPr bwMode="auto">
            <a:xfrm>
              <a:off x="263" y="1870"/>
              <a:ext cx="466" cy="299"/>
              <a:chOff x="912" y="2640"/>
              <a:chExt cx="672" cy="432"/>
            </a:xfrm>
          </p:grpSpPr>
          <p:sp>
            <p:nvSpPr>
              <p:cNvPr id="10" name="Rectangle 7">
                <a:extLst>
                  <a:ext uri="{FF2B5EF4-FFF2-40B4-BE49-F238E27FC236}">
                    <a16:creationId xmlns:a16="http://schemas.microsoft.com/office/drawing/2014/main" id="{B83571CF-9629-4B11-908B-5447D9A50A8C}"/>
                  </a:ext>
                </a:extLst>
              </p:cNvPr>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a:defRPr sz="1600">
                    <a:solidFill>
                      <a:schemeClr val="tx1"/>
                    </a:solidFill>
                    <a:latin typeface="Helvetica" pitchFamily="34" charset="0"/>
                  </a:defRPr>
                </a:lvl1pPr>
                <a:lvl2pPr marL="742950" indent="-285750">
                  <a:defRPr sz="1600">
                    <a:solidFill>
                      <a:schemeClr val="tx1"/>
                    </a:solidFill>
                    <a:latin typeface="Helvetica" pitchFamily="34" charset="0"/>
                  </a:defRPr>
                </a:lvl2pPr>
                <a:lvl3pPr marL="1143000" indent="-228600">
                  <a:defRPr sz="1600">
                    <a:solidFill>
                      <a:schemeClr val="tx1"/>
                    </a:solidFill>
                    <a:latin typeface="Helvetica" pitchFamily="34" charset="0"/>
                  </a:defRPr>
                </a:lvl3pPr>
                <a:lvl4pPr marL="1600200" indent="-228600">
                  <a:defRPr sz="1600">
                    <a:solidFill>
                      <a:schemeClr val="tx1"/>
                    </a:solidFill>
                    <a:latin typeface="Helvetica" pitchFamily="34" charset="0"/>
                  </a:defRPr>
                </a:lvl4pPr>
                <a:lvl5pPr marL="2057400" indent="-228600">
                  <a:defRPr sz="1600">
                    <a:solidFill>
                      <a:schemeClr val="tx1"/>
                    </a:solidFill>
                    <a:latin typeface="Helvetica" pitchFamily="34" charset="0"/>
                  </a:defRPr>
                </a:lvl5pPr>
                <a:lvl6pPr marL="2514600" indent="-228600" eaLnBrk="0" fontAlgn="base" hangingPunct="0">
                  <a:spcBef>
                    <a:spcPct val="0"/>
                  </a:spcBef>
                  <a:spcAft>
                    <a:spcPct val="0"/>
                  </a:spcAft>
                  <a:defRPr sz="1600">
                    <a:solidFill>
                      <a:schemeClr val="tx1"/>
                    </a:solidFill>
                    <a:latin typeface="Helvetica" pitchFamily="34" charset="0"/>
                  </a:defRPr>
                </a:lvl6pPr>
                <a:lvl7pPr marL="2971800" indent="-228600" eaLnBrk="0" fontAlgn="base" hangingPunct="0">
                  <a:spcBef>
                    <a:spcPct val="0"/>
                  </a:spcBef>
                  <a:spcAft>
                    <a:spcPct val="0"/>
                  </a:spcAft>
                  <a:defRPr sz="1600">
                    <a:solidFill>
                      <a:schemeClr val="tx1"/>
                    </a:solidFill>
                    <a:latin typeface="Helvetica" pitchFamily="34" charset="0"/>
                  </a:defRPr>
                </a:lvl7pPr>
                <a:lvl8pPr marL="3429000" indent="-228600" eaLnBrk="0" fontAlgn="base" hangingPunct="0">
                  <a:spcBef>
                    <a:spcPct val="0"/>
                  </a:spcBef>
                  <a:spcAft>
                    <a:spcPct val="0"/>
                  </a:spcAft>
                  <a:defRPr sz="1600">
                    <a:solidFill>
                      <a:schemeClr val="tx1"/>
                    </a:solidFill>
                    <a:latin typeface="Helvetica" pitchFamily="34" charset="0"/>
                  </a:defRPr>
                </a:lvl8pPr>
                <a:lvl9pPr marL="3886200" indent="-228600" eaLnBrk="0" fontAlgn="base" hangingPunct="0">
                  <a:spcBef>
                    <a:spcPct val="0"/>
                  </a:spcBef>
                  <a:spcAft>
                    <a:spcPct val="0"/>
                  </a:spcAft>
                  <a:defRPr sz="1600">
                    <a:solidFill>
                      <a:schemeClr val="tx1"/>
                    </a:solidFill>
                    <a:latin typeface="Helvetica" pitchFamily="34" charset="0"/>
                  </a:defRPr>
                </a:lvl9pPr>
              </a:lstStyle>
              <a:p>
                <a:pPr>
                  <a:defRPr/>
                </a:pPr>
                <a:endParaRPr lang="zh-CN" altLang="en-US">
                  <a:solidFill>
                    <a:srgbClr val="000000"/>
                  </a:solidFill>
                  <a:ea typeface="宋体"/>
                </a:endParaRPr>
              </a:p>
            </p:txBody>
          </p:sp>
          <p:sp>
            <p:nvSpPr>
              <p:cNvPr id="11" name="Rectangle 8">
                <a:extLst>
                  <a:ext uri="{FF2B5EF4-FFF2-40B4-BE49-F238E27FC236}">
                    <a16:creationId xmlns:a16="http://schemas.microsoft.com/office/drawing/2014/main" id="{AAFAF371-8B30-4CE3-9CC1-DA5DDEFAD114}"/>
                  </a:ext>
                </a:extLst>
              </p:cNvPr>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p:spPr>
            <p:txBody>
              <a:bodyPr wrap="none" anchor="ctr"/>
              <a:lstStyle>
                <a:lvl1pPr>
                  <a:defRPr sz="1600">
                    <a:solidFill>
                      <a:schemeClr val="tx1"/>
                    </a:solidFill>
                    <a:latin typeface="Helvetica" pitchFamily="34" charset="0"/>
                  </a:defRPr>
                </a:lvl1pPr>
                <a:lvl2pPr marL="742950" indent="-285750">
                  <a:defRPr sz="1600">
                    <a:solidFill>
                      <a:schemeClr val="tx1"/>
                    </a:solidFill>
                    <a:latin typeface="Helvetica" pitchFamily="34" charset="0"/>
                  </a:defRPr>
                </a:lvl2pPr>
                <a:lvl3pPr marL="1143000" indent="-228600">
                  <a:defRPr sz="1600">
                    <a:solidFill>
                      <a:schemeClr val="tx1"/>
                    </a:solidFill>
                    <a:latin typeface="Helvetica" pitchFamily="34" charset="0"/>
                  </a:defRPr>
                </a:lvl3pPr>
                <a:lvl4pPr marL="1600200" indent="-228600">
                  <a:defRPr sz="1600">
                    <a:solidFill>
                      <a:schemeClr val="tx1"/>
                    </a:solidFill>
                    <a:latin typeface="Helvetica" pitchFamily="34" charset="0"/>
                  </a:defRPr>
                </a:lvl4pPr>
                <a:lvl5pPr marL="2057400" indent="-228600">
                  <a:defRPr sz="1600">
                    <a:solidFill>
                      <a:schemeClr val="tx1"/>
                    </a:solidFill>
                    <a:latin typeface="Helvetica" pitchFamily="34" charset="0"/>
                  </a:defRPr>
                </a:lvl5pPr>
                <a:lvl6pPr marL="2514600" indent="-228600" eaLnBrk="0" fontAlgn="base" hangingPunct="0">
                  <a:spcBef>
                    <a:spcPct val="0"/>
                  </a:spcBef>
                  <a:spcAft>
                    <a:spcPct val="0"/>
                  </a:spcAft>
                  <a:defRPr sz="1600">
                    <a:solidFill>
                      <a:schemeClr val="tx1"/>
                    </a:solidFill>
                    <a:latin typeface="Helvetica" pitchFamily="34" charset="0"/>
                  </a:defRPr>
                </a:lvl6pPr>
                <a:lvl7pPr marL="2971800" indent="-228600" eaLnBrk="0" fontAlgn="base" hangingPunct="0">
                  <a:spcBef>
                    <a:spcPct val="0"/>
                  </a:spcBef>
                  <a:spcAft>
                    <a:spcPct val="0"/>
                  </a:spcAft>
                  <a:defRPr sz="1600">
                    <a:solidFill>
                      <a:schemeClr val="tx1"/>
                    </a:solidFill>
                    <a:latin typeface="Helvetica" pitchFamily="34" charset="0"/>
                  </a:defRPr>
                </a:lvl7pPr>
                <a:lvl8pPr marL="3429000" indent="-228600" eaLnBrk="0" fontAlgn="base" hangingPunct="0">
                  <a:spcBef>
                    <a:spcPct val="0"/>
                  </a:spcBef>
                  <a:spcAft>
                    <a:spcPct val="0"/>
                  </a:spcAft>
                  <a:defRPr sz="1600">
                    <a:solidFill>
                      <a:schemeClr val="tx1"/>
                    </a:solidFill>
                    <a:latin typeface="Helvetica" pitchFamily="34" charset="0"/>
                  </a:defRPr>
                </a:lvl8pPr>
                <a:lvl9pPr marL="3886200" indent="-228600" eaLnBrk="0" fontAlgn="base" hangingPunct="0">
                  <a:spcBef>
                    <a:spcPct val="0"/>
                  </a:spcBef>
                  <a:spcAft>
                    <a:spcPct val="0"/>
                  </a:spcAft>
                  <a:defRPr sz="1600">
                    <a:solidFill>
                      <a:schemeClr val="tx1"/>
                    </a:solidFill>
                    <a:latin typeface="Helvetica" pitchFamily="34" charset="0"/>
                  </a:defRPr>
                </a:lvl9pPr>
              </a:lstStyle>
              <a:p>
                <a:pPr>
                  <a:defRPr/>
                </a:pPr>
                <a:endParaRPr lang="zh-CN" altLang="en-US">
                  <a:solidFill>
                    <a:srgbClr val="000000"/>
                  </a:solidFill>
                  <a:ea typeface="宋体"/>
                </a:endParaRPr>
              </a:p>
            </p:txBody>
          </p:sp>
        </p:grpSp>
        <p:sp>
          <p:nvSpPr>
            <p:cNvPr id="7" name="Rectangle 9">
              <a:extLst>
                <a:ext uri="{FF2B5EF4-FFF2-40B4-BE49-F238E27FC236}">
                  <a16:creationId xmlns:a16="http://schemas.microsoft.com/office/drawing/2014/main" id="{50D19DFD-D93D-440E-9B7C-FA3D5FCDF419}"/>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a:defRPr sz="1600">
                  <a:solidFill>
                    <a:schemeClr val="tx1"/>
                  </a:solidFill>
                  <a:latin typeface="Helvetica" pitchFamily="34" charset="0"/>
                </a:defRPr>
              </a:lvl1pPr>
              <a:lvl2pPr marL="742950" indent="-285750">
                <a:defRPr sz="1600">
                  <a:solidFill>
                    <a:schemeClr val="tx1"/>
                  </a:solidFill>
                  <a:latin typeface="Helvetica" pitchFamily="34" charset="0"/>
                </a:defRPr>
              </a:lvl2pPr>
              <a:lvl3pPr marL="1143000" indent="-228600">
                <a:defRPr sz="1600">
                  <a:solidFill>
                    <a:schemeClr val="tx1"/>
                  </a:solidFill>
                  <a:latin typeface="Helvetica" pitchFamily="34" charset="0"/>
                </a:defRPr>
              </a:lvl3pPr>
              <a:lvl4pPr marL="1600200" indent="-228600">
                <a:defRPr sz="1600">
                  <a:solidFill>
                    <a:schemeClr val="tx1"/>
                  </a:solidFill>
                  <a:latin typeface="Helvetica" pitchFamily="34" charset="0"/>
                </a:defRPr>
              </a:lvl4pPr>
              <a:lvl5pPr marL="2057400" indent="-228600">
                <a:defRPr sz="1600">
                  <a:solidFill>
                    <a:schemeClr val="tx1"/>
                  </a:solidFill>
                  <a:latin typeface="Helvetica" pitchFamily="34" charset="0"/>
                </a:defRPr>
              </a:lvl5pPr>
              <a:lvl6pPr marL="2514600" indent="-228600" eaLnBrk="0" fontAlgn="base" hangingPunct="0">
                <a:spcBef>
                  <a:spcPct val="0"/>
                </a:spcBef>
                <a:spcAft>
                  <a:spcPct val="0"/>
                </a:spcAft>
                <a:defRPr sz="1600">
                  <a:solidFill>
                    <a:schemeClr val="tx1"/>
                  </a:solidFill>
                  <a:latin typeface="Helvetica" pitchFamily="34" charset="0"/>
                </a:defRPr>
              </a:lvl6pPr>
              <a:lvl7pPr marL="2971800" indent="-228600" eaLnBrk="0" fontAlgn="base" hangingPunct="0">
                <a:spcBef>
                  <a:spcPct val="0"/>
                </a:spcBef>
                <a:spcAft>
                  <a:spcPct val="0"/>
                </a:spcAft>
                <a:defRPr sz="1600">
                  <a:solidFill>
                    <a:schemeClr val="tx1"/>
                  </a:solidFill>
                  <a:latin typeface="Helvetica" pitchFamily="34" charset="0"/>
                </a:defRPr>
              </a:lvl7pPr>
              <a:lvl8pPr marL="3429000" indent="-228600" eaLnBrk="0" fontAlgn="base" hangingPunct="0">
                <a:spcBef>
                  <a:spcPct val="0"/>
                </a:spcBef>
                <a:spcAft>
                  <a:spcPct val="0"/>
                </a:spcAft>
                <a:defRPr sz="1600">
                  <a:solidFill>
                    <a:schemeClr val="tx1"/>
                  </a:solidFill>
                  <a:latin typeface="Helvetica" pitchFamily="34" charset="0"/>
                </a:defRPr>
              </a:lvl8pPr>
              <a:lvl9pPr marL="3886200" indent="-228600" eaLnBrk="0" fontAlgn="base" hangingPunct="0">
                <a:spcBef>
                  <a:spcPct val="0"/>
                </a:spcBef>
                <a:spcAft>
                  <a:spcPct val="0"/>
                </a:spcAft>
                <a:defRPr sz="1600">
                  <a:solidFill>
                    <a:schemeClr val="tx1"/>
                  </a:solidFill>
                  <a:latin typeface="Helvetica" pitchFamily="34" charset="0"/>
                </a:defRPr>
              </a:lvl9pPr>
            </a:lstStyle>
            <a:p>
              <a:pPr>
                <a:defRPr/>
              </a:pPr>
              <a:endParaRPr lang="zh-CN" altLang="en-US">
                <a:solidFill>
                  <a:srgbClr val="000000"/>
                </a:solidFill>
                <a:ea typeface="宋体"/>
              </a:endParaRPr>
            </a:p>
          </p:txBody>
        </p:sp>
        <p:sp>
          <p:nvSpPr>
            <p:cNvPr id="8" name="Rectangle 10">
              <a:extLst>
                <a:ext uri="{FF2B5EF4-FFF2-40B4-BE49-F238E27FC236}">
                  <a16:creationId xmlns:a16="http://schemas.microsoft.com/office/drawing/2014/main" id="{3DABAD66-A0DB-4AC5-A1FD-D34E4C57B87F}"/>
                </a:ext>
              </a:extLst>
            </p:cNvPr>
            <p:cNvSpPr>
              <a:spLocks noChangeArrowheads="1"/>
            </p:cNvSpPr>
            <p:nvPr/>
          </p:nvSpPr>
          <p:spPr bwMode="auto">
            <a:xfrm>
              <a:off x="400" y="1536"/>
              <a:ext cx="20" cy="663"/>
            </a:xfrm>
            <a:prstGeom prst="rect">
              <a:avLst/>
            </a:prstGeom>
            <a:solidFill>
              <a:schemeClr val="bg2"/>
            </a:solidFill>
            <a:ln>
              <a:noFill/>
            </a:ln>
          </p:spPr>
          <p:txBody>
            <a:bodyPr wrap="none" anchor="ctr"/>
            <a:lstStyle>
              <a:lvl1pPr>
                <a:defRPr sz="1600">
                  <a:solidFill>
                    <a:schemeClr val="tx1"/>
                  </a:solidFill>
                  <a:latin typeface="Helvetica" pitchFamily="34" charset="0"/>
                </a:defRPr>
              </a:lvl1pPr>
              <a:lvl2pPr marL="742950" indent="-285750">
                <a:defRPr sz="1600">
                  <a:solidFill>
                    <a:schemeClr val="tx1"/>
                  </a:solidFill>
                  <a:latin typeface="Helvetica" pitchFamily="34" charset="0"/>
                </a:defRPr>
              </a:lvl2pPr>
              <a:lvl3pPr marL="1143000" indent="-228600">
                <a:defRPr sz="1600">
                  <a:solidFill>
                    <a:schemeClr val="tx1"/>
                  </a:solidFill>
                  <a:latin typeface="Helvetica" pitchFamily="34" charset="0"/>
                </a:defRPr>
              </a:lvl3pPr>
              <a:lvl4pPr marL="1600200" indent="-228600">
                <a:defRPr sz="1600">
                  <a:solidFill>
                    <a:schemeClr val="tx1"/>
                  </a:solidFill>
                  <a:latin typeface="Helvetica" pitchFamily="34" charset="0"/>
                </a:defRPr>
              </a:lvl4pPr>
              <a:lvl5pPr marL="2057400" indent="-228600">
                <a:defRPr sz="1600">
                  <a:solidFill>
                    <a:schemeClr val="tx1"/>
                  </a:solidFill>
                  <a:latin typeface="Helvetica" pitchFamily="34" charset="0"/>
                </a:defRPr>
              </a:lvl5pPr>
              <a:lvl6pPr marL="2514600" indent="-228600" eaLnBrk="0" fontAlgn="base" hangingPunct="0">
                <a:spcBef>
                  <a:spcPct val="0"/>
                </a:spcBef>
                <a:spcAft>
                  <a:spcPct val="0"/>
                </a:spcAft>
                <a:defRPr sz="1600">
                  <a:solidFill>
                    <a:schemeClr val="tx1"/>
                  </a:solidFill>
                  <a:latin typeface="Helvetica" pitchFamily="34" charset="0"/>
                </a:defRPr>
              </a:lvl6pPr>
              <a:lvl7pPr marL="2971800" indent="-228600" eaLnBrk="0" fontAlgn="base" hangingPunct="0">
                <a:spcBef>
                  <a:spcPct val="0"/>
                </a:spcBef>
                <a:spcAft>
                  <a:spcPct val="0"/>
                </a:spcAft>
                <a:defRPr sz="1600">
                  <a:solidFill>
                    <a:schemeClr val="tx1"/>
                  </a:solidFill>
                  <a:latin typeface="Helvetica" pitchFamily="34" charset="0"/>
                </a:defRPr>
              </a:lvl7pPr>
              <a:lvl8pPr marL="3429000" indent="-228600" eaLnBrk="0" fontAlgn="base" hangingPunct="0">
                <a:spcBef>
                  <a:spcPct val="0"/>
                </a:spcBef>
                <a:spcAft>
                  <a:spcPct val="0"/>
                </a:spcAft>
                <a:defRPr sz="1600">
                  <a:solidFill>
                    <a:schemeClr val="tx1"/>
                  </a:solidFill>
                  <a:latin typeface="Helvetica" pitchFamily="34" charset="0"/>
                </a:defRPr>
              </a:lvl8pPr>
              <a:lvl9pPr marL="3886200" indent="-228600" eaLnBrk="0" fontAlgn="base" hangingPunct="0">
                <a:spcBef>
                  <a:spcPct val="0"/>
                </a:spcBef>
                <a:spcAft>
                  <a:spcPct val="0"/>
                </a:spcAft>
                <a:defRPr sz="1600">
                  <a:solidFill>
                    <a:schemeClr val="tx1"/>
                  </a:solidFill>
                  <a:latin typeface="Helvetica" pitchFamily="34" charset="0"/>
                </a:defRPr>
              </a:lvl9pPr>
            </a:lstStyle>
            <a:p>
              <a:pPr>
                <a:defRPr/>
              </a:pPr>
              <a:endParaRPr lang="zh-CN" altLang="en-US">
                <a:solidFill>
                  <a:srgbClr val="000000"/>
                </a:solidFill>
                <a:ea typeface="宋体"/>
              </a:endParaRPr>
            </a:p>
          </p:txBody>
        </p:sp>
        <p:sp>
          <p:nvSpPr>
            <p:cNvPr id="9" name="Rectangle 11">
              <a:extLst>
                <a:ext uri="{FF2B5EF4-FFF2-40B4-BE49-F238E27FC236}">
                  <a16:creationId xmlns:a16="http://schemas.microsoft.com/office/drawing/2014/main" id="{FF7B7C96-DADA-4D4C-9EA5-B5219DDBB601}"/>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a:defRPr sz="1600">
                  <a:solidFill>
                    <a:schemeClr val="tx1"/>
                  </a:solidFill>
                  <a:latin typeface="Helvetica" pitchFamily="34" charset="0"/>
                </a:defRPr>
              </a:lvl1pPr>
              <a:lvl2pPr marL="742950" indent="-285750">
                <a:defRPr sz="1600">
                  <a:solidFill>
                    <a:schemeClr val="tx1"/>
                  </a:solidFill>
                  <a:latin typeface="Helvetica" pitchFamily="34" charset="0"/>
                </a:defRPr>
              </a:lvl2pPr>
              <a:lvl3pPr marL="1143000" indent="-228600">
                <a:defRPr sz="1600">
                  <a:solidFill>
                    <a:schemeClr val="tx1"/>
                  </a:solidFill>
                  <a:latin typeface="Helvetica" pitchFamily="34" charset="0"/>
                </a:defRPr>
              </a:lvl3pPr>
              <a:lvl4pPr marL="1600200" indent="-228600">
                <a:defRPr sz="1600">
                  <a:solidFill>
                    <a:schemeClr val="tx1"/>
                  </a:solidFill>
                  <a:latin typeface="Helvetica" pitchFamily="34" charset="0"/>
                </a:defRPr>
              </a:lvl4pPr>
              <a:lvl5pPr marL="2057400" indent="-228600">
                <a:defRPr sz="1600">
                  <a:solidFill>
                    <a:schemeClr val="tx1"/>
                  </a:solidFill>
                  <a:latin typeface="Helvetica" pitchFamily="34" charset="0"/>
                </a:defRPr>
              </a:lvl5pPr>
              <a:lvl6pPr marL="2514600" indent="-228600" eaLnBrk="0" fontAlgn="base" hangingPunct="0">
                <a:spcBef>
                  <a:spcPct val="0"/>
                </a:spcBef>
                <a:spcAft>
                  <a:spcPct val="0"/>
                </a:spcAft>
                <a:defRPr sz="1600">
                  <a:solidFill>
                    <a:schemeClr val="tx1"/>
                  </a:solidFill>
                  <a:latin typeface="Helvetica" pitchFamily="34" charset="0"/>
                </a:defRPr>
              </a:lvl6pPr>
              <a:lvl7pPr marL="2971800" indent="-228600" eaLnBrk="0" fontAlgn="base" hangingPunct="0">
                <a:spcBef>
                  <a:spcPct val="0"/>
                </a:spcBef>
                <a:spcAft>
                  <a:spcPct val="0"/>
                </a:spcAft>
                <a:defRPr sz="1600">
                  <a:solidFill>
                    <a:schemeClr val="tx1"/>
                  </a:solidFill>
                  <a:latin typeface="Helvetica" pitchFamily="34" charset="0"/>
                </a:defRPr>
              </a:lvl7pPr>
              <a:lvl8pPr marL="3429000" indent="-228600" eaLnBrk="0" fontAlgn="base" hangingPunct="0">
                <a:spcBef>
                  <a:spcPct val="0"/>
                </a:spcBef>
                <a:spcAft>
                  <a:spcPct val="0"/>
                </a:spcAft>
                <a:defRPr sz="1600">
                  <a:solidFill>
                    <a:schemeClr val="tx1"/>
                  </a:solidFill>
                  <a:latin typeface="Helvetica" pitchFamily="34" charset="0"/>
                </a:defRPr>
              </a:lvl8pPr>
              <a:lvl9pPr marL="3886200" indent="-228600" eaLnBrk="0" fontAlgn="base" hangingPunct="0">
                <a:spcBef>
                  <a:spcPct val="0"/>
                </a:spcBef>
                <a:spcAft>
                  <a:spcPct val="0"/>
                </a:spcAft>
                <a:defRPr sz="1600">
                  <a:solidFill>
                    <a:schemeClr val="tx1"/>
                  </a:solidFill>
                  <a:latin typeface="Helvetica" pitchFamily="34" charset="0"/>
                </a:defRPr>
              </a:lvl9pPr>
            </a:lstStyle>
            <a:p>
              <a:pPr>
                <a:defRPr/>
              </a:pPr>
              <a:endParaRPr lang="zh-CN" altLang="en-US">
                <a:solidFill>
                  <a:srgbClr val="000000"/>
                </a:solidFill>
                <a:ea typeface="宋体"/>
              </a:endParaRPr>
            </a:p>
          </p:txBody>
        </p:sp>
      </p:grpSp>
      <p:sp>
        <p:nvSpPr>
          <p:cNvPr id="249868" name="Rectangle 12"/>
          <p:cNvSpPr>
            <a:spLocks noGrp="1" noChangeArrowheads="1"/>
          </p:cNvSpPr>
          <p:nvPr>
            <p:ph type="ctrTitle"/>
          </p:nvPr>
        </p:nvSpPr>
        <p:spPr>
          <a:xfrm>
            <a:off x="990600" y="1828800"/>
            <a:ext cx="7772400" cy="1143000"/>
          </a:xfrm>
        </p:spPr>
        <p:txBody>
          <a:bodyPr/>
          <a:lstStyle>
            <a:lvl1pPr>
              <a:defRPr/>
            </a:lvl1pPr>
          </a:lstStyle>
          <a:p>
            <a:r>
              <a:rPr lang="zh-CN" altLang="en-US"/>
              <a:t>单击此处编辑母版标题样式</a:t>
            </a:r>
          </a:p>
        </p:txBody>
      </p:sp>
      <p:sp>
        <p:nvSpPr>
          <p:cNvPr id="249869"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zh-CN" altLang="en-US"/>
              <a:t>单击此处编辑母版副标题样式</a:t>
            </a:r>
          </a:p>
        </p:txBody>
      </p:sp>
      <p:sp>
        <p:nvSpPr>
          <p:cNvPr id="14" name="Rectangle 14">
            <a:extLst>
              <a:ext uri="{FF2B5EF4-FFF2-40B4-BE49-F238E27FC236}">
                <a16:creationId xmlns:a16="http://schemas.microsoft.com/office/drawing/2014/main" id="{E85D1E4D-CDEC-4B12-B917-B3B7A58A623C}"/>
              </a:ext>
            </a:extLst>
          </p:cNvPr>
          <p:cNvSpPr>
            <a:spLocks noGrp="1" noChangeArrowheads="1"/>
          </p:cNvSpPr>
          <p:nvPr>
            <p:ph type="dt" sz="half" idx="10"/>
          </p:nvPr>
        </p:nvSpPr>
        <p:spPr bwMode="auto">
          <a:xfrm>
            <a:off x="990600" y="6248400"/>
            <a:ext cx="1905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eaLnBrk="1" hangingPunct="1">
              <a:defRPr sz="1400">
                <a:solidFill>
                  <a:srgbClr val="1C1C1C"/>
                </a:solidFill>
                <a:latin typeface="+mn-lt"/>
                <a:ea typeface="+mn-ea"/>
              </a:defRPr>
            </a:lvl1pPr>
          </a:lstStyle>
          <a:p>
            <a:pPr>
              <a:defRPr/>
            </a:pPr>
            <a:endParaRPr lang="en-US" altLang="zh-CN"/>
          </a:p>
        </p:txBody>
      </p:sp>
      <p:sp>
        <p:nvSpPr>
          <p:cNvPr id="15" name="Rectangle 15">
            <a:extLst>
              <a:ext uri="{FF2B5EF4-FFF2-40B4-BE49-F238E27FC236}">
                <a16:creationId xmlns:a16="http://schemas.microsoft.com/office/drawing/2014/main" id="{2EC27335-FA88-40E3-8FD5-83AE7E5CC7C0}"/>
              </a:ext>
            </a:extLst>
          </p:cNvPr>
          <p:cNvSpPr>
            <a:spLocks noGrp="1" noChangeArrowheads="1"/>
          </p:cNvSpPr>
          <p:nvPr>
            <p:ph type="ftr" sz="quarter" idx="11"/>
          </p:nvPr>
        </p:nvSpPr>
        <p:spPr>
          <a:xfrm>
            <a:off x="3429000" y="6248400"/>
            <a:ext cx="2895600" cy="457200"/>
          </a:xfrm>
        </p:spPr>
        <p:txBody>
          <a:bodyPr/>
          <a:lstStyle>
            <a:lvl1pPr>
              <a:defRPr>
                <a:solidFill>
                  <a:srgbClr val="1C1C1C"/>
                </a:solidFill>
                <a:latin typeface="+mn-lt"/>
                <a:ea typeface="+mn-ea"/>
              </a:defRPr>
            </a:lvl1pPr>
          </a:lstStyle>
          <a:p>
            <a:pPr>
              <a:defRPr/>
            </a:pPr>
            <a:endParaRPr lang="en-US" altLang="zh-CN"/>
          </a:p>
        </p:txBody>
      </p:sp>
      <p:sp>
        <p:nvSpPr>
          <p:cNvPr id="16" name="Rectangle 16">
            <a:extLst>
              <a:ext uri="{FF2B5EF4-FFF2-40B4-BE49-F238E27FC236}">
                <a16:creationId xmlns:a16="http://schemas.microsoft.com/office/drawing/2014/main" id="{4A476C2B-060D-4CAE-AC31-B0314297F439}"/>
              </a:ext>
            </a:extLst>
          </p:cNvPr>
          <p:cNvSpPr>
            <a:spLocks noGrp="1" noChangeArrowheads="1"/>
          </p:cNvSpPr>
          <p:nvPr>
            <p:ph type="sldNum" sz="quarter" idx="12"/>
          </p:nvPr>
        </p:nvSpPr>
        <p:spPr>
          <a:xfrm>
            <a:off x="6858000" y="6248400"/>
            <a:ext cx="1905000" cy="457200"/>
          </a:xfrm>
        </p:spPr>
        <p:txBody>
          <a:bodyPr/>
          <a:lstStyle>
            <a:lvl1pPr>
              <a:defRPr>
                <a:solidFill>
                  <a:srgbClr val="1C1C1C"/>
                </a:solidFill>
              </a:defRPr>
            </a:lvl1pPr>
          </a:lstStyle>
          <a:p>
            <a:pPr>
              <a:defRPr/>
            </a:pPr>
            <a:fld id="{B6EB64B6-DFF6-4DC8-A6A0-2600A6379196}" type="slidenum">
              <a:rPr lang="zh-CN" altLang="en-US"/>
              <a:pPr>
                <a:defRPr/>
              </a:pPr>
              <a:t>‹#›</a:t>
            </a:fld>
            <a:endParaRPr lang="en-US" altLang="zh-CN"/>
          </a:p>
        </p:txBody>
      </p:sp>
    </p:spTree>
    <p:extLst>
      <p:ext uri="{BB962C8B-B14F-4D97-AF65-F5344CB8AC3E}">
        <p14:creationId xmlns:p14="http://schemas.microsoft.com/office/powerpoint/2010/main" val="41537560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a:extLst>
              <a:ext uri="{FF2B5EF4-FFF2-40B4-BE49-F238E27FC236}">
                <a16:creationId xmlns:a16="http://schemas.microsoft.com/office/drawing/2014/main" id="{54A912FE-38BB-42D7-B2AB-00082816AF48}"/>
              </a:ext>
            </a:extLst>
          </p:cNvPr>
          <p:cNvSpPr>
            <a:spLocks noGrp="1" noChangeArrowheads="1"/>
          </p:cNvSpPr>
          <p:nvPr>
            <p:ph type="ftr" sz="quarter" idx="10"/>
          </p:nvPr>
        </p:nvSpPr>
        <p:spPr>
          <a:ln/>
        </p:spPr>
        <p:txBody>
          <a:bodyPr/>
          <a:lstStyle>
            <a:lvl1pPr>
              <a:defRPr/>
            </a:lvl1pPr>
          </a:lstStyle>
          <a:p>
            <a:pPr>
              <a:defRPr/>
            </a:pPr>
            <a:fld id="{AC29FE13-9E4F-45B9-99C5-FB4CBA539C36}" type="slidenum">
              <a:rPr lang="zh-CN" altLang="en-US"/>
              <a:pPr>
                <a:defRPr/>
              </a:pPr>
              <a:t>‹#›</a:t>
            </a:fld>
            <a:endParaRPr lang="en-US" altLang="zh-CN"/>
          </a:p>
        </p:txBody>
      </p:sp>
      <p:sp>
        <p:nvSpPr>
          <p:cNvPr id="5" name="Rectangle 12">
            <a:extLst>
              <a:ext uri="{FF2B5EF4-FFF2-40B4-BE49-F238E27FC236}">
                <a16:creationId xmlns:a16="http://schemas.microsoft.com/office/drawing/2014/main" id="{5B5DD30A-00F1-42CD-99EE-A1F635F4C0A0}"/>
              </a:ext>
            </a:extLst>
          </p:cNvPr>
          <p:cNvSpPr>
            <a:spLocks noGrp="1" noChangeArrowheads="1"/>
          </p:cNvSpPr>
          <p:nvPr>
            <p:ph type="sldNum" sz="quarter" idx="11"/>
          </p:nvPr>
        </p:nvSpPr>
        <p:spPr>
          <a:ln/>
        </p:spPr>
        <p:txBody>
          <a:bodyPr/>
          <a:lstStyle>
            <a:lvl1pPr>
              <a:defRPr/>
            </a:lvl1pPr>
          </a:lstStyle>
          <a:p>
            <a:pPr>
              <a:defRPr/>
            </a:pPr>
            <a:fld id="{C6162E14-B0A2-4782-9299-DFA41E6DD946}" type="slidenum">
              <a:rPr lang="zh-CN" altLang="en-US"/>
              <a:pPr>
                <a:defRPr/>
              </a:pPr>
              <a:t>‹#›</a:t>
            </a:fld>
            <a:endParaRPr lang="en-US" altLang="zh-CN"/>
          </a:p>
        </p:txBody>
      </p:sp>
    </p:spTree>
    <p:extLst>
      <p:ext uri="{BB962C8B-B14F-4D97-AF65-F5344CB8AC3E}">
        <p14:creationId xmlns:p14="http://schemas.microsoft.com/office/powerpoint/2010/main" val="1238001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1">
            <a:extLst>
              <a:ext uri="{FF2B5EF4-FFF2-40B4-BE49-F238E27FC236}">
                <a16:creationId xmlns:a16="http://schemas.microsoft.com/office/drawing/2014/main" id="{F28AC3C6-FDB0-45ED-9D20-E520E9A5F7C5}"/>
              </a:ext>
            </a:extLst>
          </p:cNvPr>
          <p:cNvSpPr>
            <a:spLocks noGrp="1" noChangeArrowheads="1"/>
          </p:cNvSpPr>
          <p:nvPr>
            <p:ph type="ftr" sz="quarter" idx="10"/>
          </p:nvPr>
        </p:nvSpPr>
        <p:spPr>
          <a:ln/>
        </p:spPr>
        <p:txBody>
          <a:bodyPr/>
          <a:lstStyle>
            <a:lvl1pPr>
              <a:defRPr/>
            </a:lvl1pPr>
          </a:lstStyle>
          <a:p>
            <a:pPr>
              <a:defRPr/>
            </a:pPr>
            <a:fld id="{45C9479E-1A22-4CDD-8188-8F42F1DA8078}" type="slidenum">
              <a:rPr lang="zh-CN" altLang="en-US"/>
              <a:pPr>
                <a:defRPr/>
              </a:pPr>
              <a:t>‹#›</a:t>
            </a:fld>
            <a:endParaRPr lang="en-US" altLang="zh-CN"/>
          </a:p>
        </p:txBody>
      </p:sp>
      <p:sp>
        <p:nvSpPr>
          <p:cNvPr id="5" name="Rectangle 12">
            <a:extLst>
              <a:ext uri="{FF2B5EF4-FFF2-40B4-BE49-F238E27FC236}">
                <a16:creationId xmlns:a16="http://schemas.microsoft.com/office/drawing/2014/main" id="{508664B2-6F9B-4132-8CA9-FCA006FC7D38}"/>
              </a:ext>
            </a:extLst>
          </p:cNvPr>
          <p:cNvSpPr>
            <a:spLocks noGrp="1" noChangeArrowheads="1"/>
          </p:cNvSpPr>
          <p:nvPr>
            <p:ph type="sldNum" sz="quarter" idx="11"/>
          </p:nvPr>
        </p:nvSpPr>
        <p:spPr>
          <a:ln/>
        </p:spPr>
        <p:txBody>
          <a:bodyPr/>
          <a:lstStyle>
            <a:lvl1pPr>
              <a:defRPr/>
            </a:lvl1pPr>
          </a:lstStyle>
          <a:p>
            <a:pPr>
              <a:defRPr/>
            </a:pPr>
            <a:fld id="{7BE524FD-9E7C-40E8-88AD-EF4066071983}" type="slidenum">
              <a:rPr lang="zh-CN" altLang="en-US"/>
              <a:pPr>
                <a:defRPr/>
              </a:pPr>
              <a:t>‹#›</a:t>
            </a:fld>
            <a:endParaRPr lang="en-US" altLang="zh-CN"/>
          </a:p>
        </p:txBody>
      </p:sp>
    </p:spTree>
    <p:extLst>
      <p:ext uri="{BB962C8B-B14F-4D97-AF65-F5344CB8AC3E}">
        <p14:creationId xmlns:p14="http://schemas.microsoft.com/office/powerpoint/2010/main" val="2848740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228600" y="1196975"/>
            <a:ext cx="4286250" cy="54324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67250" y="1196975"/>
            <a:ext cx="4287838" cy="54324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a:extLst>
              <a:ext uri="{FF2B5EF4-FFF2-40B4-BE49-F238E27FC236}">
                <a16:creationId xmlns:a16="http://schemas.microsoft.com/office/drawing/2014/main" id="{4AB27156-6799-412B-B52C-E9597834D88C}"/>
              </a:ext>
            </a:extLst>
          </p:cNvPr>
          <p:cNvSpPr>
            <a:spLocks noGrp="1" noChangeArrowheads="1"/>
          </p:cNvSpPr>
          <p:nvPr>
            <p:ph type="ftr" sz="quarter" idx="10"/>
          </p:nvPr>
        </p:nvSpPr>
        <p:spPr>
          <a:ln/>
        </p:spPr>
        <p:txBody>
          <a:bodyPr/>
          <a:lstStyle>
            <a:lvl1pPr>
              <a:defRPr/>
            </a:lvl1pPr>
          </a:lstStyle>
          <a:p>
            <a:pPr>
              <a:defRPr/>
            </a:pPr>
            <a:fld id="{3171F7A4-E8AA-417B-A531-26CE901C3AF5}" type="slidenum">
              <a:rPr lang="zh-CN" altLang="en-US"/>
              <a:pPr>
                <a:defRPr/>
              </a:pPr>
              <a:t>‹#›</a:t>
            </a:fld>
            <a:endParaRPr lang="en-US" altLang="zh-CN"/>
          </a:p>
        </p:txBody>
      </p:sp>
      <p:sp>
        <p:nvSpPr>
          <p:cNvPr id="6" name="Rectangle 12">
            <a:extLst>
              <a:ext uri="{FF2B5EF4-FFF2-40B4-BE49-F238E27FC236}">
                <a16:creationId xmlns:a16="http://schemas.microsoft.com/office/drawing/2014/main" id="{BCE5F0CC-0BBC-448C-8455-92AF0D2B20B2}"/>
              </a:ext>
            </a:extLst>
          </p:cNvPr>
          <p:cNvSpPr>
            <a:spLocks noGrp="1" noChangeArrowheads="1"/>
          </p:cNvSpPr>
          <p:nvPr>
            <p:ph type="sldNum" sz="quarter" idx="11"/>
          </p:nvPr>
        </p:nvSpPr>
        <p:spPr>
          <a:ln/>
        </p:spPr>
        <p:txBody>
          <a:bodyPr/>
          <a:lstStyle>
            <a:lvl1pPr>
              <a:defRPr/>
            </a:lvl1pPr>
          </a:lstStyle>
          <a:p>
            <a:pPr>
              <a:defRPr/>
            </a:pPr>
            <a:fld id="{080955B5-54F7-4C56-969D-AF271444FF73}" type="slidenum">
              <a:rPr lang="zh-CN" altLang="en-US"/>
              <a:pPr>
                <a:defRPr/>
              </a:pPr>
              <a:t>‹#›</a:t>
            </a:fld>
            <a:endParaRPr lang="en-US" altLang="zh-CN"/>
          </a:p>
        </p:txBody>
      </p:sp>
    </p:spTree>
    <p:extLst>
      <p:ext uri="{BB962C8B-B14F-4D97-AF65-F5344CB8AC3E}">
        <p14:creationId xmlns:p14="http://schemas.microsoft.com/office/powerpoint/2010/main" val="2551891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1">
            <a:extLst>
              <a:ext uri="{FF2B5EF4-FFF2-40B4-BE49-F238E27FC236}">
                <a16:creationId xmlns:a16="http://schemas.microsoft.com/office/drawing/2014/main" id="{D0C5ED41-49B0-40DF-896F-9D9322D754B9}"/>
              </a:ext>
            </a:extLst>
          </p:cNvPr>
          <p:cNvSpPr>
            <a:spLocks noGrp="1" noChangeArrowheads="1"/>
          </p:cNvSpPr>
          <p:nvPr>
            <p:ph type="ftr" sz="quarter" idx="10"/>
          </p:nvPr>
        </p:nvSpPr>
        <p:spPr>
          <a:ln/>
        </p:spPr>
        <p:txBody>
          <a:bodyPr/>
          <a:lstStyle>
            <a:lvl1pPr>
              <a:defRPr/>
            </a:lvl1pPr>
          </a:lstStyle>
          <a:p>
            <a:pPr>
              <a:defRPr/>
            </a:pPr>
            <a:fld id="{92E677FD-35F2-4F4A-AEE4-13122B9AC656}" type="slidenum">
              <a:rPr lang="zh-CN" altLang="en-US"/>
              <a:pPr>
                <a:defRPr/>
              </a:pPr>
              <a:t>‹#›</a:t>
            </a:fld>
            <a:endParaRPr lang="en-US" altLang="zh-CN"/>
          </a:p>
        </p:txBody>
      </p:sp>
      <p:sp>
        <p:nvSpPr>
          <p:cNvPr id="8" name="Rectangle 12">
            <a:extLst>
              <a:ext uri="{FF2B5EF4-FFF2-40B4-BE49-F238E27FC236}">
                <a16:creationId xmlns:a16="http://schemas.microsoft.com/office/drawing/2014/main" id="{FA411DFA-2C7E-4D48-8377-CDD49E7F266B}"/>
              </a:ext>
            </a:extLst>
          </p:cNvPr>
          <p:cNvSpPr>
            <a:spLocks noGrp="1" noChangeArrowheads="1"/>
          </p:cNvSpPr>
          <p:nvPr>
            <p:ph type="sldNum" sz="quarter" idx="11"/>
          </p:nvPr>
        </p:nvSpPr>
        <p:spPr>
          <a:ln/>
        </p:spPr>
        <p:txBody>
          <a:bodyPr/>
          <a:lstStyle>
            <a:lvl1pPr>
              <a:defRPr/>
            </a:lvl1pPr>
          </a:lstStyle>
          <a:p>
            <a:pPr>
              <a:defRPr/>
            </a:pPr>
            <a:fld id="{F10956C8-FF62-4147-B1DD-981369CA51EE}" type="slidenum">
              <a:rPr lang="zh-CN" altLang="en-US"/>
              <a:pPr>
                <a:defRPr/>
              </a:pPr>
              <a:t>‹#›</a:t>
            </a:fld>
            <a:endParaRPr lang="en-US" altLang="zh-CN"/>
          </a:p>
        </p:txBody>
      </p:sp>
    </p:spTree>
    <p:extLst>
      <p:ext uri="{BB962C8B-B14F-4D97-AF65-F5344CB8AC3E}">
        <p14:creationId xmlns:p14="http://schemas.microsoft.com/office/powerpoint/2010/main" val="41275132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1">
            <a:extLst>
              <a:ext uri="{FF2B5EF4-FFF2-40B4-BE49-F238E27FC236}">
                <a16:creationId xmlns:a16="http://schemas.microsoft.com/office/drawing/2014/main" id="{F3EA094A-C4BB-4031-96DA-1CE8E84884D8}"/>
              </a:ext>
            </a:extLst>
          </p:cNvPr>
          <p:cNvSpPr>
            <a:spLocks noGrp="1" noChangeArrowheads="1"/>
          </p:cNvSpPr>
          <p:nvPr>
            <p:ph type="ftr" sz="quarter" idx="10"/>
          </p:nvPr>
        </p:nvSpPr>
        <p:spPr>
          <a:ln/>
        </p:spPr>
        <p:txBody>
          <a:bodyPr/>
          <a:lstStyle>
            <a:lvl1pPr>
              <a:defRPr/>
            </a:lvl1pPr>
          </a:lstStyle>
          <a:p>
            <a:pPr>
              <a:defRPr/>
            </a:pPr>
            <a:fld id="{EEA078E0-CD90-47C9-A455-58BC7A8B02F8}" type="slidenum">
              <a:rPr lang="zh-CN" altLang="en-US"/>
              <a:pPr>
                <a:defRPr/>
              </a:pPr>
              <a:t>‹#›</a:t>
            </a:fld>
            <a:endParaRPr lang="en-US" altLang="zh-CN"/>
          </a:p>
        </p:txBody>
      </p:sp>
      <p:sp>
        <p:nvSpPr>
          <p:cNvPr id="4" name="Rectangle 12">
            <a:extLst>
              <a:ext uri="{FF2B5EF4-FFF2-40B4-BE49-F238E27FC236}">
                <a16:creationId xmlns:a16="http://schemas.microsoft.com/office/drawing/2014/main" id="{C7E9C1A5-ED9E-486F-9F23-A5F9C72AF299}"/>
              </a:ext>
            </a:extLst>
          </p:cNvPr>
          <p:cNvSpPr>
            <a:spLocks noGrp="1" noChangeArrowheads="1"/>
          </p:cNvSpPr>
          <p:nvPr>
            <p:ph type="sldNum" sz="quarter" idx="11"/>
          </p:nvPr>
        </p:nvSpPr>
        <p:spPr>
          <a:ln/>
        </p:spPr>
        <p:txBody>
          <a:bodyPr/>
          <a:lstStyle>
            <a:lvl1pPr>
              <a:defRPr/>
            </a:lvl1pPr>
          </a:lstStyle>
          <a:p>
            <a:pPr>
              <a:defRPr/>
            </a:pPr>
            <a:fld id="{B3E84B1A-1C9E-4596-BD6B-222B8A40EF86}" type="slidenum">
              <a:rPr lang="zh-CN" altLang="en-US"/>
              <a:pPr>
                <a:defRPr/>
              </a:pPr>
              <a:t>‹#›</a:t>
            </a:fld>
            <a:endParaRPr lang="en-US" altLang="zh-CN"/>
          </a:p>
        </p:txBody>
      </p:sp>
    </p:spTree>
    <p:extLst>
      <p:ext uri="{BB962C8B-B14F-4D97-AF65-F5344CB8AC3E}">
        <p14:creationId xmlns:p14="http://schemas.microsoft.com/office/powerpoint/2010/main" val="2634586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4D3069FA-F045-43C8-93D9-C3D55BFE836D}"/>
              </a:ext>
            </a:extLst>
          </p:cNvPr>
          <p:cNvSpPr>
            <a:spLocks noGrp="1" noChangeArrowheads="1"/>
          </p:cNvSpPr>
          <p:nvPr>
            <p:ph type="ftr" sz="quarter" idx="10"/>
          </p:nvPr>
        </p:nvSpPr>
        <p:spPr>
          <a:ln/>
        </p:spPr>
        <p:txBody>
          <a:bodyPr/>
          <a:lstStyle>
            <a:lvl1pPr>
              <a:defRPr/>
            </a:lvl1pPr>
          </a:lstStyle>
          <a:p>
            <a:pPr>
              <a:defRPr/>
            </a:pPr>
            <a:fld id="{A02BDB6C-884E-437B-88CF-214F4CC47FD7}" type="slidenum">
              <a:rPr lang="zh-CN" altLang="en-US"/>
              <a:pPr>
                <a:defRPr/>
              </a:pPr>
              <a:t>‹#›</a:t>
            </a:fld>
            <a:endParaRPr lang="en-US" altLang="zh-CN"/>
          </a:p>
        </p:txBody>
      </p:sp>
      <p:sp>
        <p:nvSpPr>
          <p:cNvPr id="3" name="Rectangle 12">
            <a:extLst>
              <a:ext uri="{FF2B5EF4-FFF2-40B4-BE49-F238E27FC236}">
                <a16:creationId xmlns:a16="http://schemas.microsoft.com/office/drawing/2014/main" id="{E4D490A9-0C64-41FE-A13A-07A6A10DDB61}"/>
              </a:ext>
            </a:extLst>
          </p:cNvPr>
          <p:cNvSpPr>
            <a:spLocks noGrp="1" noChangeArrowheads="1"/>
          </p:cNvSpPr>
          <p:nvPr>
            <p:ph type="sldNum" sz="quarter" idx="11"/>
          </p:nvPr>
        </p:nvSpPr>
        <p:spPr>
          <a:ln/>
        </p:spPr>
        <p:txBody>
          <a:bodyPr/>
          <a:lstStyle>
            <a:lvl1pPr>
              <a:defRPr/>
            </a:lvl1pPr>
          </a:lstStyle>
          <a:p>
            <a:pPr>
              <a:defRPr/>
            </a:pPr>
            <a:fld id="{B321122E-BE48-416D-A9FF-4EF6DD151216}" type="slidenum">
              <a:rPr lang="zh-CN" altLang="en-US"/>
              <a:pPr>
                <a:defRPr/>
              </a:pPr>
              <a:t>‹#›</a:t>
            </a:fld>
            <a:endParaRPr lang="en-US" altLang="zh-CN"/>
          </a:p>
        </p:txBody>
      </p:sp>
    </p:spTree>
    <p:extLst>
      <p:ext uri="{BB962C8B-B14F-4D97-AF65-F5344CB8AC3E}">
        <p14:creationId xmlns:p14="http://schemas.microsoft.com/office/powerpoint/2010/main" val="21367826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a:extLst>
              <a:ext uri="{FF2B5EF4-FFF2-40B4-BE49-F238E27FC236}">
                <a16:creationId xmlns:a16="http://schemas.microsoft.com/office/drawing/2014/main" id="{28924DA3-CEDD-4708-8E52-E888756692ED}"/>
              </a:ext>
            </a:extLst>
          </p:cNvPr>
          <p:cNvSpPr>
            <a:spLocks noGrp="1" noChangeArrowheads="1"/>
          </p:cNvSpPr>
          <p:nvPr>
            <p:ph type="ftr" sz="quarter" idx="10"/>
          </p:nvPr>
        </p:nvSpPr>
        <p:spPr>
          <a:ln/>
        </p:spPr>
        <p:txBody>
          <a:bodyPr/>
          <a:lstStyle>
            <a:lvl1pPr>
              <a:defRPr/>
            </a:lvl1pPr>
          </a:lstStyle>
          <a:p>
            <a:pPr>
              <a:defRPr/>
            </a:pPr>
            <a:fld id="{11A80C5D-D04F-4FA3-8F44-2991F9661985}" type="slidenum">
              <a:rPr lang="zh-CN" altLang="en-US"/>
              <a:pPr>
                <a:defRPr/>
              </a:pPr>
              <a:t>‹#›</a:t>
            </a:fld>
            <a:endParaRPr lang="en-US" altLang="zh-CN"/>
          </a:p>
        </p:txBody>
      </p:sp>
      <p:sp>
        <p:nvSpPr>
          <p:cNvPr id="6" name="Rectangle 12">
            <a:extLst>
              <a:ext uri="{FF2B5EF4-FFF2-40B4-BE49-F238E27FC236}">
                <a16:creationId xmlns:a16="http://schemas.microsoft.com/office/drawing/2014/main" id="{18CD357A-BB3C-491A-8B04-C627AFAA49E1}"/>
              </a:ext>
            </a:extLst>
          </p:cNvPr>
          <p:cNvSpPr>
            <a:spLocks noGrp="1" noChangeArrowheads="1"/>
          </p:cNvSpPr>
          <p:nvPr>
            <p:ph type="sldNum" sz="quarter" idx="11"/>
          </p:nvPr>
        </p:nvSpPr>
        <p:spPr>
          <a:ln/>
        </p:spPr>
        <p:txBody>
          <a:bodyPr/>
          <a:lstStyle>
            <a:lvl1pPr>
              <a:defRPr/>
            </a:lvl1pPr>
          </a:lstStyle>
          <a:p>
            <a:pPr>
              <a:defRPr/>
            </a:pPr>
            <a:fld id="{AE2BF01F-820B-4373-9B08-AA15F4D1430A}" type="slidenum">
              <a:rPr lang="zh-CN" altLang="en-US"/>
              <a:pPr>
                <a:defRPr/>
              </a:pPr>
              <a:t>‹#›</a:t>
            </a:fld>
            <a:endParaRPr lang="en-US" altLang="zh-CN"/>
          </a:p>
        </p:txBody>
      </p:sp>
    </p:spTree>
    <p:extLst>
      <p:ext uri="{BB962C8B-B14F-4D97-AF65-F5344CB8AC3E}">
        <p14:creationId xmlns:p14="http://schemas.microsoft.com/office/powerpoint/2010/main" val="37733061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a:extLst>
              <a:ext uri="{FF2B5EF4-FFF2-40B4-BE49-F238E27FC236}">
                <a16:creationId xmlns:a16="http://schemas.microsoft.com/office/drawing/2014/main" id="{CD35ED49-4634-4084-B313-B5A550170E37}"/>
              </a:ext>
            </a:extLst>
          </p:cNvPr>
          <p:cNvSpPr>
            <a:spLocks noGrp="1" noChangeArrowheads="1"/>
          </p:cNvSpPr>
          <p:nvPr>
            <p:ph type="ftr" sz="quarter" idx="10"/>
          </p:nvPr>
        </p:nvSpPr>
        <p:spPr>
          <a:ln/>
        </p:spPr>
        <p:txBody>
          <a:bodyPr/>
          <a:lstStyle>
            <a:lvl1pPr>
              <a:defRPr/>
            </a:lvl1pPr>
          </a:lstStyle>
          <a:p>
            <a:pPr>
              <a:defRPr/>
            </a:pPr>
            <a:fld id="{3393161E-909B-4065-8A62-D206E11FC09B}" type="slidenum">
              <a:rPr lang="zh-CN" altLang="en-US"/>
              <a:pPr>
                <a:defRPr/>
              </a:pPr>
              <a:t>‹#›</a:t>
            </a:fld>
            <a:endParaRPr lang="en-US" altLang="zh-CN"/>
          </a:p>
        </p:txBody>
      </p:sp>
      <p:sp>
        <p:nvSpPr>
          <p:cNvPr id="6" name="Rectangle 12">
            <a:extLst>
              <a:ext uri="{FF2B5EF4-FFF2-40B4-BE49-F238E27FC236}">
                <a16:creationId xmlns:a16="http://schemas.microsoft.com/office/drawing/2014/main" id="{C9C8F15B-A28B-4E7A-87F4-37169A6D1C41}"/>
              </a:ext>
            </a:extLst>
          </p:cNvPr>
          <p:cNvSpPr>
            <a:spLocks noGrp="1" noChangeArrowheads="1"/>
          </p:cNvSpPr>
          <p:nvPr>
            <p:ph type="sldNum" sz="quarter" idx="11"/>
          </p:nvPr>
        </p:nvSpPr>
        <p:spPr>
          <a:ln/>
        </p:spPr>
        <p:txBody>
          <a:bodyPr/>
          <a:lstStyle>
            <a:lvl1pPr>
              <a:defRPr/>
            </a:lvl1pPr>
          </a:lstStyle>
          <a:p>
            <a:pPr>
              <a:defRPr/>
            </a:pPr>
            <a:fld id="{DA994F76-1452-44D1-862D-FB828973230E}" type="slidenum">
              <a:rPr lang="zh-CN" altLang="en-US"/>
              <a:pPr>
                <a:defRPr/>
              </a:pPr>
              <a:t>‹#›</a:t>
            </a:fld>
            <a:endParaRPr lang="en-US" altLang="zh-CN"/>
          </a:p>
        </p:txBody>
      </p:sp>
    </p:spTree>
    <p:extLst>
      <p:ext uri="{BB962C8B-B14F-4D97-AF65-F5344CB8AC3E}">
        <p14:creationId xmlns:p14="http://schemas.microsoft.com/office/powerpoint/2010/main" val="26453553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a:extLst>
              <a:ext uri="{FF2B5EF4-FFF2-40B4-BE49-F238E27FC236}">
                <a16:creationId xmlns:a16="http://schemas.microsoft.com/office/drawing/2014/main" id="{86BDD458-9B48-4A93-8C4E-F92BFACD2496}"/>
              </a:ext>
            </a:extLst>
          </p:cNvPr>
          <p:cNvSpPr>
            <a:spLocks noGrp="1" noChangeArrowheads="1"/>
          </p:cNvSpPr>
          <p:nvPr>
            <p:ph type="ftr" sz="quarter" idx="10"/>
          </p:nvPr>
        </p:nvSpPr>
        <p:spPr>
          <a:ln/>
        </p:spPr>
        <p:txBody>
          <a:bodyPr/>
          <a:lstStyle>
            <a:lvl1pPr>
              <a:defRPr/>
            </a:lvl1pPr>
          </a:lstStyle>
          <a:p>
            <a:pPr>
              <a:defRPr/>
            </a:pPr>
            <a:fld id="{E28E4112-332B-44C4-B904-F1565ACFE648}" type="slidenum">
              <a:rPr lang="zh-CN" altLang="en-US"/>
              <a:pPr>
                <a:defRPr/>
              </a:pPr>
              <a:t>‹#›</a:t>
            </a:fld>
            <a:endParaRPr lang="en-US" altLang="zh-CN"/>
          </a:p>
        </p:txBody>
      </p:sp>
      <p:sp>
        <p:nvSpPr>
          <p:cNvPr id="5" name="Rectangle 12">
            <a:extLst>
              <a:ext uri="{FF2B5EF4-FFF2-40B4-BE49-F238E27FC236}">
                <a16:creationId xmlns:a16="http://schemas.microsoft.com/office/drawing/2014/main" id="{1ED979B4-A803-4624-9538-A069AEA97C95}"/>
              </a:ext>
            </a:extLst>
          </p:cNvPr>
          <p:cNvSpPr>
            <a:spLocks noGrp="1" noChangeArrowheads="1"/>
          </p:cNvSpPr>
          <p:nvPr>
            <p:ph type="sldNum" sz="quarter" idx="11"/>
          </p:nvPr>
        </p:nvSpPr>
        <p:spPr>
          <a:ln/>
        </p:spPr>
        <p:txBody>
          <a:bodyPr/>
          <a:lstStyle>
            <a:lvl1pPr>
              <a:defRPr/>
            </a:lvl1pPr>
          </a:lstStyle>
          <a:p>
            <a:pPr>
              <a:defRPr/>
            </a:pPr>
            <a:fld id="{7F864BD7-95B8-44EB-95BA-699D193CBA81}" type="slidenum">
              <a:rPr lang="zh-CN" altLang="en-US"/>
              <a:pPr>
                <a:defRPr/>
              </a:pPr>
              <a:t>‹#›</a:t>
            </a:fld>
            <a:endParaRPr lang="en-US" altLang="zh-CN"/>
          </a:p>
        </p:txBody>
      </p:sp>
    </p:spTree>
    <p:extLst>
      <p:ext uri="{BB962C8B-B14F-4D97-AF65-F5344CB8AC3E}">
        <p14:creationId xmlns:p14="http://schemas.microsoft.com/office/powerpoint/2010/main" val="31458584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73863" y="150813"/>
            <a:ext cx="2181225" cy="647858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228600" y="150813"/>
            <a:ext cx="6392863" cy="647858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a:extLst>
              <a:ext uri="{FF2B5EF4-FFF2-40B4-BE49-F238E27FC236}">
                <a16:creationId xmlns:a16="http://schemas.microsoft.com/office/drawing/2014/main" id="{DDBB6A2E-3C8F-43EC-A34B-135064D936CE}"/>
              </a:ext>
            </a:extLst>
          </p:cNvPr>
          <p:cNvSpPr>
            <a:spLocks noGrp="1" noChangeArrowheads="1"/>
          </p:cNvSpPr>
          <p:nvPr>
            <p:ph type="ftr" sz="quarter" idx="10"/>
          </p:nvPr>
        </p:nvSpPr>
        <p:spPr>
          <a:ln/>
        </p:spPr>
        <p:txBody>
          <a:bodyPr/>
          <a:lstStyle>
            <a:lvl1pPr>
              <a:defRPr/>
            </a:lvl1pPr>
          </a:lstStyle>
          <a:p>
            <a:pPr>
              <a:defRPr/>
            </a:pPr>
            <a:fld id="{F6F1743D-74F0-4B76-AE7C-F94036B1D438}" type="slidenum">
              <a:rPr lang="zh-CN" altLang="en-US"/>
              <a:pPr>
                <a:defRPr/>
              </a:pPr>
              <a:t>‹#›</a:t>
            </a:fld>
            <a:endParaRPr lang="en-US" altLang="zh-CN"/>
          </a:p>
        </p:txBody>
      </p:sp>
      <p:sp>
        <p:nvSpPr>
          <p:cNvPr id="5" name="Rectangle 12">
            <a:extLst>
              <a:ext uri="{FF2B5EF4-FFF2-40B4-BE49-F238E27FC236}">
                <a16:creationId xmlns:a16="http://schemas.microsoft.com/office/drawing/2014/main" id="{C0461799-625E-42D1-8CCE-7CEFB0BAE1E2}"/>
              </a:ext>
            </a:extLst>
          </p:cNvPr>
          <p:cNvSpPr>
            <a:spLocks noGrp="1" noChangeArrowheads="1"/>
          </p:cNvSpPr>
          <p:nvPr>
            <p:ph type="sldNum" sz="quarter" idx="11"/>
          </p:nvPr>
        </p:nvSpPr>
        <p:spPr>
          <a:ln/>
        </p:spPr>
        <p:txBody>
          <a:bodyPr/>
          <a:lstStyle>
            <a:lvl1pPr>
              <a:defRPr/>
            </a:lvl1pPr>
          </a:lstStyle>
          <a:p>
            <a:pPr>
              <a:defRPr/>
            </a:pPr>
            <a:fld id="{E67CA286-9D0B-4AA0-8C37-62970D1FEA66}" type="slidenum">
              <a:rPr lang="zh-CN" altLang="en-US"/>
              <a:pPr>
                <a:defRPr/>
              </a:pPr>
              <a:t>‹#›</a:t>
            </a:fld>
            <a:endParaRPr lang="en-US" altLang="zh-CN"/>
          </a:p>
        </p:txBody>
      </p:sp>
    </p:spTree>
    <p:extLst>
      <p:ext uri="{BB962C8B-B14F-4D97-AF65-F5344CB8AC3E}">
        <p14:creationId xmlns:p14="http://schemas.microsoft.com/office/powerpoint/2010/main" val="22297618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85800" y="150813"/>
            <a:ext cx="7793038" cy="752475"/>
          </a:xfrm>
        </p:spPr>
        <p:txBody>
          <a:bodyPr/>
          <a:lstStyle/>
          <a:p>
            <a:r>
              <a:rPr lang="zh-CN" altLang="en-US"/>
              <a:t>单击此处编辑母版标题样式</a:t>
            </a:r>
          </a:p>
        </p:txBody>
      </p:sp>
      <p:sp>
        <p:nvSpPr>
          <p:cNvPr id="3" name="表格占位符 2"/>
          <p:cNvSpPr>
            <a:spLocks noGrp="1"/>
          </p:cNvSpPr>
          <p:nvPr>
            <p:ph type="tbl" idx="1"/>
          </p:nvPr>
        </p:nvSpPr>
        <p:spPr>
          <a:xfrm>
            <a:off x="228600" y="1196975"/>
            <a:ext cx="8726488" cy="5432425"/>
          </a:xfrm>
        </p:spPr>
        <p:txBody>
          <a:bodyPr/>
          <a:lstStyle/>
          <a:p>
            <a:pPr lvl="0"/>
            <a:endParaRPr lang="zh-CN" altLang="en-US" noProof="0"/>
          </a:p>
        </p:txBody>
      </p:sp>
      <p:sp>
        <p:nvSpPr>
          <p:cNvPr id="4" name="Rectangle 11">
            <a:extLst>
              <a:ext uri="{FF2B5EF4-FFF2-40B4-BE49-F238E27FC236}">
                <a16:creationId xmlns:a16="http://schemas.microsoft.com/office/drawing/2014/main" id="{EDF31CCD-FE49-4419-91A8-6886386FC401}"/>
              </a:ext>
            </a:extLst>
          </p:cNvPr>
          <p:cNvSpPr>
            <a:spLocks noGrp="1" noChangeArrowheads="1"/>
          </p:cNvSpPr>
          <p:nvPr>
            <p:ph type="ftr" sz="quarter" idx="10"/>
          </p:nvPr>
        </p:nvSpPr>
        <p:spPr>
          <a:ln/>
        </p:spPr>
        <p:txBody>
          <a:bodyPr/>
          <a:lstStyle>
            <a:lvl1pPr>
              <a:defRPr/>
            </a:lvl1pPr>
          </a:lstStyle>
          <a:p>
            <a:pPr>
              <a:defRPr/>
            </a:pPr>
            <a:fld id="{68A42269-9EA5-4F4F-80B5-9E5EF0561421}" type="slidenum">
              <a:rPr lang="zh-CN" altLang="en-US"/>
              <a:pPr>
                <a:defRPr/>
              </a:pPr>
              <a:t>‹#›</a:t>
            </a:fld>
            <a:endParaRPr lang="en-US" altLang="zh-CN"/>
          </a:p>
        </p:txBody>
      </p:sp>
      <p:sp>
        <p:nvSpPr>
          <p:cNvPr id="5" name="Rectangle 12">
            <a:extLst>
              <a:ext uri="{FF2B5EF4-FFF2-40B4-BE49-F238E27FC236}">
                <a16:creationId xmlns:a16="http://schemas.microsoft.com/office/drawing/2014/main" id="{3E6D00E8-FD49-4239-BCE3-3FB369A3D582}"/>
              </a:ext>
            </a:extLst>
          </p:cNvPr>
          <p:cNvSpPr>
            <a:spLocks noGrp="1" noChangeArrowheads="1"/>
          </p:cNvSpPr>
          <p:nvPr>
            <p:ph type="sldNum" sz="quarter" idx="11"/>
          </p:nvPr>
        </p:nvSpPr>
        <p:spPr>
          <a:ln/>
        </p:spPr>
        <p:txBody>
          <a:bodyPr/>
          <a:lstStyle>
            <a:lvl1pPr>
              <a:defRPr/>
            </a:lvl1pPr>
          </a:lstStyle>
          <a:p>
            <a:pPr>
              <a:defRPr/>
            </a:pPr>
            <a:fld id="{3645AB3D-9E43-4816-9F62-C2CEB205FD74}" type="slidenum">
              <a:rPr lang="zh-CN" altLang="en-US"/>
              <a:pPr>
                <a:defRPr/>
              </a:pPr>
              <a:t>‹#›</a:t>
            </a:fld>
            <a:endParaRPr lang="en-US" altLang="zh-CN"/>
          </a:p>
        </p:txBody>
      </p:sp>
    </p:spTree>
    <p:extLst>
      <p:ext uri="{BB962C8B-B14F-4D97-AF65-F5344CB8AC3E}">
        <p14:creationId xmlns:p14="http://schemas.microsoft.com/office/powerpoint/2010/main" val="33613921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150813"/>
            <a:ext cx="7793038" cy="752475"/>
          </a:xfrm>
        </p:spPr>
        <p:txBody>
          <a:bodyPr/>
          <a:lstStyle/>
          <a:p>
            <a:r>
              <a:rPr lang="zh-CN" altLang="en-US"/>
              <a:t>单击此处编辑母版标题样式</a:t>
            </a:r>
          </a:p>
        </p:txBody>
      </p:sp>
      <p:sp>
        <p:nvSpPr>
          <p:cNvPr id="3" name="文本占位符 2"/>
          <p:cNvSpPr>
            <a:spLocks noGrp="1"/>
          </p:cNvSpPr>
          <p:nvPr>
            <p:ph type="body" sz="half" idx="1"/>
          </p:nvPr>
        </p:nvSpPr>
        <p:spPr>
          <a:xfrm>
            <a:off x="228600" y="1196975"/>
            <a:ext cx="4286250" cy="54324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67250" y="1196975"/>
            <a:ext cx="4287838" cy="54324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a:extLst>
              <a:ext uri="{FF2B5EF4-FFF2-40B4-BE49-F238E27FC236}">
                <a16:creationId xmlns:a16="http://schemas.microsoft.com/office/drawing/2014/main" id="{97922495-59E7-4182-A136-AF6ACC88DBF5}"/>
              </a:ext>
            </a:extLst>
          </p:cNvPr>
          <p:cNvSpPr>
            <a:spLocks noGrp="1" noChangeArrowheads="1"/>
          </p:cNvSpPr>
          <p:nvPr>
            <p:ph type="ftr" sz="quarter" idx="10"/>
          </p:nvPr>
        </p:nvSpPr>
        <p:spPr>
          <a:ln/>
        </p:spPr>
        <p:txBody>
          <a:bodyPr/>
          <a:lstStyle>
            <a:lvl1pPr>
              <a:defRPr/>
            </a:lvl1pPr>
          </a:lstStyle>
          <a:p>
            <a:pPr>
              <a:defRPr/>
            </a:pPr>
            <a:fld id="{60015458-40B5-418F-92AA-A6FA62EF116D}" type="slidenum">
              <a:rPr lang="zh-CN" altLang="en-US"/>
              <a:pPr>
                <a:defRPr/>
              </a:pPr>
              <a:t>‹#›</a:t>
            </a:fld>
            <a:endParaRPr lang="en-US" altLang="zh-CN"/>
          </a:p>
        </p:txBody>
      </p:sp>
      <p:sp>
        <p:nvSpPr>
          <p:cNvPr id="6" name="Rectangle 12">
            <a:extLst>
              <a:ext uri="{FF2B5EF4-FFF2-40B4-BE49-F238E27FC236}">
                <a16:creationId xmlns:a16="http://schemas.microsoft.com/office/drawing/2014/main" id="{43D0B0E0-17A0-4CDD-B273-65AE2D0AFF6C}"/>
              </a:ext>
            </a:extLst>
          </p:cNvPr>
          <p:cNvSpPr>
            <a:spLocks noGrp="1" noChangeArrowheads="1"/>
          </p:cNvSpPr>
          <p:nvPr>
            <p:ph type="sldNum" sz="quarter" idx="11"/>
          </p:nvPr>
        </p:nvSpPr>
        <p:spPr>
          <a:ln/>
        </p:spPr>
        <p:txBody>
          <a:bodyPr/>
          <a:lstStyle>
            <a:lvl1pPr>
              <a:defRPr/>
            </a:lvl1pPr>
          </a:lstStyle>
          <a:p>
            <a:pPr>
              <a:defRPr/>
            </a:pPr>
            <a:fld id="{B36A6C13-56F5-4B9F-A1B1-65B4E2385DC4}" type="slidenum">
              <a:rPr lang="zh-CN" altLang="en-US"/>
              <a:pPr>
                <a:defRPr/>
              </a:pPr>
              <a:t>‹#›</a:t>
            </a:fld>
            <a:endParaRPr lang="en-US" altLang="zh-CN"/>
          </a:p>
        </p:txBody>
      </p:sp>
    </p:spTree>
    <p:extLst>
      <p:ext uri="{BB962C8B-B14F-4D97-AF65-F5344CB8AC3E}">
        <p14:creationId xmlns:p14="http://schemas.microsoft.com/office/powerpoint/2010/main" val="37730478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150813"/>
            <a:ext cx="7793038" cy="752475"/>
          </a:xfrm>
        </p:spPr>
        <p:txBody>
          <a:bodyPr/>
          <a:lstStyle/>
          <a:p>
            <a:r>
              <a:rPr lang="zh-CN" altLang="en-US"/>
              <a:t>单击此处编辑母版标题样式</a:t>
            </a:r>
          </a:p>
        </p:txBody>
      </p:sp>
      <p:sp>
        <p:nvSpPr>
          <p:cNvPr id="3" name="文本占位符 2"/>
          <p:cNvSpPr>
            <a:spLocks noGrp="1"/>
          </p:cNvSpPr>
          <p:nvPr>
            <p:ph type="body" sz="half" idx="1"/>
          </p:nvPr>
        </p:nvSpPr>
        <p:spPr>
          <a:xfrm>
            <a:off x="228600" y="1196975"/>
            <a:ext cx="4286250" cy="54324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67250" y="1196975"/>
            <a:ext cx="4287838" cy="26400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67250" y="3989388"/>
            <a:ext cx="4287838" cy="26400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11">
            <a:extLst>
              <a:ext uri="{FF2B5EF4-FFF2-40B4-BE49-F238E27FC236}">
                <a16:creationId xmlns:a16="http://schemas.microsoft.com/office/drawing/2014/main" id="{137000A4-16D3-4937-A71C-99F21901BD08}"/>
              </a:ext>
            </a:extLst>
          </p:cNvPr>
          <p:cNvSpPr>
            <a:spLocks noGrp="1" noChangeArrowheads="1"/>
          </p:cNvSpPr>
          <p:nvPr>
            <p:ph type="ftr" sz="quarter" idx="10"/>
          </p:nvPr>
        </p:nvSpPr>
        <p:spPr>
          <a:ln/>
        </p:spPr>
        <p:txBody>
          <a:bodyPr/>
          <a:lstStyle>
            <a:lvl1pPr>
              <a:defRPr/>
            </a:lvl1pPr>
          </a:lstStyle>
          <a:p>
            <a:pPr>
              <a:defRPr/>
            </a:pPr>
            <a:fld id="{B6D01158-7D92-47E3-9823-A0BE85CEEBCF}" type="slidenum">
              <a:rPr lang="zh-CN" altLang="en-US"/>
              <a:pPr>
                <a:defRPr/>
              </a:pPr>
              <a:t>‹#›</a:t>
            </a:fld>
            <a:endParaRPr lang="en-US" altLang="zh-CN"/>
          </a:p>
        </p:txBody>
      </p:sp>
      <p:sp>
        <p:nvSpPr>
          <p:cNvPr id="7" name="Rectangle 12">
            <a:extLst>
              <a:ext uri="{FF2B5EF4-FFF2-40B4-BE49-F238E27FC236}">
                <a16:creationId xmlns:a16="http://schemas.microsoft.com/office/drawing/2014/main" id="{147AE13A-185D-4FF7-9938-D46DA1A456AD}"/>
              </a:ext>
            </a:extLst>
          </p:cNvPr>
          <p:cNvSpPr>
            <a:spLocks noGrp="1" noChangeArrowheads="1"/>
          </p:cNvSpPr>
          <p:nvPr>
            <p:ph type="sldNum" sz="quarter" idx="11"/>
          </p:nvPr>
        </p:nvSpPr>
        <p:spPr>
          <a:ln/>
        </p:spPr>
        <p:txBody>
          <a:bodyPr/>
          <a:lstStyle>
            <a:lvl1pPr>
              <a:defRPr/>
            </a:lvl1pPr>
          </a:lstStyle>
          <a:p>
            <a:pPr>
              <a:defRPr/>
            </a:pPr>
            <a:fld id="{8A8E29AD-5357-4D07-B13B-57B04A3F424D}" type="slidenum">
              <a:rPr lang="zh-CN" altLang="en-US"/>
              <a:pPr>
                <a:defRPr/>
              </a:pPr>
              <a:t>‹#›</a:t>
            </a:fld>
            <a:endParaRPr lang="en-US" altLang="zh-CN"/>
          </a:p>
        </p:txBody>
      </p:sp>
    </p:spTree>
    <p:extLst>
      <p:ext uri="{BB962C8B-B14F-4D97-AF65-F5344CB8AC3E}">
        <p14:creationId xmlns:p14="http://schemas.microsoft.com/office/powerpoint/2010/main" val="15136148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3" name="Title_Gray_Number">
            <a:extLst>
              <a:ext uri="{FF2B5EF4-FFF2-40B4-BE49-F238E27FC236}">
                <a16:creationId xmlns:a16="http://schemas.microsoft.com/office/drawing/2014/main" id="{E86860CF-FD02-4CD3-8835-4F2E11472CE9}"/>
              </a:ext>
            </a:extLst>
          </p:cNvPr>
          <p:cNvSpPr>
            <a:spLocks noChangeArrowheads="1"/>
          </p:cNvSpPr>
          <p:nvPr userDrawn="1"/>
        </p:nvSpPr>
        <p:spPr bwMode="gray">
          <a:xfrm>
            <a:off x="3505200" y="952500"/>
            <a:ext cx="2057400" cy="4318000"/>
          </a:xfrm>
          <a:prstGeom prst="rect">
            <a:avLst/>
          </a:prstGeom>
          <a:solidFill>
            <a:srgbClr val="FFFFFF"/>
          </a:solidFill>
          <a:ln w="9525">
            <a:solidFill>
              <a:srgbClr val="FFFFFF"/>
            </a:solidFill>
            <a:miter lim="800000"/>
            <a:headEnd/>
            <a:tailEnd/>
          </a:ln>
        </p:spPr>
        <p:txBody>
          <a:bodyPr wrap="none" lIns="12700" tIns="12700" rIns="12700" bIns="12700" anchor="ctr"/>
          <a:lstStyle>
            <a:lvl1pPr defTabSz="228600">
              <a:defRPr sz="1600">
                <a:solidFill>
                  <a:schemeClr val="tx1"/>
                </a:solidFill>
                <a:latin typeface="Helvetica" pitchFamily="34" charset="0"/>
              </a:defRPr>
            </a:lvl1pPr>
            <a:lvl2pPr marL="742950" indent="-285750" defTabSz="228600">
              <a:defRPr sz="1600">
                <a:solidFill>
                  <a:schemeClr val="tx1"/>
                </a:solidFill>
                <a:latin typeface="Helvetica" pitchFamily="34" charset="0"/>
              </a:defRPr>
            </a:lvl2pPr>
            <a:lvl3pPr marL="1143000" indent="-228600" defTabSz="228600">
              <a:defRPr sz="1600">
                <a:solidFill>
                  <a:schemeClr val="tx1"/>
                </a:solidFill>
                <a:latin typeface="Helvetica" pitchFamily="34" charset="0"/>
              </a:defRPr>
            </a:lvl3pPr>
            <a:lvl4pPr marL="1600200" indent="-228600" defTabSz="228600">
              <a:defRPr sz="1600">
                <a:solidFill>
                  <a:schemeClr val="tx1"/>
                </a:solidFill>
                <a:latin typeface="Helvetica" pitchFamily="34" charset="0"/>
              </a:defRPr>
            </a:lvl4pPr>
            <a:lvl5pPr marL="2057400" indent="-228600" defTabSz="228600">
              <a:defRPr sz="1600">
                <a:solidFill>
                  <a:schemeClr val="tx1"/>
                </a:solidFill>
                <a:latin typeface="Helvetica" pitchFamily="34" charset="0"/>
              </a:defRPr>
            </a:lvl5pPr>
            <a:lvl6pPr marL="2514600" indent="-228600" defTabSz="228600" eaLnBrk="0" fontAlgn="base" hangingPunct="0">
              <a:spcBef>
                <a:spcPct val="0"/>
              </a:spcBef>
              <a:spcAft>
                <a:spcPct val="0"/>
              </a:spcAft>
              <a:defRPr sz="1600">
                <a:solidFill>
                  <a:schemeClr val="tx1"/>
                </a:solidFill>
                <a:latin typeface="Helvetica" pitchFamily="34" charset="0"/>
              </a:defRPr>
            </a:lvl6pPr>
            <a:lvl7pPr marL="2971800" indent="-228600" defTabSz="228600" eaLnBrk="0" fontAlgn="base" hangingPunct="0">
              <a:spcBef>
                <a:spcPct val="0"/>
              </a:spcBef>
              <a:spcAft>
                <a:spcPct val="0"/>
              </a:spcAft>
              <a:defRPr sz="1600">
                <a:solidFill>
                  <a:schemeClr val="tx1"/>
                </a:solidFill>
                <a:latin typeface="Helvetica" pitchFamily="34" charset="0"/>
              </a:defRPr>
            </a:lvl7pPr>
            <a:lvl8pPr marL="3429000" indent="-228600" defTabSz="228600" eaLnBrk="0" fontAlgn="base" hangingPunct="0">
              <a:spcBef>
                <a:spcPct val="0"/>
              </a:spcBef>
              <a:spcAft>
                <a:spcPct val="0"/>
              </a:spcAft>
              <a:defRPr sz="1600">
                <a:solidFill>
                  <a:schemeClr val="tx1"/>
                </a:solidFill>
                <a:latin typeface="Helvetica" pitchFamily="34" charset="0"/>
              </a:defRPr>
            </a:lvl8pPr>
            <a:lvl9pPr marL="3886200" indent="-228600" defTabSz="228600" eaLnBrk="0" fontAlgn="base" hangingPunct="0">
              <a:spcBef>
                <a:spcPct val="0"/>
              </a:spcBef>
              <a:spcAft>
                <a:spcPct val="0"/>
              </a:spcAft>
              <a:defRPr sz="1600">
                <a:solidFill>
                  <a:schemeClr val="tx1"/>
                </a:solidFill>
                <a:latin typeface="Helvetica" pitchFamily="34" charset="0"/>
              </a:defRPr>
            </a:lvl9pPr>
          </a:lstStyle>
          <a:p>
            <a:pPr algn="ctr">
              <a:buClr>
                <a:srgbClr val="000000"/>
              </a:buClr>
              <a:buFont typeface="Arial" charset="0"/>
              <a:buNone/>
              <a:defRPr/>
            </a:pPr>
            <a:r>
              <a:rPr lang="zh-CN" altLang="en-US" sz="27700">
                <a:solidFill>
                  <a:srgbClr val="CCCCCC"/>
                </a:solidFill>
                <a:latin typeface="Times New Roman" pitchFamily="18" charset="0"/>
                <a:ea typeface="宋体" pitchFamily="2" charset="-122"/>
              </a:rPr>
              <a:t>1</a:t>
            </a:r>
          </a:p>
        </p:txBody>
      </p:sp>
      <p:sp>
        <p:nvSpPr>
          <p:cNvPr id="4" name="Title_Gray_Number">
            <a:extLst>
              <a:ext uri="{FF2B5EF4-FFF2-40B4-BE49-F238E27FC236}">
                <a16:creationId xmlns:a16="http://schemas.microsoft.com/office/drawing/2014/main" id="{81017F04-5E91-4D98-AA33-54110E419439}"/>
              </a:ext>
            </a:extLst>
          </p:cNvPr>
          <p:cNvSpPr>
            <a:spLocks noChangeArrowheads="1"/>
          </p:cNvSpPr>
          <p:nvPr userDrawn="1"/>
        </p:nvSpPr>
        <p:spPr bwMode="gray">
          <a:xfrm>
            <a:off x="939800" y="952500"/>
            <a:ext cx="7302500" cy="4318000"/>
          </a:xfrm>
          <a:prstGeom prst="rect">
            <a:avLst/>
          </a:prstGeom>
          <a:solidFill>
            <a:srgbClr val="FFFFFF"/>
          </a:solidFill>
          <a:ln w="9525">
            <a:solidFill>
              <a:srgbClr val="FFFFFF"/>
            </a:solidFill>
            <a:miter lim="800000"/>
            <a:headEnd/>
            <a:tailEnd/>
          </a:ln>
        </p:spPr>
        <p:txBody>
          <a:bodyPr wrap="none" lIns="12700" tIns="12700" rIns="12700" bIns="12700" anchor="ctr"/>
          <a:lstStyle>
            <a:lvl1pPr defTabSz="228600">
              <a:defRPr sz="1600">
                <a:solidFill>
                  <a:schemeClr val="tx1"/>
                </a:solidFill>
                <a:latin typeface="Helvetica" pitchFamily="34" charset="0"/>
              </a:defRPr>
            </a:lvl1pPr>
            <a:lvl2pPr marL="742950" indent="-285750" defTabSz="228600">
              <a:defRPr sz="1600">
                <a:solidFill>
                  <a:schemeClr val="tx1"/>
                </a:solidFill>
                <a:latin typeface="Helvetica" pitchFamily="34" charset="0"/>
              </a:defRPr>
            </a:lvl2pPr>
            <a:lvl3pPr marL="1143000" indent="-228600" defTabSz="228600">
              <a:defRPr sz="1600">
                <a:solidFill>
                  <a:schemeClr val="tx1"/>
                </a:solidFill>
                <a:latin typeface="Helvetica" pitchFamily="34" charset="0"/>
              </a:defRPr>
            </a:lvl3pPr>
            <a:lvl4pPr marL="1600200" indent="-228600" defTabSz="228600">
              <a:defRPr sz="1600">
                <a:solidFill>
                  <a:schemeClr val="tx1"/>
                </a:solidFill>
                <a:latin typeface="Helvetica" pitchFamily="34" charset="0"/>
              </a:defRPr>
            </a:lvl4pPr>
            <a:lvl5pPr marL="2057400" indent="-228600" defTabSz="228600">
              <a:defRPr sz="1600">
                <a:solidFill>
                  <a:schemeClr val="tx1"/>
                </a:solidFill>
                <a:latin typeface="Helvetica" pitchFamily="34" charset="0"/>
              </a:defRPr>
            </a:lvl5pPr>
            <a:lvl6pPr marL="2514600" indent="-228600" defTabSz="228600" eaLnBrk="0" fontAlgn="base" hangingPunct="0">
              <a:spcBef>
                <a:spcPct val="0"/>
              </a:spcBef>
              <a:spcAft>
                <a:spcPct val="0"/>
              </a:spcAft>
              <a:defRPr sz="1600">
                <a:solidFill>
                  <a:schemeClr val="tx1"/>
                </a:solidFill>
                <a:latin typeface="Helvetica" pitchFamily="34" charset="0"/>
              </a:defRPr>
            </a:lvl6pPr>
            <a:lvl7pPr marL="2971800" indent="-228600" defTabSz="228600" eaLnBrk="0" fontAlgn="base" hangingPunct="0">
              <a:spcBef>
                <a:spcPct val="0"/>
              </a:spcBef>
              <a:spcAft>
                <a:spcPct val="0"/>
              </a:spcAft>
              <a:defRPr sz="1600">
                <a:solidFill>
                  <a:schemeClr val="tx1"/>
                </a:solidFill>
                <a:latin typeface="Helvetica" pitchFamily="34" charset="0"/>
              </a:defRPr>
            </a:lvl7pPr>
            <a:lvl8pPr marL="3429000" indent="-228600" defTabSz="228600" eaLnBrk="0" fontAlgn="base" hangingPunct="0">
              <a:spcBef>
                <a:spcPct val="0"/>
              </a:spcBef>
              <a:spcAft>
                <a:spcPct val="0"/>
              </a:spcAft>
              <a:defRPr sz="1600">
                <a:solidFill>
                  <a:schemeClr val="tx1"/>
                </a:solidFill>
                <a:latin typeface="Helvetica" pitchFamily="34" charset="0"/>
              </a:defRPr>
            </a:lvl8pPr>
            <a:lvl9pPr marL="3886200" indent="-228600" defTabSz="228600" eaLnBrk="0" fontAlgn="base" hangingPunct="0">
              <a:spcBef>
                <a:spcPct val="0"/>
              </a:spcBef>
              <a:spcAft>
                <a:spcPct val="0"/>
              </a:spcAft>
              <a:defRPr sz="1600">
                <a:solidFill>
                  <a:schemeClr val="tx1"/>
                </a:solidFill>
                <a:latin typeface="Helvetica" pitchFamily="34" charset="0"/>
              </a:defRPr>
            </a:lvl9pPr>
          </a:lstStyle>
          <a:p>
            <a:pPr algn="ctr">
              <a:buClr>
                <a:srgbClr val="000000"/>
              </a:buClr>
              <a:buFont typeface="Arial" charset="0"/>
              <a:buNone/>
              <a:defRPr/>
            </a:pPr>
            <a:r>
              <a:rPr lang="en-US" altLang="zh-CN" sz="27700">
                <a:solidFill>
                  <a:srgbClr val="CCCCCC"/>
                </a:solidFill>
                <a:latin typeface="Times New Roman" pitchFamily="18" charset="0"/>
                <a:ea typeface="宋体" pitchFamily="2" charset="-122"/>
              </a:rPr>
              <a:t>DB</a:t>
            </a:r>
          </a:p>
        </p:txBody>
      </p:sp>
      <p:sp>
        <p:nvSpPr>
          <p:cNvPr id="5" name="Default_Title">
            <a:extLst>
              <a:ext uri="{FF2B5EF4-FFF2-40B4-BE49-F238E27FC236}">
                <a16:creationId xmlns:a16="http://schemas.microsoft.com/office/drawing/2014/main" id="{38A52355-CD3E-45DC-90C4-67974589BBA0}"/>
              </a:ext>
            </a:extLst>
          </p:cNvPr>
          <p:cNvSpPr txBox="1">
            <a:spLocks noChangeArrowheads="1"/>
          </p:cNvSpPr>
          <p:nvPr userDrawn="1"/>
        </p:nvSpPr>
        <p:spPr bwMode="auto">
          <a:xfrm>
            <a:off x="2343150" y="5410200"/>
            <a:ext cx="4629150" cy="923925"/>
          </a:xfrm>
          <a:prstGeom prst="rect">
            <a:avLst/>
          </a:prstGeom>
          <a:noFill/>
          <a:ln>
            <a:noFill/>
          </a:ln>
        </p:spPr>
        <p:txBody>
          <a:bodyPr lIns="12700" tIns="12700" rIns="12700" bIns="12700"/>
          <a:lstStyle>
            <a:lvl1pPr>
              <a:defRPr sz="1600">
                <a:solidFill>
                  <a:schemeClr val="tx1"/>
                </a:solidFill>
                <a:latin typeface="Helvetica" pitchFamily="34" charset="0"/>
              </a:defRPr>
            </a:lvl1pPr>
            <a:lvl2pPr marL="742950" indent="-285750">
              <a:defRPr sz="1600">
                <a:solidFill>
                  <a:schemeClr val="tx1"/>
                </a:solidFill>
                <a:latin typeface="Helvetica" pitchFamily="34" charset="0"/>
              </a:defRPr>
            </a:lvl2pPr>
            <a:lvl3pPr marL="1143000" indent="-228600">
              <a:defRPr sz="1600">
                <a:solidFill>
                  <a:schemeClr val="tx1"/>
                </a:solidFill>
                <a:latin typeface="Helvetica" pitchFamily="34" charset="0"/>
              </a:defRPr>
            </a:lvl3pPr>
            <a:lvl4pPr marL="1600200" indent="-228600">
              <a:defRPr sz="1600">
                <a:solidFill>
                  <a:schemeClr val="tx1"/>
                </a:solidFill>
                <a:latin typeface="Helvetica" pitchFamily="34" charset="0"/>
              </a:defRPr>
            </a:lvl4pPr>
            <a:lvl5pPr marL="2057400" indent="-228600">
              <a:defRPr sz="1600">
                <a:solidFill>
                  <a:schemeClr val="tx1"/>
                </a:solidFill>
                <a:latin typeface="Helvetica" pitchFamily="34" charset="0"/>
              </a:defRPr>
            </a:lvl5pPr>
            <a:lvl6pPr marL="2514600" indent="-228600" eaLnBrk="0" fontAlgn="base" hangingPunct="0">
              <a:spcBef>
                <a:spcPct val="0"/>
              </a:spcBef>
              <a:spcAft>
                <a:spcPct val="0"/>
              </a:spcAft>
              <a:defRPr sz="1600">
                <a:solidFill>
                  <a:schemeClr val="tx1"/>
                </a:solidFill>
                <a:latin typeface="Helvetica" pitchFamily="34" charset="0"/>
              </a:defRPr>
            </a:lvl6pPr>
            <a:lvl7pPr marL="2971800" indent="-228600" eaLnBrk="0" fontAlgn="base" hangingPunct="0">
              <a:spcBef>
                <a:spcPct val="0"/>
              </a:spcBef>
              <a:spcAft>
                <a:spcPct val="0"/>
              </a:spcAft>
              <a:defRPr sz="1600">
                <a:solidFill>
                  <a:schemeClr val="tx1"/>
                </a:solidFill>
                <a:latin typeface="Helvetica" pitchFamily="34" charset="0"/>
              </a:defRPr>
            </a:lvl7pPr>
            <a:lvl8pPr marL="3429000" indent="-228600" eaLnBrk="0" fontAlgn="base" hangingPunct="0">
              <a:spcBef>
                <a:spcPct val="0"/>
              </a:spcBef>
              <a:spcAft>
                <a:spcPct val="0"/>
              </a:spcAft>
              <a:defRPr sz="1600">
                <a:solidFill>
                  <a:schemeClr val="tx1"/>
                </a:solidFill>
                <a:latin typeface="Helvetica" pitchFamily="34" charset="0"/>
              </a:defRPr>
            </a:lvl8pPr>
            <a:lvl9pPr marL="3886200" indent="-228600" eaLnBrk="0" fontAlgn="base" hangingPunct="0">
              <a:spcBef>
                <a:spcPct val="0"/>
              </a:spcBef>
              <a:spcAft>
                <a:spcPct val="0"/>
              </a:spcAft>
              <a:defRPr sz="1600">
                <a:solidFill>
                  <a:schemeClr val="tx1"/>
                </a:solidFill>
                <a:latin typeface="Helvetica" pitchFamily="34" charset="0"/>
              </a:defRPr>
            </a:lvl9pPr>
          </a:lstStyle>
          <a:p>
            <a:pPr algn="ctr" eaLnBrk="1" hangingPunct="1">
              <a:defRPr/>
            </a:pPr>
            <a:r>
              <a:rPr lang="en-US" altLang="zh-CN" sz="2000">
                <a:solidFill>
                  <a:srgbClr val="000000"/>
                </a:solidFill>
                <a:latin typeface="Garamond" pitchFamily="18" charset="0"/>
                <a:ea typeface="宋体" pitchFamily="2" charset="-122"/>
              </a:rPr>
              <a:t>Dr. CHEN Jian</a:t>
            </a:r>
          </a:p>
          <a:p>
            <a:pPr algn="ctr" eaLnBrk="1" hangingPunct="1">
              <a:defRPr/>
            </a:pPr>
            <a:r>
              <a:rPr lang="en-US" altLang="zh-CN" sz="2000">
                <a:solidFill>
                  <a:srgbClr val="000000"/>
                </a:solidFill>
                <a:latin typeface="Garamond" pitchFamily="18" charset="0"/>
                <a:ea typeface="宋体" pitchFamily="2" charset="-122"/>
              </a:rPr>
              <a:t>Associate Professor</a:t>
            </a:r>
          </a:p>
          <a:p>
            <a:pPr algn="ctr" eaLnBrk="1" hangingPunct="1">
              <a:defRPr/>
            </a:pPr>
            <a:r>
              <a:rPr lang="en-US" altLang="zh-CN" sz="2000">
                <a:solidFill>
                  <a:srgbClr val="000000"/>
                </a:solidFill>
                <a:latin typeface="Garamond" pitchFamily="18" charset="0"/>
                <a:ea typeface="宋体" pitchFamily="2" charset="-122"/>
              </a:rPr>
              <a:t>ellachen@scut.edu.cn</a:t>
            </a:r>
          </a:p>
        </p:txBody>
      </p:sp>
      <p:sp>
        <p:nvSpPr>
          <p:cNvPr id="6" name="Slide_Copyright">
            <a:extLst>
              <a:ext uri="{FF2B5EF4-FFF2-40B4-BE49-F238E27FC236}">
                <a16:creationId xmlns:a16="http://schemas.microsoft.com/office/drawing/2014/main" id="{04C56F52-5774-4113-941D-526D5F70C7F9}"/>
              </a:ext>
            </a:extLst>
          </p:cNvPr>
          <p:cNvSpPr>
            <a:spLocks noChangeArrowheads="1"/>
          </p:cNvSpPr>
          <p:nvPr userDrawn="1"/>
        </p:nvSpPr>
        <p:spPr bwMode="auto">
          <a:xfrm>
            <a:off x="3663950" y="6629400"/>
            <a:ext cx="2051050" cy="228600"/>
          </a:xfrm>
          <a:prstGeom prst="rect">
            <a:avLst/>
          </a:prstGeom>
          <a:noFill/>
          <a:ln>
            <a:noFill/>
          </a:ln>
        </p:spPr>
        <p:txBody>
          <a:bodyPr wrap="none" anchor="ctr"/>
          <a:lstStyle>
            <a:lvl1pPr>
              <a:defRPr sz="1600">
                <a:solidFill>
                  <a:schemeClr val="tx1"/>
                </a:solidFill>
                <a:latin typeface="Helvetica" pitchFamily="34" charset="0"/>
              </a:defRPr>
            </a:lvl1pPr>
            <a:lvl2pPr marL="742950" indent="-285750">
              <a:defRPr sz="1600">
                <a:solidFill>
                  <a:schemeClr val="tx1"/>
                </a:solidFill>
                <a:latin typeface="Helvetica" pitchFamily="34" charset="0"/>
              </a:defRPr>
            </a:lvl2pPr>
            <a:lvl3pPr marL="1143000" indent="-228600">
              <a:defRPr sz="1600">
                <a:solidFill>
                  <a:schemeClr val="tx1"/>
                </a:solidFill>
                <a:latin typeface="Helvetica" pitchFamily="34" charset="0"/>
              </a:defRPr>
            </a:lvl3pPr>
            <a:lvl4pPr marL="1600200" indent="-228600">
              <a:defRPr sz="1600">
                <a:solidFill>
                  <a:schemeClr val="tx1"/>
                </a:solidFill>
                <a:latin typeface="Helvetica" pitchFamily="34" charset="0"/>
              </a:defRPr>
            </a:lvl4pPr>
            <a:lvl5pPr marL="2057400" indent="-228600">
              <a:defRPr sz="1600">
                <a:solidFill>
                  <a:schemeClr val="tx1"/>
                </a:solidFill>
                <a:latin typeface="Helvetica" pitchFamily="34" charset="0"/>
              </a:defRPr>
            </a:lvl5pPr>
            <a:lvl6pPr marL="2514600" indent="-228600" eaLnBrk="0" fontAlgn="base" hangingPunct="0">
              <a:spcBef>
                <a:spcPct val="0"/>
              </a:spcBef>
              <a:spcAft>
                <a:spcPct val="0"/>
              </a:spcAft>
              <a:defRPr sz="1600">
                <a:solidFill>
                  <a:schemeClr val="tx1"/>
                </a:solidFill>
                <a:latin typeface="Helvetica" pitchFamily="34" charset="0"/>
              </a:defRPr>
            </a:lvl6pPr>
            <a:lvl7pPr marL="2971800" indent="-228600" eaLnBrk="0" fontAlgn="base" hangingPunct="0">
              <a:spcBef>
                <a:spcPct val="0"/>
              </a:spcBef>
              <a:spcAft>
                <a:spcPct val="0"/>
              </a:spcAft>
              <a:defRPr sz="1600">
                <a:solidFill>
                  <a:schemeClr val="tx1"/>
                </a:solidFill>
                <a:latin typeface="Helvetica" pitchFamily="34" charset="0"/>
              </a:defRPr>
            </a:lvl7pPr>
            <a:lvl8pPr marL="3429000" indent="-228600" eaLnBrk="0" fontAlgn="base" hangingPunct="0">
              <a:spcBef>
                <a:spcPct val="0"/>
              </a:spcBef>
              <a:spcAft>
                <a:spcPct val="0"/>
              </a:spcAft>
              <a:defRPr sz="1600">
                <a:solidFill>
                  <a:schemeClr val="tx1"/>
                </a:solidFill>
                <a:latin typeface="Helvetica" pitchFamily="34" charset="0"/>
              </a:defRPr>
            </a:lvl8pPr>
            <a:lvl9pPr marL="3886200" indent="-228600" eaLnBrk="0" fontAlgn="base" hangingPunct="0">
              <a:spcBef>
                <a:spcPct val="0"/>
              </a:spcBef>
              <a:spcAft>
                <a:spcPct val="0"/>
              </a:spcAft>
              <a:defRPr sz="1600">
                <a:solidFill>
                  <a:schemeClr val="tx1"/>
                </a:solidFill>
                <a:latin typeface="Helvetica" pitchFamily="34" charset="0"/>
              </a:defRPr>
            </a:lvl9pPr>
          </a:lstStyle>
          <a:p>
            <a:pPr fontAlgn="b">
              <a:lnSpc>
                <a:spcPct val="110000"/>
              </a:lnSpc>
              <a:defRPr/>
            </a:pPr>
            <a:r>
              <a:rPr lang="zh-CN" altLang="en-US" sz="1200">
                <a:solidFill>
                  <a:srgbClr val="000000"/>
                </a:solidFill>
                <a:latin typeface="Arial" charset="0"/>
                <a:ea typeface="宋体" pitchFamily="2" charset="-122"/>
              </a:rPr>
              <a:t>华南理工大学 软件学院</a:t>
            </a:r>
          </a:p>
        </p:txBody>
      </p:sp>
      <p:pic>
        <p:nvPicPr>
          <p:cNvPr id="7" name="Picture 12">
            <a:extLst>
              <a:ext uri="{FF2B5EF4-FFF2-40B4-BE49-F238E27FC236}">
                <a16:creationId xmlns:a16="http://schemas.microsoft.com/office/drawing/2014/main" id="{E340FFDB-F293-4871-8C83-65C5C5A1B210}"/>
              </a:ext>
            </a:extLst>
          </p:cNvPr>
          <p:cNvPicPr>
            <a:picLocks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6330950"/>
            <a:ext cx="9144000" cy="27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pic>
      <p:sp>
        <p:nvSpPr>
          <p:cNvPr id="36" name="Default_Title"/>
          <p:cNvSpPr>
            <a:spLocks noGrp="1" noChangeArrowheads="1"/>
          </p:cNvSpPr>
          <p:nvPr>
            <p:ph type="ctrTitle"/>
          </p:nvPr>
        </p:nvSpPr>
        <p:spPr>
          <a:xfrm>
            <a:off x="914400" y="2667000"/>
            <a:ext cx="7315200" cy="685800"/>
          </a:xfrm>
        </p:spPr>
        <p:txBody>
          <a:bodyPr/>
          <a:lstStyle>
            <a:lvl1pPr algn="ctr">
              <a:spcBef>
                <a:spcPct val="0"/>
              </a:spcBef>
              <a:defRPr sz="4000">
                <a:latin typeface="Garamond" pitchFamily="18" charset="0"/>
              </a:defRPr>
            </a:lvl1pPr>
          </a:lstStyle>
          <a:p>
            <a:r>
              <a:rPr lang="zh-CN" altLang="en-US" dirty="0"/>
              <a:t> </a:t>
            </a:r>
            <a:endParaRPr lang="en-US" altLang="zh-CN" dirty="0"/>
          </a:p>
        </p:txBody>
      </p:sp>
    </p:spTree>
    <p:extLst>
      <p:ext uri="{BB962C8B-B14F-4D97-AF65-F5344CB8AC3E}">
        <p14:creationId xmlns:p14="http://schemas.microsoft.com/office/powerpoint/2010/main" val="38241238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单击此处编辑母版标题样式</a:t>
            </a:r>
          </a:p>
        </p:txBody>
      </p:sp>
      <p:sp>
        <p:nvSpPr>
          <p:cNvPr id="3" name="内容占位符 2"/>
          <p:cNvSpPr>
            <a:spLocks noGrp="1"/>
          </p:cNvSpPr>
          <p:nvPr>
            <p:ph idx="1"/>
          </p:nvPr>
        </p:nvSpPr>
        <p:spPr/>
        <p:txBody>
          <a:bodyPr>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7171117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4674858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14388" y="1093788"/>
            <a:ext cx="3754437" cy="49037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21225" y="1093788"/>
            <a:ext cx="3754438" cy="49037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637642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95378148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175966882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5843412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08336104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9253227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5732438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26250" y="117475"/>
            <a:ext cx="2019300" cy="58801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768350" y="117475"/>
            <a:ext cx="5905500" cy="58801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19108133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147458" name="Rectangle 2"/>
          <p:cNvSpPr>
            <a:spLocks noGrp="1" noChangeArrowheads="1"/>
          </p:cNvSpPr>
          <p:nvPr>
            <p:ph type="ctrTitle"/>
          </p:nvPr>
        </p:nvSpPr>
        <p:spPr>
          <a:xfrm>
            <a:off x="685800" y="2286000"/>
            <a:ext cx="7772400" cy="1143000"/>
          </a:xfrm>
        </p:spPr>
        <p:txBody>
          <a:bodyPr/>
          <a:lstStyle>
            <a:lvl1pPr>
              <a:defRPr/>
            </a:lvl1pPr>
          </a:lstStyle>
          <a:p>
            <a:r>
              <a:rPr lang="en-US" altLang="zh-CN"/>
              <a:t>Click to edit Master title style</a:t>
            </a:r>
          </a:p>
        </p:txBody>
      </p:sp>
      <p:sp>
        <p:nvSpPr>
          <p:cNvPr id="147459" name="Rectangle 3"/>
          <p:cNvSpPr>
            <a:spLocks noGrp="1" noChangeArrowheads="1"/>
          </p:cNvSpPr>
          <p:nvPr>
            <p:ph type="subTitle" idx="1"/>
          </p:nvPr>
        </p:nvSpPr>
        <p:spPr>
          <a:xfrm>
            <a:off x="1371600" y="3886200"/>
            <a:ext cx="6400800" cy="1752600"/>
          </a:xfrm>
        </p:spPr>
        <p:txBody>
          <a:bodyPr/>
          <a:lstStyle>
            <a:lvl1pPr marL="0" indent="0" algn="ctr">
              <a:buFont typeface="Monotype Sorts" pitchFamily="2" charset="2"/>
              <a:buNone/>
              <a:defRPr/>
            </a:lvl1pPr>
          </a:lstStyle>
          <a:p>
            <a:r>
              <a:rPr lang="en-US" altLang="zh-CN"/>
              <a:t>Click to edit Master subtitle style</a:t>
            </a:r>
          </a:p>
        </p:txBody>
      </p:sp>
      <p:sp>
        <p:nvSpPr>
          <p:cNvPr id="4" name="Rectangle 4">
            <a:extLst>
              <a:ext uri="{FF2B5EF4-FFF2-40B4-BE49-F238E27FC236}">
                <a16:creationId xmlns:a16="http://schemas.microsoft.com/office/drawing/2014/main" id="{83D07912-C929-426D-B95B-7DAFF11E4910}"/>
              </a:ext>
            </a:extLst>
          </p:cNvPr>
          <p:cNvSpPr>
            <a:spLocks noGrp="1" noChangeArrowheads="1"/>
          </p:cNvSpPr>
          <p:nvPr>
            <p:ph type="ftr" sz="quarter" idx="10"/>
          </p:nvPr>
        </p:nvSpPr>
        <p:spPr bwMode="auto">
          <a:xfrm>
            <a:off x="2862263" y="5780088"/>
            <a:ext cx="344805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ctr">
              <a:spcBef>
                <a:spcPct val="50000"/>
              </a:spcBef>
              <a:defRPr>
                <a:solidFill>
                  <a:srgbClr val="578963"/>
                </a:solidFill>
                <a:latin typeface="Times New Roman" pitchFamily="18" charset="0"/>
                <a:ea typeface="宋体" pitchFamily="2" charset="-122"/>
              </a:defRPr>
            </a:lvl1pPr>
          </a:lstStyle>
          <a:p>
            <a:pPr>
              <a:defRPr/>
            </a:pPr>
            <a:endParaRPr lang="zh-CN" altLang="en-US"/>
          </a:p>
        </p:txBody>
      </p:sp>
      <p:sp>
        <p:nvSpPr>
          <p:cNvPr id="5" name="Rectangle 5">
            <a:extLst>
              <a:ext uri="{FF2B5EF4-FFF2-40B4-BE49-F238E27FC236}">
                <a16:creationId xmlns:a16="http://schemas.microsoft.com/office/drawing/2014/main" id="{01B3007D-77EB-48E3-BB53-95C2F8A0520E}"/>
              </a:ext>
            </a:extLst>
          </p:cNvPr>
          <p:cNvSpPr>
            <a:spLocks noGrp="1" noChangeArrowheads="1"/>
          </p:cNvSpPr>
          <p:nvPr>
            <p:ph type="sldNum" sz="quarter" idx="11"/>
          </p:nvPr>
        </p:nvSpPr>
        <p:spPr>
          <a:xfrm>
            <a:off x="6596063" y="6218238"/>
            <a:ext cx="1905000" cy="457200"/>
          </a:xfrm>
          <a:prstGeom prst="rect">
            <a:avLst/>
          </a:prstGeom>
        </p:spPr>
        <p:txBody>
          <a:bodyPr vert="horz" wrap="square" lIns="91440" tIns="45720" rIns="91440" bIns="45720" numCol="1" anchor="t" anchorCtr="0" compatLnSpc="1">
            <a:prstTxWarp prst="textNoShape">
              <a:avLst/>
            </a:prstTxWarp>
          </a:bodyPr>
          <a:lstStyle>
            <a:lvl1pPr>
              <a:defRPr>
                <a:solidFill>
                  <a:srgbClr val="578963"/>
                </a:solidFill>
                <a:ea typeface="宋体" panose="02010600030101010101" pitchFamily="2" charset="-122"/>
              </a:defRPr>
            </a:lvl1pPr>
          </a:lstStyle>
          <a:p>
            <a:pPr>
              <a:defRPr/>
            </a:pPr>
            <a:fld id="{C2E35AE2-1B6A-474E-8CD7-06FE14E963B7}" type="slidenum">
              <a:rPr lang="zh-CN" altLang="en-US"/>
              <a:pPr>
                <a:defRPr/>
              </a:pPr>
              <a:t>‹#›</a:t>
            </a:fld>
            <a:endParaRPr lang="en-US" altLang="zh-CN"/>
          </a:p>
        </p:txBody>
      </p:sp>
    </p:spTree>
    <p:extLst>
      <p:ext uri="{BB962C8B-B14F-4D97-AF65-F5344CB8AC3E}">
        <p14:creationId xmlns:p14="http://schemas.microsoft.com/office/powerpoint/2010/main" val="35582222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3" name="Title_Gray_Number">
            <a:extLst>
              <a:ext uri="{FF2B5EF4-FFF2-40B4-BE49-F238E27FC236}">
                <a16:creationId xmlns:a16="http://schemas.microsoft.com/office/drawing/2014/main" id="{9DB10D47-0120-4A3E-94BD-A667550075BB}"/>
              </a:ext>
            </a:extLst>
          </p:cNvPr>
          <p:cNvSpPr>
            <a:spLocks noChangeArrowheads="1"/>
          </p:cNvSpPr>
          <p:nvPr userDrawn="1"/>
        </p:nvSpPr>
        <p:spPr bwMode="gray">
          <a:xfrm>
            <a:off x="3505200" y="952500"/>
            <a:ext cx="2057400" cy="4318000"/>
          </a:xfrm>
          <a:prstGeom prst="rect">
            <a:avLst/>
          </a:prstGeom>
          <a:solidFill>
            <a:srgbClr val="FFFFFF"/>
          </a:solidFill>
          <a:ln w="9525">
            <a:solidFill>
              <a:srgbClr val="FFFFFF"/>
            </a:solidFill>
            <a:miter lim="800000"/>
            <a:headEnd/>
            <a:tailEnd/>
          </a:ln>
        </p:spPr>
        <p:txBody>
          <a:bodyPr wrap="none" lIns="12700" tIns="12700" rIns="12700" bIns="12700" anchor="ctr"/>
          <a:lstStyle>
            <a:lvl1pPr defTabSz="228600">
              <a:defRPr sz="1600">
                <a:solidFill>
                  <a:schemeClr val="tx1"/>
                </a:solidFill>
                <a:latin typeface="Helvetica" pitchFamily="34" charset="0"/>
              </a:defRPr>
            </a:lvl1pPr>
            <a:lvl2pPr marL="742950" indent="-285750" defTabSz="228600">
              <a:defRPr sz="1600">
                <a:solidFill>
                  <a:schemeClr val="tx1"/>
                </a:solidFill>
                <a:latin typeface="Helvetica" pitchFamily="34" charset="0"/>
              </a:defRPr>
            </a:lvl2pPr>
            <a:lvl3pPr marL="1143000" indent="-228600" defTabSz="228600">
              <a:defRPr sz="1600">
                <a:solidFill>
                  <a:schemeClr val="tx1"/>
                </a:solidFill>
                <a:latin typeface="Helvetica" pitchFamily="34" charset="0"/>
              </a:defRPr>
            </a:lvl3pPr>
            <a:lvl4pPr marL="1600200" indent="-228600" defTabSz="228600">
              <a:defRPr sz="1600">
                <a:solidFill>
                  <a:schemeClr val="tx1"/>
                </a:solidFill>
                <a:latin typeface="Helvetica" pitchFamily="34" charset="0"/>
              </a:defRPr>
            </a:lvl4pPr>
            <a:lvl5pPr marL="2057400" indent="-228600" defTabSz="228600">
              <a:defRPr sz="1600">
                <a:solidFill>
                  <a:schemeClr val="tx1"/>
                </a:solidFill>
                <a:latin typeface="Helvetica" pitchFamily="34" charset="0"/>
              </a:defRPr>
            </a:lvl5pPr>
            <a:lvl6pPr marL="2514600" indent="-228600" defTabSz="228600" eaLnBrk="0" fontAlgn="base" hangingPunct="0">
              <a:spcBef>
                <a:spcPct val="0"/>
              </a:spcBef>
              <a:spcAft>
                <a:spcPct val="0"/>
              </a:spcAft>
              <a:defRPr sz="1600">
                <a:solidFill>
                  <a:schemeClr val="tx1"/>
                </a:solidFill>
                <a:latin typeface="Helvetica" pitchFamily="34" charset="0"/>
              </a:defRPr>
            </a:lvl6pPr>
            <a:lvl7pPr marL="2971800" indent="-228600" defTabSz="228600" eaLnBrk="0" fontAlgn="base" hangingPunct="0">
              <a:spcBef>
                <a:spcPct val="0"/>
              </a:spcBef>
              <a:spcAft>
                <a:spcPct val="0"/>
              </a:spcAft>
              <a:defRPr sz="1600">
                <a:solidFill>
                  <a:schemeClr val="tx1"/>
                </a:solidFill>
                <a:latin typeface="Helvetica" pitchFamily="34" charset="0"/>
              </a:defRPr>
            </a:lvl7pPr>
            <a:lvl8pPr marL="3429000" indent="-228600" defTabSz="228600" eaLnBrk="0" fontAlgn="base" hangingPunct="0">
              <a:spcBef>
                <a:spcPct val="0"/>
              </a:spcBef>
              <a:spcAft>
                <a:spcPct val="0"/>
              </a:spcAft>
              <a:defRPr sz="1600">
                <a:solidFill>
                  <a:schemeClr val="tx1"/>
                </a:solidFill>
                <a:latin typeface="Helvetica" pitchFamily="34" charset="0"/>
              </a:defRPr>
            </a:lvl8pPr>
            <a:lvl9pPr marL="3886200" indent="-228600" defTabSz="228600" eaLnBrk="0" fontAlgn="base" hangingPunct="0">
              <a:spcBef>
                <a:spcPct val="0"/>
              </a:spcBef>
              <a:spcAft>
                <a:spcPct val="0"/>
              </a:spcAft>
              <a:defRPr sz="1600">
                <a:solidFill>
                  <a:schemeClr val="tx1"/>
                </a:solidFill>
                <a:latin typeface="Helvetica" pitchFamily="34" charset="0"/>
              </a:defRPr>
            </a:lvl9pPr>
          </a:lstStyle>
          <a:p>
            <a:pPr algn="ctr">
              <a:buClr>
                <a:srgbClr val="000000"/>
              </a:buClr>
              <a:buFont typeface="Arial" charset="0"/>
              <a:buNone/>
              <a:defRPr/>
            </a:pPr>
            <a:r>
              <a:rPr lang="zh-CN" altLang="en-US" sz="27700">
                <a:solidFill>
                  <a:srgbClr val="CCCCCC"/>
                </a:solidFill>
                <a:latin typeface="Times New Roman" pitchFamily="18" charset="0"/>
                <a:ea typeface="宋体" pitchFamily="2" charset="-122"/>
              </a:rPr>
              <a:t>1</a:t>
            </a:r>
          </a:p>
        </p:txBody>
      </p:sp>
      <p:sp>
        <p:nvSpPr>
          <p:cNvPr id="4" name="Title_Gray_Number">
            <a:extLst>
              <a:ext uri="{FF2B5EF4-FFF2-40B4-BE49-F238E27FC236}">
                <a16:creationId xmlns:a16="http://schemas.microsoft.com/office/drawing/2014/main" id="{8170AD7D-0CA5-4725-8285-0FCE979C526F}"/>
              </a:ext>
            </a:extLst>
          </p:cNvPr>
          <p:cNvSpPr>
            <a:spLocks noChangeArrowheads="1"/>
          </p:cNvSpPr>
          <p:nvPr userDrawn="1"/>
        </p:nvSpPr>
        <p:spPr bwMode="gray">
          <a:xfrm>
            <a:off x="939800" y="952500"/>
            <a:ext cx="7302500" cy="4318000"/>
          </a:xfrm>
          <a:prstGeom prst="rect">
            <a:avLst/>
          </a:prstGeom>
          <a:solidFill>
            <a:srgbClr val="FFFFFF"/>
          </a:solidFill>
          <a:ln w="9525">
            <a:solidFill>
              <a:srgbClr val="FFFFFF"/>
            </a:solidFill>
            <a:miter lim="800000"/>
            <a:headEnd/>
            <a:tailEnd/>
          </a:ln>
        </p:spPr>
        <p:txBody>
          <a:bodyPr wrap="none" lIns="12700" tIns="12700" rIns="12700" bIns="12700" anchor="ctr"/>
          <a:lstStyle>
            <a:lvl1pPr defTabSz="228600">
              <a:defRPr sz="1600">
                <a:solidFill>
                  <a:schemeClr val="tx1"/>
                </a:solidFill>
                <a:latin typeface="Helvetica" pitchFamily="34" charset="0"/>
              </a:defRPr>
            </a:lvl1pPr>
            <a:lvl2pPr marL="742950" indent="-285750" defTabSz="228600">
              <a:defRPr sz="1600">
                <a:solidFill>
                  <a:schemeClr val="tx1"/>
                </a:solidFill>
                <a:latin typeface="Helvetica" pitchFamily="34" charset="0"/>
              </a:defRPr>
            </a:lvl2pPr>
            <a:lvl3pPr marL="1143000" indent="-228600" defTabSz="228600">
              <a:defRPr sz="1600">
                <a:solidFill>
                  <a:schemeClr val="tx1"/>
                </a:solidFill>
                <a:latin typeface="Helvetica" pitchFamily="34" charset="0"/>
              </a:defRPr>
            </a:lvl3pPr>
            <a:lvl4pPr marL="1600200" indent="-228600" defTabSz="228600">
              <a:defRPr sz="1600">
                <a:solidFill>
                  <a:schemeClr val="tx1"/>
                </a:solidFill>
                <a:latin typeface="Helvetica" pitchFamily="34" charset="0"/>
              </a:defRPr>
            </a:lvl4pPr>
            <a:lvl5pPr marL="2057400" indent="-228600" defTabSz="228600">
              <a:defRPr sz="1600">
                <a:solidFill>
                  <a:schemeClr val="tx1"/>
                </a:solidFill>
                <a:latin typeface="Helvetica" pitchFamily="34" charset="0"/>
              </a:defRPr>
            </a:lvl5pPr>
            <a:lvl6pPr marL="2514600" indent="-228600" defTabSz="228600" eaLnBrk="0" fontAlgn="base" hangingPunct="0">
              <a:spcBef>
                <a:spcPct val="0"/>
              </a:spcBef>
              <a:spcAft>
                <a:spcPct val="0"/>
              </a:spcAft>
              <a:defRPr sz="1600">
                <a:solidFill>
                  <a:schemeClr val="tx1"/>
                </a:solidFill>
                <a:latin typeface="Helvetica" pitchFamily="34" charset="0"/>
              </a:defRPr>
            </a:lvl6pPr>
            <a:lvl7pPr marL="2971800" indent="-228600" defTabSz="228600" eaLnBrk="0" fontAlgn="base" hangingPunct="0">
              <a:spcBef>
                <a:spcPct val="0"/>
              </a:spcBef>
              <a:spcAft>
                <a:spcPct val="0"/>
              </a:spcAft>
              <a:defRPr sz="1600">
                <a:solidFill>
                  <a:schemeClr val="tx1"/>
                </a:solidFill>
                <a:latin typeface="Helvetica" pitchFamily="34" charset="0"/>
              </a:defRPr>
            </a:lvl7pPr>
            <a:lvl8pPr marL="3429000" indent="-228600" defTabSz="228600" eaLnBrk="0" fontAlgn="base" hangingPunct="0">
              <a:spcBef>
                <a:spcPct val="0"/>
              </a:spcBef>
              <a:spcAft>
                <a:spcPct val="0"/>
              </a:spcAft>
              <a:defRPr sz="1600">
                <a:solidFill>
                  <a:schemeClr val="tx1"/>
                </a:solidFill>
                <a:latin typeface="Helvetica" pitchFamily="34" charset="0"/>
              </a:defRPr>
            </a:lvl8pPr>
            <a:lvl9pPr marL="3886200" indent="-228600" defTabSz="228600" eaLnBrk="0" fontAlgn="base" hangingPunct="0">
              <a:spcBef>
                <a:spcPct val="0"/>
              </a:spcBef>
              <a:spcAft>
                <a:spcPct val="0"/>
              </a:spcAft>
              <a:defRPr sz="1600">
                <a:solidFill>
                  <a:schemeClr val="tx1"/>
                </a:solidFill>
                <a:latin typeface="Helvetica" pitchFamily="34" charset="0"/>
              </a:defRPr>
            </a:lvl9pPr>
          </a:lstStyle>
          <a:p>
            <a:pPr algn="ctr">
              <a:buClr>
                <a:srgbClr val="000000"/>
              </a:buClr>
              <a:buFont typeface="Arial" charset="0"/>
              <a:buNone/>
              <a:defRPr/>
            </a:pPr>
            <a:r>
              <a:rPr lang="en-US" altLang="zh-CN" sz="27700">
                <a:solidFill>
                  <a:srgbClr val="CCCCCC"/>
                </a:solidFill>
                <a:latin typeface="Times New Roman" pitchFamily="18" charset="0"/>
                <a:ea typeface="宋体" pitchFamily="2" charset="-122"/>
              </a:rPr>
              <a:t>DB</a:t>
            </a:r>
          </a:p>
        </p:txBody>
      </p:sp>
      <p:sp>
        <p:nvSpPr>
          <p:cNvPr id="5" name="Default_Title">
            <a:extLst>
              <a:ext uri="{FF2B5EF4-FFF2-40B4-BE49-F238E27FC236}">
                <a16:creationId xmlns:a16="http://schemas.microsoft.com/office/drawing/2014/main" id="{11D6CF8D-5032-4985-B72E-D243660D5E37}"/>
              </a:ext>
            </a:extLst>
          </p:cNvPr>
          <p:cNvSpPr txBox="1">
            <a:spLocks noChangeArrowheads="1"/>
          </p:cNvSpPr>
          <p:nvPr userDrawn="1"/>
        </p:nvSpPr>
        <p:spPr bwMode="auto">
          <a:xfrm>
            <a:off x="2343150" y="5410200"/>
            <a:ext cx="4629150" cy="923925"/>
          </a:xfrm>
          <a:prstGeom prst="rect">
            <a:avLst/>
          </a:prstGeom>
          <a:noFill/>
          <a:ln>
            <a:noFill/>
          </a:ln>
        </p:spPr>
        <p:txBody>
          <a:bodyPr lIns="12700" tIns="12700" rIns="12700" bIns="12700"/>
          <a:lstStyle>
            <a:lvl1pPr>
              <a:defRPr sz="1600">
                <a:solidFill>
                  <a:schemeClr val="tx1"/>
                </a:solidFill>
                <a:latin typeface="Helvetica" pitchFamily="34" charset="0"/>
              </a:defRPr>
            </a:lvl1pPr>
            <a:lvl2pPr marL="742950" indent="-285750">
              <a:defRPr sz="1600">
                <a:solidFill>
                  <a:schemeClr val="tx1"/>
                </a:solidFill>
                <a:latin typeface="Helvetica" pitchFamily="34" charset="0"/>
              </a:defRPr>
            </a:lvl2pPr>
            <a:lvl3pPr marL="1143000" indent="-228600">
              <a:defRPr sz="1600">
                <a:solidFill>
                  <a:schemeClr val="tx1"/>
                </a:solidFill>
                <a:latin typeface="Helvetica" pitchFamily="34" charset="0"/>
              </a:defRPr>
            </a:lvl3pPr>
            <a:lvl4pPr marL="1600200" indent="-228600">
              <a:defRPr sz="1600">
                <a:solidFill>
                  <a:schemeClr val="tx1"/>
                </a:solidFill>
                <a:latin typeface="Helvetica" pitchFamily="34" charset="0"/>
              </a:defRPr>
            </a:lvl4pPr>
            <a:lvl5pPr marL="2057400" indent="-228600">
              <a:defRPr sz="1600">
                <a:solidFill>
                  <a:schemeClr val="tx1"/>
                </a:solidFill>
                <a:latin typeface="Helvetica" pitchFamily="34" charset="0"/>
              </a:defRPr>
            </a:lvl5pPr>
            <a:lvl6pPr marL="2514600" indent="-228600" eaLnBrk="0" fontAlgn="base" hangingPunct="0">
              <a:spcBef>
                <a:spcPct val="0"/>
              </a:spcBef>
              <a:spcAft>
                <a:spcPct val="0"/>
              </a:spcAft>
              <a:defRPr sz="1600">
                <a:solidFill>
                  <a:schemeClr val="tx1"/>
                </a:solidFill>
                <a:latin typeface="Helvetica" pitchFamily="34" charset="0"/>
              </a:defRPr>
            </a:lvl6pPr>
            <a:lvl7pPr marL="2971800" indent="-228600" eaLnBrk="0" fontAlgn="base" hangingPunct="0">
              <a:spcBef>
                <a:spcPct val="0"/>
              </a:spcBef>
              <a:spcAft>
                <a:spcPct val="0"/>
              </a:spcAft>
              <a:defRPr sz="1600">
                <a:solidFill>
                  <a:schemeClr val="tx1"/>
                </a:solidFill>
                <a:latin typeface="Helvetica" pitchFamily="34" charset="0"/>
              </a:defRPr>
            </a:lvl7pPr>
            <a:lvl8pPr marL="3429000" indent="-228600" eaLnBrk="0" fontAlgn="base" hangingPunct="0">
              <a:spcBef>
                <a:spcPct val="0"/>
              </a:spcBef>
              <a:spcAft>
                <a:spcPct val="0"/>
              </a:spcAft>
              <a:defRPr sz="1600">
                <a:solidFill>
                  <a:schemeClr val="tx1"/>
                </a:solidFill>
                <a:latin typeface="Helvetica" pitchFamily="34" charset="0"/>
              </a:defRPr>
            </a:lvl8pPr>
            <a:lvl9pPr marL="3886200" indent="-228600" eaLnBrk="0" fontAlgn="base" hangingPunct="0">
              <a:spcBef>
                <a:spcPct val="0"/>
              </a:spcBef>
              <a:spcAft>
                <a:spcPct val="0"/>
              </a:spcAft>
              <a:defRPr sz="1600">
                <a:solidFill>
                  <a:schemeClr val="tx1"/>
                </a:solidFill>
                <a:latin typeface="Helvetica" pitchFamily="34" charset="0"/>
              </a:defRPr>
            </a:lvl9pPr>
          </a:lstStyle>
          <a:p>
            <a:pPr algn="ctr" eaLnBrk="1" hangingPunct="1">
              <a:defRPr/>
            </a:pPr>
            <a:r>
              <a:rPr lang="en-US" altLang="zh-CN" sz="2000" dirty="0">
                <a:solidFill>
                  <a:srgbClr val="000000"/>
                </a:solidFill>
                <a:latin typeface="Garamond" pitchFamily="18" charset="0"/>
                <a:ea typeface="宋体" pitchFamily="2" charset="-122"/>
              </a:rPr>
              <a:t>Dr. CHEN Jian</a:t>
            </a:r>
          </a:p>
          <a:p>
            <a:pPr algn="ctr" eaLnBrk="1" hangingPunct="1">
              <a:defRPr/>
            </a:pPr>
            <a:r>
              <a:rPr lang="en-US" altLang="zh-CN" sz="2000" dirty="0">
                <a:solidFill>
                  <a:srgbClr val="000000"/>
                </a:solidFill>
                <a:latin typeface="Garamond" pitchFamily="18" charset="0"/>
                <a:ea typeface="宋体" pitchFamily="2" charset="-122"/>
              </a:rPr>
              <a:t>Professor</a:t>
            </a:r>
          </a:p>
          <a:p>
            <a:pPr algn="ctr" eaLnBrk="1" hangingPunct="1">
              <a:defRPr/>
            </a:pPr>
            <a:r>
              <a:rPr lang="en-US" altLang="zh-CN" sz="2000" dirty="0">
                <a:solidFill>
                  <a:srgbClr val="000000"/>
                </a:solidFill>
                <a:latin typeface="Garamond" pitchFamily="18" charset="0"/>
                <a:ea typeface="宋体" pitchFamily="2" charset="-122"/>
              </a:rPr>
              <a:t>ellachen@scut.edu.cn</a:t>
            </a:r>
          </a:p>
        </p:txBody>
      </p:sp>
      <p:sp>
        <p:nvSpPr>
          <p:cNvPr id="6" name="Slide_Copyright">
            <a:extLst>
              <a:ext uri="{FF2B5EF4-FFF2-40B4-BE49-F238E27FC236}">
                <a16:creationId xmlns:a16="http://schemas.microsoft.com/office/drawing/2014/main" id="{6ECE8780-72F0-4FEC-AAA0-4145DD8328CF}"/>
              </a:ext>
            </a:extLst>
          </p:cNvPr>
          <p:cNvSpPr>
            <a:spLocks noChangeArrowheads="1"/>
          </p:cNvSpPr>
          <p:nvPr userDrawn="1"/>
        </p:nvSpPr>
        <p:spPr bwMode="auto">
          <a:xfrm>
            <a:off x="3663950" y="6629400"/>
            <a:ext cx="2051050" cy="228600"/>
          </a:xfrm>
          <a:prstGeom prst="rect">
            <a:avLst/>
          </a:prstGeom>
          <a:noFill/>
          <a:ln>
            <a:noFill/>
          </a:ln>
        </p:spPr>
        <p:txBody>
          <a:bodyPr wrap="none" anchor="ctr"/>
          <a:lstStyle>
            <a:lvl1pPr>
              <a:defRPr sz="1600">
                <a:solidFill>
                  <a:schemeClr val="tx1"/>
                </a:solidFill>
                <a:latin typeface="Helvetica" pitchFamily="34" charset="0"/>
              </a:defRPr>
            </a:lvl1pPr>
            <a:lvl2pPr marL="742950" indent="-285750">
              <a:defRPr sz="1600">
                <a:solidFill>
                  <a:schemeClr val="tx1"/>
                </a:solidFill>
                <a:latin typeface="Helvetica" pitchFamily="34" charset="0"/>
              </a:defRPr>
            </a:lvl2pPr>
            <a:lvl3pPr marL="1143000" indent="-228600">
              <a:defRPr sz="1600">
                <a:solidFill>
                  <a:schemeClr val="tx1"/>
                </a:solidFill>
                <a:latin typeface="Helvetica" pitchFamily="34" charset="0"/>
              </a:defRPr>
            </a:lvl3pPr>
            <a:lvl4pPr marL="1600200" indent="-228600">
              <a:defRPr sz="1600">
                <a:solidFill>
                  <a:schemeClr val="tx1"/>
                </a:solidFill>
                <a:latin typeface="Helvetica" pitchFamily="34" charset="0"/>
              </a:defRPr>
            </a:lvl4pPr>
            <a:lvl5pPr marL="2057400" indent="-228600">
              <a:defRPr sz="1600">
                <a:solidFill>
                  <a:schemeClr val="tx1"/>
                </a:solidFill>
                <a:latin typeface="Helvetica" pitchFamily="34" charset="0"/>
              </a:defRPr>
            </a:lvl5pPr>
            <a:lvl6pPr marL="2514600" indent="-228600" eaLnBrk="0" fontAlgn="base" hangingPunct="0">
              <a:spcBef>
                <a:spcPct val="0"/>
              </a:spcBef>
              <a:spcAft>
                <a:spcPct val="0"/>
              </a:spcAft>
              <a:defRPr sz="1600">
                <a:solidFill>
                  <a:schemeClr val="tx1"/>
                </a:solidFill>
                <a:latin typeface="Helvetica" pitchFamily="34" charset="0"/>
              </a:defRPr>
            </a:lvl6pPr>
            <a:lvl7pPr marL="2971800" indent="-228600" eaLnBrk="0" fontAlgn="base" hangingPunct="0">
              <a:spcBef>
                <a:spcPct val="0"/>
              </a:spcBef>
              <a:spcAft>
                <a:spcPct val="0"/>
              </a:spcAft>
              <a:defRPr sz="1600">
                <a:solidFill>
                  <a:schemeClr val="tx1"/>
                </a:solidFill>
                <a:latin typeface="Helvetica" pitchFamily="34" charset="0"/>
              </a:defRPr>
            </a:lvl7pPr>
            <a:lvl8pPr marL="3429000" indent="-228600" eaLnBrk="0" fontAlgn="base" hangingPunct="0">
              <a:spcBef>
                <a:spcPct val="0"/>
              </a:spcBef>
              <a:spcAft>
                <a:spcPct val="0"/>
              </a:spcAft>
              <a:defRPr sz="1600">
                <a:solidFill>
                  <a:schemeClr val="tx1"/>
                </a:solidFill>
                <a:latin typeface="Helvetica" pitchFamily="34" charset="0"/>
              </a:defRPr>
            </a:lvl8pPr>
            <a:lvl9pPr marL="3886200" indent="-228600" eaLnBrk="0" fontAlgn="base" hangingPunct="0">
              <a:spcBef>
                <a:spcPct val="0"/>
              </a:spcBef>
              <a:spcAft>
                <a:spcPct val="0"/>
              </a:spcAft>
              <a:defRPr sz="1600">
                <a:solidFill>
                  <a:schemeClr val="tx1"/>
                </a:solidFill>
                <a:latin typeface="Helvetica" pitchFamily="34" charset="0"/>
              </a:defRPr>
            </a:lvl9pPr>
          </a:lstStyle>
          <a:p>
            <a:pPr fontAlgn="b">
              <a:lnSpc>
                <a:spcPct val="110000"/>
              </a:lnSpc>
              <a:defRPr/>
            </a:pPr>
            <a:r>
              <a:rPr lang="zh-CN" altLang="en-US" sz="1200">
                <a:solidFill>
                  <a:srgbClr val="000000"/>
                </a:solidFill>
                <a:latin typeface="Arial" charset="0"/>
                <a:ea typeface="宋体" pitchFamily="2" charset="-122"/>
              </a:rPr>
              <a:t>华南理工大学 软件学院</a:t>
            </a:r>
          </a:p>
        </p:txBody>
      </p:sp>
      <p:pic>
        <p:nvPicPr>
          <p:cNvPr id="7" name="Picture 12">
            <a:extLst>
              <a:ext uri="{FF2B5EF4-FFF2-40B4-BE49-F238E27FC236}">
                <a16:creationId xmlns:a16="http://schemas.microsoft.com/office/drawing/2014/main" id="{EF8FA0D3-D5DE-4DE0-8C9E-801ABE0ACDC0}"/>
              </a:ext>
            </a:extLst>
          </p:cNvPr>
          <p:cNvPicPr>
            <a:picLocks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6330950"/>
            <a:ext cx="9144000" cy="27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pic>
      <p:sp>
        <p:nvSpPr>
          <p:cNvPr id="36" name="Default_Title"/>
          <p:cNvSpPr>
            <a:spLocks noGrp="1" noChangeArrowheads="1"/>
          </p:cNvSpPr>
          <p:nvPr>
            <p:ph type="ctrTitle"/>
          </p:nvPr>
        </p:nvSpPr>
        <p:spPr>
          <a:xfrm>
            <a:off x="914400" y="2667000"/>
            <a:ext cx="7315200" cy="685800"/>
          </a:xfrm>
        </p:spPr>
        <p:txBody>
          <a:bodyPr/>
          <a:lstStyle>
            <a:lvl1pPr algn="ctr">
              <a:spcBef>
                <a:spcPct val="0"/>
              </a:spcBef>
              <a:defRPr sz="4000">
                <a:latin typeface="Garamond" pitchFamily="18" charset="0"/>
              </a:defRPr>
            </a:lvl1pPr>
          </a:lstStyle>
          <a:p>
            <a:r>
              <a:rPr lang="zh-CN" altLang="en-US" dirty="0"/>
              <a:t> </a:t>
            </a:r>
            <a:endParaRPr lang="en-US" altLang="zh-CN" dirty="0"/>
          </a:p>
        </p:txBody>
      </p:sp>
    </p:spTree>
    <p:extLst>
      <p:ext uri="{BB962C8B-B14F-4D97-AF65-F5344CB8AC3E}">
        <p14:creationId xmlns:p14="http://schemas.microsoft.com/office/powerpoint/2010/main" val="209240691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单击此处编辑母版标题样式</a:t>
            </a:r>
          </a:p>
        </p:txBody>
      </p:sp>
      <p:sp>
        <p:nvSpPr>
          <p:cNvPr id="3" name="内容占位符 2"/>
          <p:cNvSpPr>
            <a:spLocks noGrp="1"/>
          </p:cNvSpPr>
          <p:nvPr>
            <p:ph idx="1"/>
          </p:nvPr>
        </p:nvSpPr>
        <p:spPr/>
        <p:txBody>
          <a:bodyPr>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10953306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342398281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14388" y="1093788"/>
            <a:ext cx="3754437" cy="49037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21225" y="1093788"/>
            <a:ext cx="3754438" cy="49037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90994188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19709811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33196644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720798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17250782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3567624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20305243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26250" y="117475"/>
            <a:ext cx="2019300" cy="58801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768350" y="117475"/>
            <a:ext cx="5905500" cy="58801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14206854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147458" name="Rectangle 2"/>
          <p:cNvSpPr>
            <a:spLocks noGrp="1" noChangeArrowheads="1"/>
          </p:cNvSpPr>
          <p:nvPr>
            <p:ph type="ctrTitle"/>
          </p:nvPr>
        </p:nvSpPr>
        <p:spPr>
          <a:xfrm>
            <a:off x="685800" y="2286000"/>
            <a:ext cx="7772400" cy="1143000"/>
          </a:xfrm>
        </p:spPr>
        <p:txBody>
          <a:bodyPr/>
          <a:lstStyle>
            <a:lvl1pPr>
              <a:defRPr/>
            </a:lvl1pPr>
          </a:lstStyle>
          <a:p>
            <a:r>
              <a:rPr lang="en-US" altLang="zh-CN"/>
              <a:t>Click to edit Master title style</a:t>
            </a:r>
          </a:p>
        </p:txBody>
      </p:sp>
      <p:sp>
        <p:nvSpPr>
          <p:cNvPr id="147459" name="Rectangle 3"/>
          <p:cNvSpPr>
            <a:spLocks noGrp="1" noChangeArrowheads="1"/>
          </p:cNvSpPr>
          <p:nvPr>
            <p:ph type="subTitle" idx="1"/>
          </p:nvPr>
        </p:nvSpPr>
        <p:spPr>
          <a:xfrm>
            <a:off x="1371600" y="3886200"/>
            <a:ext cx="6400800" cy="1752600"/>
          </a:xfrm>
        </p:spPr>
        <p:txBody>
          <a:bodyPr/>
          <a:lstStyle>
            <a:lvl1pPr marL="0" indent="0" algn="ctr">
              <a:buFont typeface="Monotype Sorts" pitchFamily="2" charset="2"/>
              <a:buNone/>
              <a:defRPr/>
            </a:lvl1pPr>
          </a:lstStyle>
          <a:p>
            <a:r>
              <a:rPr lang="en-US" altLang="zh-CN"/>
              <a:t>Click to edit Master subtitle style</a:t>
            </a:r>
          </a:p>
        </p:txBody>
      </p:sp>
      <p:sp>
        <p:nvSpPr>
          <p:cNvPr id="4" name="Rectangle 4">
            <a:extLst>
              <a:ext uri="{FF2B5EF4-FFF2-40B4-BE49-F238E27FC236}">
                <a16:creationId xmlns:a16="http://schemas.microsoft.com/office/drawing/2014/main" id="{DEEEB87D-CB98-40DD-8CE4-E3350503B124}"/>
              </a:ext>
            </a:extLst>
          </p:cNvPr>
          <p:cNvSpPr>
            <a:spLocks noGrp="1" noChangeArrowheads="1"/>
          </p:cNvSpPr>
          <p:nvPr>
            <p:ph type="ftr" sz="quarter" idx="10"/>
          </p:nvPr>
        </p:nvSpPr>
        <p:spPr bwMode="auto">
          <a:xfrm>
            <a:off x="2862263" y="5780088"/>
            <a:ext cx="344805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ctr">
              <a:spcBef>
                <a:spcPct val="50000"/>
              </a:spcBef>
              <a:defRPr>
                <a:solidFill>
                  <a:srgbClr val="578963"/>
                </a:solidFill>
                <a:latin typeface="Times New Roman" pitchFamily="18" charset="0"/>
                <a:ea typeface="宋体" pitchFamily="2" charset="-122"/>
              </a:defRPr>
            </a:lvl1pPr>
          </a:lstStyle>
          <a:p>
            <a:pPr>
              <a:defRPr/>
            </a:pPr>
            <a:endParaRPr lang="zh-CN" altLang="en-US"/>
          </a:p>
        </p:txBody>
      </p:sp>
      <p:sp>
        <p:nvSpPr>
          <p:cNvPr id="5" name="Rectangle 5">
            <a:extLst>
              <a:ext uri="{FF2B5EF4-FFF2-40B4-BE49-F238E27FC236}">
                <a16:creationId xmlns:a16="http://schemas.microsoft.com/office/drawing/2014/main" id="{6B513AE8-AC5B-4465-B9A2-5C8F7EF360B3}"/>
              </a:ext>
            </a:extLst>
          </p:cNvPr>
          <p:cNvSpPr>
            <a:spLocks noGrp="1" noChangeArrowheads="1"/>
          </p:cNvSpPr>
          <p:nvPr>
            <p:ph type="sldNum" sz="quarter" idx="11"/>
          </p:nvPr>
        </p:nvSpPr>
        <p:spPr>
          <a:xfrm>
            <a:off x="6596063" y="6218238"/>
            <a:ext cx="1905000" cy="457200"/>
          </a:xfrm>
          <a:prstGeom prst="rect">
            <a:avLst/>
          </a:prstGeom>
        </p:spPr>
        <p:txBody>
          <a:bodyPr vert="horz" wrap="square" lIns="91440" tIns="45720" rIns="91440" bIns="45720" numCol="1" anchor="t" anchorCtr="0" compatLnSpc="1">
            <a:prstTxWarp prst="textNoShape">
              <a:avLst/>
            </a:prstTxWarp>
          </a:bodyPr>
          <a:lstStyle>
            <a:lvl1pPr>
              <a:defRPr>
                <a:solidFill>
                  <a:srgbClr val="578963"/>
                </a:solidFill>
                <a:ea typeface="宋体" panose="02010600030101010101" pitchFamily="2" charset="-122"/>
              </a:defRPr>
            </a:lvl1pPr>
          </a:lstStyle>
          <a:p>
            <a:pPr>
              <a:defRPr/>
            </a:pPr>
            <a:fld id="{3F0522C4-BDE7-402A-9DB7-53FA8422D327}" type="slidenum">
              <a:rPr lang="zh-CN" altLang="en-US"/>
              <a:pPr>
                <a:defRPr/>
              </a:pPr>
              <a:t>‹#›</a:t>
            </a:fld>
            <a:endParaRPr lang="en-US" altLang="zh-CN"/>
          </a:p>
        </p:txBody>
      </p:sp>
    </p:spTree>
    <p:extLst>
      <p:ext uri="{BB962C8B-B14F-4D97-AF65-F5344CB8AC3E}">
        <p14:creationId xmlns:p14="http://schemas.microsoft.com/office/powerpoint/2010/main" val="287040647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2018DB">
    <p:spTree>
      <p:nvGrpSpPr>
        <p:cNvPr id="1" name=""/>
        <p:cNvGrpSpPr/>
        <p:nvPr/>
      </p:nvGrpSpPr>
      <p:grpSpPr>
        <a:xfrm>
          <a:off x="0" y="0"/>
          <a:ext cx="0" cy="0"/>
          <a:chOff x="0" y="0"/>
          <a:chExt cx="0" cy="0"/>
        </a:xfrm>
      </p:grpSpPr>
      <p:sp>
        <p:nvSpPr>
          <p:cNvPr id="3" name="Title_Gray_Number">
            <a:extLst>
              <a:ext uri="{FF2B5EF4-FFF2-40B4-BE49-F238E27FC236}">
                <a16:creationId xmlns:a16="http://schemas.microsoft.com/office/drawing/2014/main" id="{06B18610-E546-4E9D-A320-0AB71E10036D}"/>
              </a:ext>
            </a:extLst>
          </p:cNvPr>
          <p:cNvSpPr>
            <a:spLocks noChangeArrowheads="1"/>
          </p:cNvSpPr>
          <p:nvPr/>
        </p:nvSpPr>
        <p:spPr bwMode="gray">
          <a:xfrm>
            <a:off x="3505200" y="952500"/>
            <a:ext cx="2057400" cy="4318000"/>
          </a:xfrm>
          <a:prstGeom prst="rect">
            <a:avLst/>
          </a:prstGeom>
          <a:solidFill>
            <a:srgbClr val="FFFFFF"/>
          </a:solidFill>
          <a:ln w="9525">
            <a:solidFill>
              <a:srgbClr val="FFFFFF"/>
            </a:solidFill>
            <a:miter lim="800000"/>
            <a:headEnd/>
            <a:tailEnd/>
          </a:ln>
        </p:spPr>
        <p:txBody>
          <a:bodyPr wrap="none" lIns="12700" tIns="12700" rIns="12700" bIns="12700" anchor="ctr"/>
          <a:lstStyle>
            <a:lvl1pPr defTabSz="228600">
              <a:defRPr sz="1600">
                <a:solidFill>
                  <a:schemeClr val="tx1"/>
                </a:solidFill>
                <a:latin typeface="Helvetica" pitchFamily="34" charset="0"/>
              </a:defRPr>
            </a:lvl1pPr>
            <a:lvl2pPr marL="742950" indent="-285750" defTabSz="228600">
              <a:defRPr sz="1600">
                <a:solidFill>
                  <a:schemeClr val="tx1"/>
                </a:solidFill>
                <a:latin typeface="Helvetica" pitchFamily="34" charset="0"/>
              </a:defRPr>
            </a:lvl2pPr>
            <a:lvl3pPr marL="1143000" indent="-228600" defTabSz="228600">
              <a:defRPr sz="1600">
                <a:solidFill>
                  <a:schemeClr val="tx1"/>
                </a:solidFill>
                <a:latin typeface="Helvetica" pitchFamily="34" charset="0"/>
              </a:defRPr>
            </a:lvl3pPr>
            <a:lvl4pPr marL="1600200" indent="-228600" defTabSz="228600">
              <a:defRPr sz="1600">
                <a:solidFill>
                  <a:schemeClr val="tx1"/>
                </a:solidFill>
                <a:latin typeface="Helvetica" pitchFamily="34" charset="0"/>
              </a:defRPr>
            </a:lvl4pPr>
            <a:lvl5pPr marL="2057400" indent="-228600" defTabSz="228600">
              <a:defRPr sz="1600">
                <a:solidFill>
                  <a:schemeClr val="tx1"/>
                </a:solidFill>
                <a:latin typeface="Helvetica" pitchFamily="34" charset="0"/>
              </a:defRPr>
            </a:lvl5pPr>
            <a:lvl6pPr marL="2514600" indent="-228600" defTabSz="228600" eaLnBrk="0" fontAlgn="base" hangingPunct="0">
              <a:spcBef>
                <a:spcPct val="0"/>
              </a:spcBef>
              <a:spcAft>
                <a:spcPct val="0"/>
              </a:spcAft>
              <a:defRPr sz="1600">
                <a:solidFill>
                  <a:schemeClr val="tx1"/>
                </a:solidFill>
                <a:latin typeface="Helvetica" pitchFamily="34" charset="0"/>
              </a:defRPr>
            </a:lvl6pPr>
            <a:lvl7pPr marL="2971800" indent="-228600" defTabSz="228600" eaLnBrk="0" fontAlgn="base" hangingPunct="0">
              <a:spcBef>
                <a:spcPct val="0"/>
              </a:spcBef>
              <a:spcAft>
                <a:spcPct val="0"/>
              </a:spcAft>
              <a:defRPr sz="1600">
                <a:solidFill>
                  <a:schemeClr val="tx1"/>
                </a:solidFill>
                <a:latin typeface="Helvetica" pitchFamily="34" charset="0"/>
              </a:defRPr>
            </a:lvl7pPr>
            <a:lvl8pPr marL="3429000" indent="-228600" defTabSz="228600" eaLnBrk="0" fontAlgn="base" hangingPunct="0">
              <a:spcBef>
                <a:spcPct val="0"/>
              </a:spcBef>
              <a:spcAft>
                <a:spcPct val="0"/>
              </a:spcAft>
              <a:defRPr sz="1600">
                <a:solidFill>
                  <a:schemeClr val="tx1"/>
                </a:solidFill>
                <a:latin typeface="Helvetica" pitchFamily="34" charset="0"/>
              </a:defRPr>
            </a:lvl8pPr>
            <a:lvl9pPr marL="3886200" indent="-228600" defTabSz="228600" eaLnBrk="0" fontAlgn="base" hangingPunct="0">
              <a:spcBef>
                <a:spcPct val="0"/>
              </a:spcBef>
              <a:spcAft>
                <a:spcPct val="0"/>
              </a:spcAft>
              <a:defRPr sz="1600">
                <a:solidFill>
                  <a:schemeClr val="tx1"/>
                </a:solidFill>
                <a:latin typeface="Helvetica" pitchFamily="34" charset="0"/>
              </a:defRPr>
            </a:lvl9pPr>
          </a:lstStyle>
          <a:p>
            <a:pPr algn="ctr">
              <a:buClr>
                <a:srgbClr val="000000"/>
              </a:buClr>
              <a:buFont typeface="Arial" charset="0"/>
              <a:buNone/>
              <a:defRPr/>
            </a:pPr>
            <a:r>
              <a:rPr lang="zh-CN" altLang="en-US" sz="27700">
                <a:solidFill>
                  <a:srgbClr val="CCCCCC"/>
                </a:solidFill>
                <a:latin typeface="Times New Roman" pitchFamily="18" charset="0"/>
                <a:ea typeface="宋体" pitchFamily="2" charset="-122"/>
              </a:rPr>
              <a:t>1</a:t>
            </a:r>
          </a:p>
        </p:txBody>
      </p:sp>
      <p:sp>
        <p:nvSpPr>
          <p:cNvPr id="4" name="Title_Gray_Number">
            <a:extLst>
              <a:ext uri="{FF2B5EF4-FFF2-40B4-BE49-F238E27FC236}">
                <a16:creationId xmlns:a16="http://schemas.microsoft.com/office/drawing/2014/main" id="{BCEBBF31-1429-48F4-81DB-227DC2BC1DB2}"/>
              </a:ext>
            </a:extLst>
          </p:cNvPr>
          <p:cNvSpPr>
            <a:spLocks noChangeArrowheads="1"/>
          </p:cNvSpPr>
          <p:nvPr/>
        </p:nvSpPr>
        <p:spPr bwMode="gray">
          <a:xfrm>
            <a:off x="939800" y="952500"/>
            <a:ext cx="7302500" cy="4318000"/>
          </a:xfrm>
          <a:prstGeom prst="rect">
            <a:avLst/>
          </a:prstGeom>
          <a:solidFill>
            <a:srgbClr val="FFFFFF"/>
          </a:solidFill>
          <a:ln w="9525">
            <a:solidFill>
              <a:srgbClr val="FFFFFF"/>
            </a:solidFill>
            <a:miter lim="800000"/>
            <a:headEnd/>
            <a:tailEnd/>
          </a:ln>
        </p:spPr>
        <p:txBody>
          <a:bodyPr wrap="none" lIns="12700" tIns="12700" rIns="12700" bIns="12700" anchor="ctr"/>
          <a:lstStyle>
            <a:lvl1pPr defTabSz="228600">
              <a:defRPr sz="1600">
                <a:solidFill>
                  <a:schemeClr val="tx1"/>
                </a:solidFill>
                <a:latin typeface="Helvetica" pitchFamily="34" charset="0"/>
              </a:defRPr>
            </a:lvl1pPr>
            <a:lvl2pPr marL="742950" indent="-285750" defTabSz="228600">
              <a:defRPr sz="1600">
                <a:solidFill>
                  <a:schemeClr val="tx1"/>
                </a:solidFill>
                <a:latin typeface="Helvetica" pitchFamily="34" charset="0"/>
              </a:defRPr>
            </a:lvl2pPr>
            <a:lvl3pPr marL="1143000" indent="-228600" defTabSz="228600">
              <a:defRPr sz="1600">
                <a:solidFill>
                  <a:schemeClr val="tx1"/>
                </a:solidFill>
                <a:latin typeface="Helvetica" pitchFamily="34" charset="0"/>
              </a:defRPr>
            </a:lvl3pPr>
            <a:lvl4pPr marL="1600200" indent="-228600" defTabSz="228600">
              <a:defRPr sz="1600">
                <a:solidFill>
                  <a:schemeClr val="tx1"/>
                </a:solidFill>
                <a:latin typeface="Helvetica" pitchFamily="34" charset="0"/>
              </a:defRPr>
            </a:lvl4pPr>
            <a:lvl5pPr marL="2057400" indent="-228600" defTabSz="228600">
              <a:defRPr sz="1600">
                <a:solidFill>
                  <a:schemeClr val="tx1"/>
                </a:solidFill>
                <a:latin typeface="Helvetica" pitchFamily="34" charset="0"/>
              </a:defRPr>
            </a:lvl5pPr>
            <a:lvl6pPr marL="2514600" indent="-228600" defTabSz="228600" eaLnBrk="0" fontAlgn="base" hangingPunct="0">
              <a:spcBef>
                <a:spcPct val="0"/>
              </a:spcBef>
              <a:spcAft>
                <a:spcPct val="0"/>
              </a:spcAft>
              <a:defRPr sz="1600">
                <a:solidFill>
                  <a:schemeClr val="tx1"/>
                </a:solidFill>
                <a:latin typeface="Helvetica" pitchFamily="34" charset="0"/>
              </a:defRPr>
            </a:lvl6pPr>
            <a:lvl7pPr marL="2971800" indent="-228600" defTabSz="228600" eaLnBrk="0" fontAlgn="base" hangingPunct="0">
              <a:spcBef>
                <a:spcPct val="0"/>
              </a:spcBef>
              <a:spcAft>
                <a:spcPct val="0"/>
              </a:spcAft>
              <a:defRPr sz="1600">
                <a:solidFill>
                  <a:schemeClr val="tx1"/>
                </a:solidFill>
                <a:latin typeface="Helvetica" pitchFamily="34" charset="0"/>
              </a:defRPr>
            </a:lvl7pPr>
            <a:lvl8pPr marL="3429000" indent="-228600" defTabSz="228600" eaLnBrk="0" fontAlgn="base" hangingPunct="0">
              <a:spcBef>
                <a:spcPct val="0"/>
              </a:spcBef>
              <a:spcAft>
                <a:spcPct val="0"/>
              </a:spcAft>
              <a:defRPr sz="1600">
                <a:solidFill>
                  <a:schemeClr val="tx1"/>
                </a:solidFill>
                <a:latin typeface="Helvetica" pitchFamily="34" charset="0"/>
              </a:defRPr>
            </a:lvl8pPr>
            <a:lvl9pPr marL="3886200" indent="-228600" defTabSz="228600" eaLnBrk="0" fontAlgn="base" hangingPunct="0">
              <a:spcBef>
                <a:spcPct val="0"/>
              </a:spcBef>
              <a:spcAft>
                <a:spcPct val="0"/>
              </a:spcAft>
              <a:defRPr sz="1600">
                <a:solidFill>
                  <a:schemeClr val="tx1"/>
                </a:solidFill>
                <a:latin typeface="Helvetica" pitchFamily="34" charset="0"/>
              </a:defRPr>
            </a:lvl9pPr>
          </a:lstStyle>
          <a:p>
            <a:pPr algn="ctr">
              <a:buClr>
                <a:srgbClr val="000000"/>
              </a:buClr>
              <a:buFont typeface="Arial" charset="0"/>
              <a:buNone/>
              <a:defRPr/>
            </a:pPr>
            <a:r>
              <a:rPr lang="en-US" altLang="zh-CN" sz="27700">
                <a:solidFill>
                  <a:srgbClr val="CCCCCC"/>
                </a:solidFill>
                <a:latin typeface="Times New Roman" pitchFamily="18" charset="0"/>
                <a:ea typeface="宋体" pitchFamily="2" charset="-122"/>
              </a:rPr>
              <a:t>DB</a:t>
            </a:r>
          </a:p>
        </p:txBody>
      </p:sp>
      <p:sp>
        <p:nvSpPr>
          <p:cNvPr id="5" name="Default_Title">
            <a:extLst>
              <a:ext uri="{FF2B5EF4-FFF2-40B4-BE49-F238E27FC236}">
                <a16:creationId xmlns:a16="http://schemas.microsoft.com/office/drawing/2014/main" id="{C60CD205-DA8D-41D3-AC7A-A2AA1C94E546}"/>
              </a:ext>
            </a:extLst>
          </p:cNvPr>
          <p:cNvSpPr txBox="1">
            <a:spLocks noChangeArrowheads="1"/>
          </p:cNvSpPr>
          <p:nvPr/>
        </p:nvSpPr>
        <p:spPr bwMode="auto">
          <a:xfrm>
            <a:off x="2343150" y="5410200"/>
            <a:ext cx="4629150" cy="923925"/>
          </a:xfrm>
          <a:prstGeom prst="rect">
            <a:avLst/>
          </a:prstGeom>
          <a:noFill/>
          <a:ln>
            <a:noFill/>
          </a:ln>
        </p:spPr>
        <p:txBody>
          <a:bodyPr lIns="12700" tIns="12700" rIns="12700" bIns="12700"/>
          <a:lstStyle>
            <a:lvl1pPr>
              <a:defRPr sz="1600">
                <a:solidFill>
                  <a:schemeClr val="tx1"/>
                </a:solidFill>
                <a:latin typeface="Helvetica" pitchFamily="34" charset="0"/>
              </a:defRPr>
            </a:lvl1pPr>
            <a:lvl2pPr marL="742950" indent="-285750">
              <a:defRPr sz="1600">
                <a:solidFill>
                  <a:schemeClr val="tx1"/>
                </a:solidFill>
                <a:latin typeface="Helvetica" pitchFamily="34" charset="0"/>
              </a:defRPr>
            </a:lvl2pPr>
            <a:lvl3pPr marL="1143000" indent="-228600">
              <a:defRPr sz="1600">
                <a:solidFill>
                  <a:schemeClr val="tx1"/>
                </a:solidFill>
                <a:latin typeface="Helvetica" pitchFamily="34" charset="0"/>
              </a:defRPr>
            </a:lvl3pPr>
            <a:lvl4pPr marL="1600200" indent="-228600">
              <a:defRPr sz="1600">
                <a:solidFill>
                  <a:schemeClr val="tx1"/>
                </a:solidFill>
                <a:latin typeface="Helvetica" pitchFamily="34" charset="0"/>
              </a:defRPr>
            </a:lvl4pPr>
            <a:lvl5pPr marL="2057400" indent="-228600">
              <a:defRPr sz="1600">
                <a:solidFill>
                  <a:schemeClr val="tx1"/>
                </a:solidFill>
                <a:latin typeface="Helvetica" pitchFamily="34" charset="0"/>
              </a:defRPr>
            </a:lvl5pPr>
            <a:lvl6pPr marL="2514600" indent="-228600" eaLnBrk="0" fontAlgn="base" hangingPunct="0">
              <a:spcBef>
                <a:spcPct val="0"/>
              </a:spcBef>
              <a:spcAft>
                <a:spcPct val="0"/>
              </a:spcAft>
              <a:defRPr sz="1600">
                <a:solidFill>
                  <a:schemeClr val="tx1"/>
                </a:solidFill>
                <a:latin typeface="Helvetica" pitchFamily="34" charset="0"/>
              </a:defRPr>
            </a:lvl6pPr>
            <a:lvl7pPr marL="2971800" indent="-228600" eaLnBrk="0" fontAlgn="base" hangingPunct="0">
              <a:spcBef>
                <a:spcPct val="0"/>
              </a:spcBef>
              <a:spcAft>
                <a:spcPct val="0"/>
              </a:spcAft>
              <a:defRPr sz="1600">
                <a:solidFill>
                  <a:schemeClr val="tx1"/>
                </a:solidFill>
                <a:latin typeface="Helvetica" pitchFamily="34" charset="0"/>
              </a:defRPr>
            </a:lvl7pPr>
            <a:lvl8pPr marL="3429000" indent="-228600" eaLnBrk="0" fontAlgn="base" hangingPunct="0">
              <a:spcBef>
                <a:spcPct val="0"/>
              </a:spcBef>
              <a:spcAft>
                <a:spcPct val="0"/>
              </a:spcAft>
              <a:defRPr sz="1600">
                <a:solidFill>
                  <a:schemeClr val="tx1"/>
                </a:solidFill>
                <a:latin typeface="Helvetica" pitchFamily="34" charset="0"/>
              </a:defRPr>
            </a:lvl8pPr>
            <a:lvl9pPr marL="3886200" indent="-228600" eaLnBrk="0" fontAlgn="base" hangingPunct="0">
              <a:spcBef>
                <a:spcPct val="0"/>
              </a:spcBef>
              <a:spcAft>
                <a:spcPct val="0"/>
              </a:spcAft>
              <a:defRPr sz="1600">
                <a:solidFill>
                  <a:schemeClr val="tx1"/>
                </a:solidFill>
                <a:latin typeface="Helvetica" pitchFamily="34" charset="0"/>
              </a:defRPr>
            </a:lvl9pPr>
          </a:lstStyle>
          <a:p>
            <a:pPr algn="ctr" eaLnBrk="1" hangingPunct="1">
              <a:defRPr/>
            </a:pPr>
            <a:r>
              <a:rPr lang="en-US" altLang="zh-CN" sz="2000" dirty="0">
                <a:solidFill>
                  <a:srgbClr val="000000"/>
                </a:solidFill>
                <a:latin typeface="Garamond" pitchFamily="18" charset="0"/>
                <a:ea typeface="宋体" pitchFamily="2" charset="-122"/>
              </a:rPr>
              <a:t>Dr. CHEN Jian</a:t>
            </a:r>
          </a:p>
          <a:p>
            <a:pPr algn="ctr" eaLnBrk="1" hangingPunct="1">
              <a:defRPr/>
            </a:pPr>
            <a:r>
              <a:rPr lang="en-US" altLang="zh-CN" sz="2000">
                <a:solidFill>
                  <a:srgbClr val="000000"/>
                </a:solidFill>
                <a:latin typeface="Garamond" pitchFamily="18" charset="0"/>
                <a:ea typeface="宋体" pitchFamily="2" charset="-122"/>
              </a:rPr>
              <a:t>Professor</a:t>
            </a:r>
            <a:endParaRPr lang="en-US" altLang="zh-CN" sz="2000" dirty="0">
              <a:solidFill>
                <a:srgbClr val="000000"/>
              </a:solidFill>
              <a:latin typeface="Garamond" pitchFamily="18" charset="0"/>
              <a:ea typeface="宋体" pitchFamily="2" charset="-122"/>
            </a:endParaRPr>
          </a:p>
          <a:p>
            <a:pPr algn="ctr" eaLnBrk="1" hangingPunct="1">
              <a:defRPr/>
            </a:pPr>
            <a:r>
              <a:rPr lang="en-US" altLang="zh-CN" sz="2000" dirty="0">
                <a:solidFill>
                  <a:srgbClr val="000000"/>
                </a:solidFill>
                <a:latin typeface="Garamond" pitchFamily="18" charset="0"/>
                <a:ea typeface="宋体" pitchFamily="2" charset="-122"/>
              </a:rPr>
              <a:t>ellachen@scut.edu.cn</a:t>
            </a:r>
          </a:p>
        </p:txBody>
      </p:sp>
      <p:sp>
        <p:nvSpPr>
          <p:cNvPr id="6" name="Slide_Copyright">
            <a:extLst>
              <a:ext uri="{FF2B5EF4-FFF2-40B4-BE49-F238E27FC236}">
                <a16:creationId xmlns:a16="http://schemas.microsoft.com/office/drawing/2014/main" id="{4949FDE1-9447-45EA-AB19-24F2CA457189}"/>
              </a:ext>
            </a:extLst>
          </p:cNvPr>
          <p:cNvSpPr>
            <a:spLocks noChangeArrowheads="1"/>
          </p:cNvSpPr>
          <p:nvPr/>
        </p:nvSpPr>
        <p:spPr bwMode="auto">
          <a:xfrm>
            <a:off x="3663950" y="6629400"/>
            <a:ext cx="2051050" cy="228600"/>
          </a:xfrm>
          <a:prstGeom prst="rect">
            <a:avLst/>
          </a:prstGeom>
          <a:noFill/>
          <a:ln>
            <a:noFill/>
          </a:ln>
        </p:spPr>
        <p:txBody>
          <a:bodyPr wrap="none" anchor="ctr"/>
          <a:lstStyle>
            <a:lvl1pPr>
              <a:defRPr sz="1600">
                <a:solidFill>
                  <a:schemeClr val="tx1"/>
                </a:solidFill>
                <a:latin typeface="Helvetica" pitchFamily="34" charset="0"/>
              </a:defRPr>
            </a:lvl1pPr>
            <a:lvl2pPr marL="742950" indent="-285750">
              <a:defRPr sz="1600">
                <a:solidFill>
                  <a:schemeClr val="tx1"/>
                </a:solidFill>
                <a:latin typeface="Helvetica" pitchFamily="34" charset="0"/>
              </a:defRPr>
            </a:lvl2pPr>
            <a:lvl3pPr marL="1143000" indent="-228600">
              <a:defRPr sz="1600">
                <a:solidFill>
                  <a:schemeClr val="tx1"/>
                </a:solidFill>
                <a:latin typeface="Helvetica" pitchFamily="34" charset="0"/>
              </a:defRPr>
            </a:lvl3pPr>
            <a:lvl4pPr marL="1600200" indent="-228600">
              <a:defRPr sz="1600">
                <a:solidFill>
                  <a:schemeClr val="tx1"/>
                </a:solidFill>
                <a:latin typeface="Helvetica" pitchFamily="34" charset="0"/>
              </a:defRPr>
            </a:lvl4pPr>
            <a:lvl5pPr marL="2057400" indent="-228600">
              <a:defRPr sz="1600">
                <a:solidFill>
                  <a:schemeClr val="tx1"/>
                </a:solidFill>
                <a:latin typeface="Helvetica" pitchFamily="34" charset="0"/>
              </a:defRPr>
            </a:lvl5pPr>
            <a:lvl6pPr marL="2514600" indent="-228600" eaLnBrk="0" fontAlgn="base" hangingPunct="0">
              <a:spcBef>
                <a:spcPct val="0"/>
              </a:spcBef>
              <a:spcAft>
                <a:spcPct val="0"/>
              </a:spcAft>
              <a:defRPr sz="1600">
                <a:solidFill>
                  <a:schemeClr val="tx1"/>
                </a:solidFill>
                <a:latin typeface="Helvetica" pitchFamily="34" charset="0"/>
              </a:defRPr>
            </a:lvl6pPr>
            <a:lvl7pPr marL="2971800" indent="-228600" eaLnBrk="0" fontAlgn="base" hangingPunct="0">
              <a:spcBef>
                <a:spcPct val="0"/>
              </a:spcBef>
              <a:spcAft>
                <a:spcPct val="0"/>
              </a:spcAft>
              <a:defRPr sz="1600">
                <a:solidFill>
                  <a:schemeClr val="tx1"/>
                </a:solidFill>
                <a:latin typeface="Helvetica" pitchFamily="34" charset="0"/>
              </a:defRPr>
            </a:lvl7pPr>
            <a:lvl8pPr marL="3429000" indent="-228600" eaLnBrk="0" fontAlgn="base" hangingPunct="0">
              <a:spcBef>
                <a:spcPct val="0"/>
              </a:spcBef>
              <a:spcAft>
                <a:spcPct val="0"/>
              </a:spcAft>
              <a:defRPr sz="1600">
                <a:solidFill>
                  <a:schemeClr val="tx1"/>
                </a:solidFill>
                <a:latin typeface="Helvetica" pitchFamily="34" charset="0"/>
              </a:defRPr>
            </a:lvl8pPr>
            <a:lvl9pPr marL="3886200" indent="-228600" eaLnBrk="0" fontAlgn="base" hangingPunct="0">
              <a:spcBef>
                <a:spcPct val="0"/>
              </a:spcBef>
              <a:spcAft>
                <a:spcPct val="0"/>
              </a:spcAft>
              <a:defRPr sz="1600">
                <a:solidFill>
                  <a:schemeClr val="tx1"/>
                </a:solidFill>
                <a:latin typeface="Helvetica" pitchFamily="34" charset="0"/>
              </a:defRPr>
            </a:lvl9pPr>
          </a:lstStyle>
          <a:p>
            <a:pPr fontAlgn="b">
              <a:lnSpc>
                <a:spcPct val="110000"/>
              </a:lnSpc>
              <a:defRPr/>
            </a:pPr>
            <a:r>
              <a:rPr lang="zh-CN" altLang="en-US" sz="1200">
                <a:latin typeface="Arial" charset="0"/>
                <a:ea typeface="宋体" pitchFamily="2" charset="-122"/>
              </a:rPr>
              <a:t>华南理工大学 软件学院</a:t>
            </a:r>
          </a:p>
        </p:txBody>
      </p:sp>
      <p:pic>
        <p:nvPicPr>
          <p:cNvPr id="7" name="Picture 12">
            <a:extLst>
              <a:ext uri="{FF2B5EF4-FFF2-40B4-BE49-F238E27FC236}">
                <a16:creationId xmlns:a16="http://schemas.microsoft.com/office/drawing/2014/main" id="{C2122D9F-D69A-45D7-8727-02A28FD1D3B2}"/>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330950"/>
            <a:ext cx="9144000" cy="27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pic>
      <p:sp>
        <p:nvSpPr>
          <p:cNvPr id="36" name="Default_Title"/>
          <p:cNvSpPr>
            <a:spLocks noGrp="1" noChangeArrowheads="1"/>
          </p:cNvSpPr>
          <p:nvPr>
            <p:ph type="ctrTitle"/>
          </p:nvPr>
        </p:nvSpPr>
        <p:spPr>
          <a:xfrm>
            <a:off x="914400" y="2667000"/>
            <a:ext cx="7315200" cy="685800"/>
          </a:xfrm>
        </p:spPr>
        <p:txBody>
          <a:bodyPr/>
          <a:lstStyle>
            <a:lvl1pPr algn="ctr">
              <a:spcBef>
                <a:spcPct val="0"/>
              </a:spcBef>
              <a:defRPr sz="4000">
                <a:latin typeface="Garamond" pitchFamily="18" charset="0"/>
              </a:defRPr>
            </a:lvl1pPr>
          </a:lstStyle>
          <a:p>
            <a:r>
              <a:rPr lang="zh-CN" altLang="en-US"/>
              <a:t>单击此处编辑母版标题样式</a:t>
            </a:r>
            <a:endParaRPr lang="en-US" altLang="zh-CN" dirty="0"/>
          </a:p>
        </p:txBody>
      </p:sp>
    </p:spTree>
    <p:extLst>
      <p:ext uri="{BB962C8B-B14F-4D97-AF65-F5344CB8AC3E}">
        <p14:creationId xmlns:p14="http://schemas.microsoft.com/office/powerpoint/2010/main" val="381800052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单击此处编辑母版标题样式</a:t>
            </a:r>
          </a:p>
        </p:txBody>
      </p:sp>
      <p:sp>
        <p:nvSpPr>
          <p:cNvPr id="3" name="内容占位符 2"/>
          <p:cNvSpPr>
            <a:spLocks noGrp="1"/>
          </p:cNvSpPr>
          <p:nvPr>
            <p:ph idx="1"/>
          </p:nvPr>
        </p:nvSpPr>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Tree>
    <p:extLst>
      <p:ext uri="{BB962C8B-B14F-4D97-AF65-F5344CB8AC3E}">
        <p14:creationId xmlns:p14="http://schemas.microsoft.com/office/powerpoint/2010/main" val="218358996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287058775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14388" y="1093788"/>
            <a:ext cx="3754437" cy="49037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21225" y="1093788"/>
            <a:ext cx="3754438" cy="49037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43584028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42957236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22283045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152619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3435810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96206175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97996925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26250" y="117475"/>
            <a:ext cx="2019300" cy="58801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768350" y="117475"/>
            <a:ext cx="5905500" cy="58801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08912820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760834" name="Rectangle 2"/>
          <p:cNvSpPr>
            <a:spLocks noGrp="1" noChangeArrowheads="1"/>
          </p:cNvSpPr>
          <p:nvPr>
            <p:ph type="ctrTitle"/>
          </p:nvPr>
        </p:nvSpPr>
        <p:spPr>
          <a:xfrm>
            <a:off x="685800" y="2286000"/>
            <a:ext cx="7772400" cy="1143000"/>
          </a:xfrm>
        </p:spPr>
        <p:txBody>
          <a:bodyPr/>
          <a:lstStyle>
            <a:lvl1pPr>
              <a:defRPr>
                <a:solidFill>
                  <a:srgbClr val="CC3300"/>
                </a:solidFill>
              </a:defRPr>
            </a:lvl1pPr>
          </a:lstStyle>
          <a:p>
            <a:r>
              <a:rPr lang="en-US"/>
              <a:t>Click to edit Master title style</a:t>
            </a:r>
          </a:p>
        </p:txBody>
      </p:sp>
      <p:sp>
        <p:nvSpPr>
          <p:cNvPr id="760835" name="Rectangle 3"/>
          <p:cNvSpPr>
            <a:spLocks noGrp="1" noChangeArrowheads="1"/>
          </p:cNvSpPr>
          <p:nvPr>
            <p:ph type="subTitle" idx="1"/>
          </p:nvPr>
        </p:nvSpPr>
        <p:spPr>
          <a:xfrm>
            <a:off x="1371600" y="3886200"/>
            <a:ext cx="6400800" cy="1752600"/>
          </a:xfrm>
        </p:spPr>
        <p:txBody>
          <a:bodyPr/>
          <a:lstStyle>
            <a:lvl1pPr marL="0" indent="0" algn="ctr">
              <a:buFont typeface="Monotype Sorts" charset="2"/>
              <a:buNone/>
              <a:defRPr/>
            </a:lvl1pPr>
          </a:lstStyle>
          <a:p>
            <a:r>
              <a:rPr lang="en-US"/>
              <a:t>Click to edit Master subtitle style</a:t>
            </a:r>
          </a:p>
        </p:txBody>
      </p:sp>
    </p:spTree>
    <p:extLst>
      <p:ext uri="{BB962C8B-B14F-4D97-AF65-F5344CB8AC3E}">
        <p14:creationId xmlns:p14="http://schemas.microsoft.com/office/powerpoint/2010/main" val="22826934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theme" Target="../theme/theme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theme" Target="../theme/theme3.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theme" Target="../theme/theme4.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4BE8B521-EC14-4C7C-BE2D-15B51082EB20}"/>
              </a:ext>
            </a:extLst>
          </p:cNvPr>
          <p:cNvSpPr>
            <a:spLocks noChangeArrowheads="1"/>
          </p:cNvSpPr>
          <p:nvPr/>
        </p:nvSpPr>
        <p:spPr bwMode="ltGray">
          <a:xfrm>
            <a:off x="417513" y="314325"/>
            <a:ext cx="438150" cy="474663"/>
          </a:xfrm>
          <a:prstGeom prst="rect">
            <a:avLst/>
          </a:prstGeom>
          <a:solidFill>
            <a:schemeClr val="accent2"/>
          </a:solidFill>
          <a:ln>
            <a:noFill/>
          </a:ln>
        </p:spPr>
        <p:txBody>
          <a:bodyPr wrap="none" anchor="ctr"/>
          <a:lstStyle>
            <a:lvl1pPr>
              <a:defRPr sz="1600">
                <a:solidFill>
                  <a:schemeClr val="tx1"/>
                </a:solidFill>
                <a:latin typeface="Helvetica" pitchFamily="34" charset="0"/>
              </a:defRPr>
            </a:lvl1pPr>
            <a:lvl2pPr marL="742950" indent="-285750">
              <a:defRPr sz="1600">
                <a:solidFill>
                  <a:schemeClr val="tx1"/>
                </a:solidFill>
                <a:latin typeface="Helvetica" pitchFamily="34" charset="0"/>
              </a:defRPr>
            </a:lvl2pPr>
            <a:lvl3pPr marL="1143000" indent="-228600">
              <a:defRPr sz="1600">
                <a:solidFill>
                  <a:schemeClr val="tx1"/>
                </a:solidFill>
                <a:latin typeface="Helvetica" pitchFamily="34" charset="0"/>
              </a:defRPr>
            </a:lvl3pPr>
            <a:lvl4pPr marL="1600200" indent="-228600">
              <a:defRPr sz="1600">
                <a:solidFill>
                  <a:schemeClr val="tx1"/>
                </a:solidFill>
                <a:latin typeface="Helvetica" pitchFamily="34" charset="0"/>
              </a:defRPr>
            </a:lvl4pPr>
            <a:lvl5pPr marL="2057400" indent="-228600">
              <a:defRPr sz="1600">
                <a:solidFill>
                  <a:schemeClr val="tx1"/>
                </a:solidFill>
                <a:latin typeface="Helvetica" pitchFamily="34" charset="0"/>
              </a:defRPr>
            </a:lvl5pPr>
            <a:lvl6pPr marL="2514600" indent="-228600" eaLnBrk="0" fontAlgn="base" hangingPunct="0">
              <a:spcBef>
                <a:spcPct val="0"/>
              </a:spcBef>
              <a:spcAft>
                <a:spcPct val="0"/>
              </a:spcAft>
              <a:defRPr sz="1600">
                <a:solidFill>
                  <a:schemeClr val="tx1"/>
                </a:solidFill>
                <a:latin typeface="Helvetica" pitchFamily="34" charset="0"/>
              </a:defRPr>
            </a:lvl6pPr>
            <a:lvl7pPr marL="2971800" indent="-228600" eaLnBrk="0" fontAlgn="base" hangingPunct="0">
              <a:spcBef>
                <a:spcPct val="0"/>
              </a:spcBef>
              <a:spcAft>
                <a:spcPct val="0"/>
              </a:spcAft>
              <a:defRPr sz="1600">
                <a:solidFill>
                  <a:schemeClr val="tx1"/>
                </a:solidFill>
                <a:latin typeface="Helvetica" pitchFamily="34" charset="0"/>
              </a:defRPr>
            </a:lvl7pPr>
            <a:lvl8pPr marL="3429000" indent="-228600" eaLnBrk="0" fontAlgn="base" hangingPunct="0">
              <a:spcBef>
                <a:spcPct val="0"/>
              </a:spcBef>
              <a:spcAft>
                <a:spcPct val="0"/>
              </a:spcAft>
              <a:defRPr sz="1600">
                <a:solidFill>
                  <a:schemeClr val="tx1"/>
                </a:solidFill>
                <a:latin typeface="Helvetica" pitchFamily="34" charset="0"/>
              </a:defRPr>
            </a:lvl8pPr>
            <a:lvl9pPr marL="3886200" indent="-228600" eaLnBrk="0" fontAlgn="base" hangingPunct="0">
              <a:spcBef>
                <a:spcPct val="0"/>
              </a:spcBef>
              <a:spcAft>
                <a:spcPct val="0"/>
              </a:spcAft>
              <a:defRPr sz="1600">
                <a:solidFill>
                  <a:schemeClr val="tx1"/>
                </a:solidFill>
                <a:latin typeface="Helvetica" pitchFamily="34" charset="0"/>
              </a:defRPr>
            </a:lvl9pPr>
          </a:lstStyle>
          <a:p>
            <a:pPr algn="ctr" eaLnBrk="1" hangingPunct="1">
              <a:defRPr/>
            </a:pPr>
            <a:endParaRPr kumimoji="1" lang="zh-CN" altLang="en-US" sz="2400">
              <a:solidFill>
                <a:srgbClr val="000000"/>
              </a:solidFill>
              <a:latin typeface="Tahoma" pitchFamily="34" charset="0"/>
              <a:ea typeface="宋体"/>
            </a:endParaRPr>
          </a:p>
        </p:txBody>
      </p:sp>
      <p:sp>
        <p:nvSpPr>
          <p:cNvPr id="2051" name="Rectangle 3">
            <a:extLst>
              <a:ext uri="{FF2B5EF4-FFF2-40B4-BE49-F238E27FC236}">
                <a16:creationId xmlns:a16="http://schemas.microsoft.com/office/drawing/2014/main" id="{46DAA411-8F8F-4ADC-B15D-8409C0D55D7D}"/>
              </a:ext>
            </a:extLst>
          </p:cNvPr>
          <p:cNvSpPr>
            <a:spLocks noChangeArrowheads="1"/>
          </p:cNvSpPr>
          <p:nvPr/>
        </p:nvSpPr>
        <p:spPr bwMode="ltGray">
          <a:xfrm>
            <a:off x="800100" y="314325"/>
            <a:ext cx="328613" cy="474663"/>
          </a:xfrm>
          <a:prstGeom prst="rect">
            <a:avLst/>
          </a:prstGeom>
          <a:gradFill rotWithShape="0">
            <a:gsLst>
              <a:gs pos="0">
                <a:schemeClr val="accent2"/>
              </a:gs>
              <a:gs pos="100000">
                <a:schemeClr val="bg1"/>
              </a:gs>
            </a:gsLst>
            <a:lin ang="0" scaled="1"/>
          </a:gradFill>
          <a:ln>
            <a:noFill/>
          </a:ln>
        </p:spPr>
        <p:txBody>
          <a:bodyPr wrap="none" anchor="ctr"/>
          <a:lstStyle>
            <a:lvl1pPr>
              <a:defRPr sz="1600">
                <a:solidFill>
                  <a:schemeClr val="tx1"/>
                </a:solidFill>
                <a:latin typeface="Helvetica" pitchFamily="34" charset="0"/>
              </a:defRPr>
            </a:lvl1pPr>
            <a:lvl2pPr marL="742950" indent="-285750">
              <a:defRPr sz="1600">
                <a:solidFill>
                  <a:schemeClr val="tx1"/>
                </a:solidFill>
                <a:latin typeface="Helvetica" pitchFamily="34" charset="0"/>
              </a:defRPr>
            </a:lvl2pPr>
            <a:lvl3pPr marL="1143000" indent="-228600">
              <a:defRPr sz="1600">
                <a:solidFill>
                  <a:schemeClr val="tx1"/>
                </a:solidFill>
                <a:latin typeface="Helvetica" pitchFamily="34" charset="0"/>
              </a:defRPr>
            </a:lvl3pPr>
            <a:lvl4pPr marL="1600200" indent="-228600">
              <a:defRPr sz="1600">
                <a:solidFill>
                  <a:schemeClr val="tx1"/>
                </a:solidFill>
                <a:latin typeface="Helvetica" pitchFamily="34" charset="0"/>
              </a:defRPr>
            </a:lvl4pPr>
            <a:lvl5pPr marL="2057400" indent="-228600">
              <a:defRPr sz="1600">
                <a:solidFill>
                  <a:schemeClr val="tx1"/>
                </a:solidFill>
                <a:latin typeface="Helvetica" pitchFamily="34" charset="0"/>
              </a:defRPr>
            </a:lvl5pPr>
            <a:lvl6pPr marL="2514600" indent="-228600" eaLnBrk="0" fontAlgn="base" hangingPunct="0">
              <a:spcBef>
                <a:spcPct val="0"/>
              </a:spcBef>
              <a:spcAft>
                <a:spcPct val="0"/>
              </a:spcAft>
              <a:defRPr sz="1600">
                <a:solidFill>
                  <a:schemeClr val="tx1"/>
                </a:solidFill>
                <a:latin typeface="Helvetica" pitchFamily="34" charset="0"/>
              </a:defRPr>
            </a:lvl6pPr>
            <a:lvl7pPr marL="2971800" indent="-228600" eaLnBrk="0" fontAlgn="base" hangingPunct="0">
              <a:spcBef>
                <a:spcPct val="0"/>
              </a:spcBef>
              <a:spcAft>
                <a:spcPct val="0"/>
              </a:spcAft>
              <a:defRPr sz="1600">
                <a:solidFill>
                  <a:schemeClr val="tx1"/>
                </a:solidFill>
                <a:latin typeface="Helvetica" pitchFamily="34" charset="0"/>
              </a:defRPr>
            </a:lvl7pPr>
            <a:lvl8pPr marL="3429000" indent="-228600" eaLnBrk="0" fontAlgn="base" hangingPunct="0">
              <a:spcBef>
                <a:spcPct val="0"/>
              </a:spcBef>
              <a:spcAft>
                <a:spcPct val="0"/>
              </a:spcAft>
              <a:defRPr sz="1600">
                <a:solidFill>
                  <a:schemeClr val="tx1"/>
                </a:solidFill>
                <a:latin typeface="Helvetica" pitchFamily="34" charset="0"/>
              </a:defRPr>
            </a:lvl8pPr>
            <a:lvl9pPr marL="3886200" indent="-228600" eaLnBrk="0" fontAlgn="base" hangingPunct="0">
              <a:spcBef>
                <a:spcPct val="0"/>
              </a:spcBef>
              <a:spcAft>
                <a:spcPct val="0"/>
              </a:spcAft>
              <a:defRPr sz="1600">
                <a:solidFill>
                  <a:schemeClr val="tx1"/>
                </a:solidFill>
                <a:latin typeface="Helvetica" pitchFamily="34" charset="0"/>
              </a:defRPr>
            </a:lvl9pPr>
          </a:lstStyle>
          <a:p>
            <a:pPr algn="ctr" eaLnBrk="1" hangingPunct="1">
              <a:defRPr/>
            </a:pPr>
            <a:endParaRPr kumimoji="1" lang="zh-CN" altLang="en-US" sz="2400">
              <a:solidFill>
                <a:srgbClr val="000000"/>
              </a:solidFill>
              <a:latin typeface="Tahoma" pitchFamily="34" charset="0"/>
              <a:ea typeface="宋体"/>
            </a:endParaRPr>
          </a:p>
        </p:txBody>
      </p:sp>
      <p:sp>
        <p:nvSpPr>
          <p:cNvPr id="2052" name="Rectangle 4">
            <a:extLst>
              <a:ext uri="{FF2B5EF4-FFF2-40B4-BE49-F238E27FC236}">
                <a16:creationId xmlns:a16="http://schemas.microsoft.com/office/drawing/2014/main" id="{C244AD2D-9CA4-4D32-AD93-03AE191D11ED}"/>
              </a:ext>
            </a:extLst>
          </p:cNvPr>
          <p:cNvSpPr>
            <a:spLocks noChangeArrowheads="1"/>
          </p:cNvSpPr>
          <p:nvPr/>
        </p:nvSpPr>
        <p:spPr bwMode="ltGray">
          <a:xfrm>
            <a:off x="541338" y="736600"/>
            <a:ext cx="422275" cy="474663"/>
          </a:xfrm>
          <a:prstGeom prst="rect">
            <a:avLst/>
          </a:prstGeom>
          <a:solidFill>
            <a:schemeClr val="folHlink"/>
          </a:solidFill>
          <a:ln>
            <a:noFill/>
          </a:ln>
        </p:spPr>
        <p:txBody>
          <a:bodyPr wrap="none" anchor="ctr"/>
          <a:lstStyle>
            <a:lvl1pPr>
              <a:defRPr sz="1600">
                <a:solidFill>
                  <a:schemeClr val="tx1"/>
                </a:solidFill>
                <a:latin typeface="Helvetica" pitchFamily="34" charset="0"/>
              </a:defRPr>
            </a:lvl1pPr>
            <a:lvl2pPr marL="742950" indent="-285750">
              <a:defRPr sz="1600">
                <a:solidFill>
                  <a:schemeClr val="tx1"/>
                </a:solidFill>
                <a:latin typeface="Helvetica" pitchFamily="34" charset="0"/>
              </a:defRPr>
            </a:lvl2pPr>
            <a:lvl3pPr marL="1143000" indent="-228600">
              <a:defRPr sz="1600">
                <a:solidFill>
                  <a:schemeClr val="tx1"/>
                </a:solidFill>
                <a:latin typeface="Helvetica" pitchFamily="34" charset="0"/>
              </a:defRPr>
            </a:lvl3pPr>
            <a:lvl4pPr marL="1600200" indent="-228600">
              <a:defRPr sz="1600">
                <a:solidFill>
                  <a:schemeClr val="tx1"/>
                </a:solidFill>
                <a:latin typeface="Helvetica" pitchFamily="34" charset="0"/>
              </a:defRPr>
            </a:lvl4pPr>
            <a:lvl5pPr marL="2057400" indent="-228600">
              <a:defRPr sz="1600">
                <a:solidFill>
                  <a:schemeClr val="tx1"/>
                </a:solidFill>
                <a:latin typeface="Helvetica" pitchFamily="34" charset="0"/>
              </a:defRPr>
            </a:lvl5pPr>
            <a:lvl6pPr marL="2514600" indent="-228600" eaLnBrk="0" fontAlgn="base" hangingPunct="0">
              <a:spcBef>
                <a:spcPct val="0"/>
              </a:spcBef>
              <a:spcAft>
                <a:spcPct val="0"/>
              </a:spcAft>
              <a:defRPr sz="1600">
                <a:solidFill>
                  <a:schemeClr val="tx1"/>
                </a:solidFill>
                <a:latin typeface="Helvetica" pitchFamily="34" charset="0"/>
              </a:defRPr>
            </a:lvl6pPr>
            <a:lvl7pPr marL="2971800" indent="-228600" eaLnBrk="0" fontAlgn="base" hangingPunct="0">
              <a:spcBef>
                <a:spcPct val="0"/>
              </a:spcBef>
              <a:spcAft>
                <a:spcPct val="0"/>
              </a:spcAft>
              <a:defRPr sz="1600">
                <a:solidFill>
                  <a:schemeClr val="tx1"/>
                </a:solidFill>
                <a:latin typeface="Helvetica" pitchFamily="34" charset="0"/>
              </a:defRPr>
            </a:lvl7pPr>
            <a:lvl8pPr marL="3429000" indent="-228600" eaLnBrk="0" fontAlgn="base" hangingPunct="0">
              <a:spcBef>
                <a:spcPct val="0"/>
              </a:spcBef>
              <a:spcAft>
                <a:spcPct val="0"/>
              </a:spcAft>
              <a:defRPr sz="1600">
                <a:solidFill>
                  <a:schemeClr val="tx1"/>
                </a:solidFill>
                <a:latin typeface="Helvetica" pitchFamily="34" charset="0"/>
              </a:defRPr>
            </a:lvl8pPr>
            <a:lvl9pPr marL="3886200" indent="-228600" eaLnBrk="0" fontAlgn="base" hangingPunct="0">
              <a:spcBef>
                <a:spcPct val="0"/>
              </a:spcBef>
              <a:spcAft>
                <a:spcPct val="0"/>
              </a:spcAft>
              <a:defRPr sz="1600">
                <a:solidFill>
                  <a:schemeClr val="tx1"/>
                </a:solidFill>
                <a:latin typeface="Helvetica" pitchFamily="34" charset="0"/>
              </a:defRPr>
            </a:lvl9pPr>
          </a:lstStyle>
          <a:p>
            <a:pPr algn="ctr" eaLnBrk="1" hangingPunct="1">
              <a:defRPr/>
            </a:pPr>
            <a:endParaRPr kumimoji="1" lang="zh-CN" altLang="en-US" sz="2400">
              <a:solidFill>
                <a:srgbClr val="000000"/>
              </a:solidFill>
              <a:latin typeface="Tahoma" pitchFamily="34" charset="0"/>
              <a:ea typeface="宋体"/>
            </a:endParaRPr>
          </a:p>
        </p:txBody>
      </p:sp>
      <p:sp>
        <p:nvSpPr>
          <p:cNvPr id="2053" name="Rectangle 5">
            <a:extLst>
              <a:ext uri="{FF2B5EF4-FFF2-40B4-BE49-F238E27FC236}">
                <a16:creationId xmlns:a16="http://schemas.microsoft.com/office/drawing/2014/main" id="{A7997DDD-1782-4C8D-975C-9099EC585AAE}"/>
              </a:ext>
            </a:extLst>
          </p:cNvPr>
          <p:cNvSpPr>
            <a:spLocks noChangeArrowheads="1"/>
          </p:cNvSpPr>
          <p:nvPr/>
        </p:nvSpPr>
        <p:spPr bwMode="ltGray">
          <a:xfrm>
            <a:off x="911225" y="736600"/>
            <a:ext cx="368300" cy="474663"/>
          </a:xfrm>
          <a:prstGeom prst="rect">
            <a:avLst/>
          </a:prstGeom>
          <a:gradFill rotWithShape="0">
            <a:gsLst>
              <a:gs pos="0">
                <a:schemeClr val="folHlink"/>
              </a:gs>
              <a:gs pos="100000">
                <a:schemeClr val="bg1"/>
              </a:gs>
            </a:gsLst>
            <a:lin ang="0" scaled="1"/>
          </a:gradFill>
          <a:ln>
            <a:noFill/>
          </a:ln>
        </p:spPr>
        <p:txBody>
          <a:bodyPr wrap="none" anchor="ctr"/>
          <a:lstStyle>
            <a:lvl1pPr>
              <a:defRPr sz="1600">
                <a:solidFill>
                  <a:schemeClr val="tx1"/>
                </a:solidFill>
                <a:latin typeface="Helvetica" pitchFamily="34" charset="0"/>
              </a:defRPr>
            </a:lvl1pPr>
            <a:lvl2pPr marL="742950" indent="-285750">
              <a:defRPr sz="1600">
                <a:solidFill>
                  <a:schemeClr val="tx1"/>
                </a:solidFill>
                <a:latin typeface="Helvetica" pitchFamily="34" charset="0"/>
              </a:defRPr>
            </a:lvl2pPr>
            <a:lvl3pPr marL="1143000" indent="-228600">
              <a:defRPr sz="1600">
                <a:solidFill>
                  <a:schemeClr val="tx1"/>
                </a:solidFill>
                <a:latin typeface="Helvetica" pitchFamily="34" charset="0"/>
              </a:defRPr>
            </a:lvl3pPr>
            <a:lvl4pPr marL="1600200" indent="-228600">
              <a:defRPr sz="1600">
                <a:solidFill>
                  <a:schemeClr val="tx1"/>
                </a:solidFill>
                <a:latin typeface="Helvetica" pitchFamily="34" charset="0"/>
              </a:defRPr>
            </a:lvl4pPr>
            <a:lvl5pPr marL="2057400" indent="-228600">
              <a:defRPr sz="1600">
                <a:solidFill>
                  <a:schemeClr val="tx1"/>
                </a:solidFill>
                <a:latin typeface="Helvetica" pitchFamily="34" charset="0"/>
              </a:defRPr>
            </a:lvl5pPr>
            <a:lvl6pPr marL="2514600" indent="-228600" eaLnBrk="0" fontAlgn="base" hangingPunct="0">
              <a:spcBef>
                <a:spcPct val="0"/>
              </a:spcBef>
              <a:spcAft>
                <a:spcPct val="0"/>
              </a:spcAft>
              <a:defRPr sz="1600">
                <a:solidFill>
                  <a:schemeClr val="tx1"/>
                </a:solidFill>
                <a:latin typeface="Helvetica" pitchFamily="34" charset="0"/>
              </a:defRPr>
            </a:lvl6pPr>
            <a:lvl7pPr marL="2971800" indent="-228600" eaLnBrk="0" fontAlgn="base" hangingPunct="0">
              <a:spcBef>
                <a:spcPct val="0"/>
              </a:spcBef>
              <a:spcAft>
                <a:spcPct val="0"/>
              </a:spcAft>
              <a:defRPr sz="1600">
                <a:solidFill>
                  <a:schemeClr val="tx1"/>
                </a:solidFill>
                <a:latin typeface="Helvetica" pitchFamily="34" charset="0"/>
              </a:defRPr>
            </a:lvl7pPr>
            <a:lvl8pPr marL="3429000" indent="-228600" eaLnBrk="0" fontAlgn="base" hangingPunct="0">
              <a:spcBef>
                <a:spcPct val="0"/>
              </a:spcBef>
              <a:spcAft>
                <a:spcPct val="0"/>
              </a:spcAft>
              <a:defRPr sz="1600">
                <a:solidFill>
                  <a:schemeClr val="tx1"/>
                </a:solidFill>
                <a:latin typeface="Helvetica" pitchFamily="34" charset="0"/>
              </a:defRPr>
            </a:lvl8pPr>
            <a:lvl9pPr marL="3886200" indent="-228600" eaLnBrk="0" fontAlgn="base" hangingPunct="0">
              <a:spcBef>
                <a:spcPct val="0"/>
              </a:spcBef>
              <a:spcAft>
                <a:spcPct val="0"/>
              </a:spcAft>
              <a:defRPr sz="1600">
                <a:solidFill>
                  <a:schemeClr val="tx1"/>
                </a:solidFill>
                <a:latin typeface="Helvetica" pitchFamily="34" charset="0"/>
              </a:defRPr>
            </a:lvl9pPr>
          </a:lstStyle>
          <a:p>
            <a:pPr algn="ctr" eaLnBrk="1" hangingPunct="1">
              <a:defRPr/>
            </a:pPr>
            <a:endParaRPr kumimoji="1" lang="zh-CN" altLang="en-US" sz="2400">
              <a:solidFill>
                <a:srgbClr val="000000"/>
              </a:solidFill>
              <a:latin typeface="Tahoma" pitchFamily="34" charset="0"/>
              <a:ea typeface="宋体"/>
            </a:endParaRPr>
          </a:p>
        </p:txBody>
      </p:sp>
      <p:sp>
        <p:nvSpPr>
          <p:cNvPr id="2054" name="Rectangle 6">
            <a:extLst>
              <a:ext uri="{FF2B5EF4-FFF2-40B4-BE49-F238E27FC236}">
                <a16:creationId xmlns:a16="http://schemas.microsoft.com/office/drawing/2014/main" id="{CC5F32CA-BE92-4880-BC78-D2A61A18E54C}"/>
              </a:ext>
            </a:extLst>
          </p:cNvPr>
          <p:cNvSpPr>
            <a:spLocks noChangeArrowheads="1"/>
          </p:cNvSpPr>
          <p:nvPr/>
        </p:nvSpPr>
        <p:spPr bwMode="ltGray">
          <a:xfrm>
            <a:off x="127000" y="919163"/>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a:defRPr sz="1600">
                <a:solidFill>
                  <a:schemeClr val="tx1"/>
                </a:solidFill>
                <a:latin typeface="Helvetica" pitchFamily="34" charset="0"/>
              </a:defRPr>
            </a:lvl1pPr>
            <a:lvl2pPr marL="742950" indent="-285750">
              <a:defRPr sz="1600">
                <a:solidFill>
                  <a:schemeClr val="tx1"/>
                </a:solidFill>
                <a:latin typeface="Helvetica" pitchFamily="34" charset="0"/>
              </a:defRPr>
            </a:lvl2pPr>
            <a:lvl3pPr marL="1143000" indent="-228600">
              <a:defRPr sz="1600">
                <a:solidFill>
                  <a:schemeClr val="tx1"/>
                </a:solidFill>
                <a:latin typeface="Helvetica" pitchFamily="34" charset="0"/>
              </a:defRPr>
            </a:lvl3pPr>
            <a:lvl4pPr marL="1600200" indent="-228600">
              <a:defRPr sz="1600">
                <a:solidFill>
                  <a:schemeClr val="tx1"/>
                </a:solidFill>
                <a:latin typeface="Helvetica" pitchFamily="34" charset="0"/>
              </a:defRPr>
            </a:lvl4pPr>
            <a:lvl5pPr marL="2057400" indent="-228600">
              <a:defRPr sz="1600">
                <a:solidFill>
                  <a:schemeClr val="tx1"/>
                </a:solidFill>
                <a:latin typeface="Helvetica" pitchFamily="34" charset="0"/>
              </a:defRPr>
            </a:lvl5pPr>
            <a:lvl6pPr marL="2514600" indent="-228600" eaLnBrk="0" fontAlgn="base" hangingPunct="0">
              <a:spcBef>
                <a:spcPct val="0"/>
              </a:spcBef>
              <a:spcAft>
                <a:spcPct val="0"/>
              </a:spcAft>
              <a:defRPr sz="1600">
                <a:solidFill>
                  <a:schemeClr val="tx1"/>
                </a:solidFill>
                <a:latin typeface="Helvetica" pitchFamily="34" charset="0"/>
              </a:defRPr>
            </a:lvl6pPr>
            <a:lvl7pPr marL="2971800" indent="-228600" eaLnBrk="0" fontAlgn="base" hangingPunct="0">
              <a:spcBef>
                <a:spcPct val="0"/>
              </a:spcBef>
              <a:spcAft>
                <a:spcPct val="0"/>
              </a:spcAft>
              <a:defRPr sz="1600">
                <a:solidFill>
                  <a:schemeClr val="tx1"/>
                </a:solidFill>
                <a:latin typeface="Helvetica" pitchFamily="34" charset="0"/>
              </a:defRPr>
            </a:lvl7pPr>
            <a:lvl8pPr marL="3429000" indent="-228600" eaLnBrk="0" fontAlgn="base" hangingPunct="0">
              <a:spcBef>
                <a:spcPct val="0"/>
              </a:spcBef>
              <a:spcAft>
                <a:spcPct val="0"/>
              </a:spcAft>
              <a:defRPr sz="1600">
                <a:solidFill>
                  <a:schemeClr val="tx1"/>
                </a:solidFill>
                <a:latin typeface="Helvetica" pitchFamily="34" charset="0"/>
              </a:defRPr>
            </a:lvl8pPr>
            <a:lvl9pPr marL="3886200" indent="-228600" eaLnBrk="0" fontAlgn="base" hangingPunct="0">
              <a:spcBef>
                <a:spcPct val="0"/>
              </a:spcBef>
              <a:spcAft>
                <a:spcPct val="0"/>
              </a:spcAft>
              <a:defRPr sz="1600">
                <a:solidFill>
                  <a:schemeClr val="tx1"/>
                </a:solidFill>
                <a:latin typeface="Helvetica" pitchFamily="34" charset="0"/>
              </a:defRPr>
            </a:lvl9pPr>
          </a:lstStyle>
          <a:p>
            <a:pPr algn="ctr" eaLnBrk="1" hangingPunct="1">
              <a:defRPr/>
            </a:pPr>
            <a:endParaRPr kumimoji="1" lang="zh-CN" altLang="en-US" sz="2400">
              <a:solidFill>
                <a:srgbClr val="000000"/>
              </a:solidFill>
              <a:latin typeface="Tahoma" pitchFamily="34" charset="0"/>
              <a:ea typeface="宋体"/>
            </a:endParaRPr>
          </a:p>
        </p:txBody>
      </p:sp>
      <p:sp>
        <p:nvSpPr>
          <p:cNvPr id="2055" name="Rectangle 7">
            <a:extLst>
              <a:ext uri="{FF2B5EF4-FFF2-40B4-BE49-F238E27FC236}">
                <a16:creationId xmlns:a16="http://schemas.microsoft.com/office/drawing/2014/main" id="{90ADF983-BFB2-40AC-BF0C-DA97BC0311B5}"/>
              </a:ext>
            </a:extLst>
          </p:cNvPr>
          <p:cNvSpPr>
            <a:spLocks noChangeArrowheads="1"/>
          </p:cNvSpPr>
          <p:nvPr/>
        </p:nvSpPr>
        <p:spPr bwMode="gray">
          <a:xfrm>
            <a:off x="762000" y="206375"/>
            <a:ext cx="31750" cy="1052513"/>
          </a:xfrm>
          <a:prstGeom prst="rect">
            <a:avLst/>
          </a:prstGeom>
          <a:solidFill>
            <a:schemeClr val="bg2"/>
          </a:solidFill>
          <a:ln>
            <a:noFill/>
          </a:ln>
        </p:spPr>
        <p:txBody>
          <a:bodyPr wrap="none" anchor="ctr"/>
          <a:lstStyle>
            <a:lvl1pPr>
              <a:defRPr sz="1600">
                <a:solidFill>
                  <a:schemeClr val="tx1"/>
                </a:solidFill>
                <a:latin typeface="Helvetica" pitchFamily="34" charset="0"/>
              </a:defRPr>
            </a:lvl1pPr>
            <a:lvl2pPr marL="742950" indent="-285750">
              <a:defRPr sz="1600">
                <a:solidFill>
                  <a:schemeClr val="tx1"/>
                </a:solidFill>
                <a:latin typeface="Helvetica" pitchFamily="34" charset="0"/>
              </a:defRPr>
            </a:lvl2pPr>
            <a:lvl3pPr marL="1143000" indent="-228600">
              <a:defRPr sz="1600">
                <a:solidFill>
                  <a:schemeClr val="tx1"/>
                </a:solidFill>
                <a:latin typeface="Helvetica" pitchFamily="34" charset="0"/>
              </a:defRPr>
            </a:lvl3pPr>
            <a:lvl4pPr marL="1600200" indent="-228600">
              <a:defRPr sz="1600">
                <a:solidFill>
                  <a:schemeClr val="tx1"/>
                </a:solidFill>
                <a:latin typeface="Helvetica" pitchFamily="34" charset="0"/>
              </a:defRPr>
            </a:lvl4pPr>
            <a:lvl5pPr marL="2057400" indent="-228600">
              <a:defRPr sz="1600">
                <a:solidFill>
                  <a:schemeClr val="tx1"/>
                </a:solidFill>
                <a:latin typeface="Helvetica" pitchFamily="34" charset="0"/>
              </a:defRPr>
            </a:lvl5pPr>
            <a:lvl6pPr marL="2514600" indent="-228600" eaLnBrk="0" fontAlgn="base" hangingPunct="0">
              <a:spcBef>
                <a:spcPct val="0"/>
              </a:spcBef>
              <a:spcAft>
                <a:spcPct val="0"/>
              </a:spcAft>
              <a:defRPr sz="1600">
                <a:solidFill>
                  <a:schemeClr val="tx1"/>
                </a:solidFill>
                <a:latin typeface="Helvetica" pitchFamily="34" charset="0"/>
              </a:defRPr>
            </a:lvl6pPr>
            <a:lvl7pPr marL="2971800" indent="-228600" eaLnBrk="0" fontAlgn="base" hangingPunct="0">
              <a:spcBef>
                <a:spcPct val="0"/>
              </a:spcBef>
              <a:spcAft>
                <a:spcPct val="0"/>
              </a:spcAft>
              <a:defRPr sz="1600">
                <a:solidFill>
                  <a:schemeClr val="tx1"/>
                </a:solidFill>
                <a:latin typeface="Helvetica" pitchFamily="34" charset="0"/>
              </a:defRPr>
            </a:lvl7pPr>
            <a:lvl8pPr marL="3429000" indent="-228600" eaLnBrk="0" fontAlgn="base" hangingPunct="0">
              <a:spcBef>
                <a:spcPct val="0"/>
              </a:spcBef>
              <a:spcAft>
                <a:spcPct val="0"/>
              </a:spcAft>
              <a:defRPr sz="1600">
                <a:solidFill>
                  <a:schemeClr val="tx1"/>
                </a:solidFill>
                <a:latin typeface="Helvetica" pitchFamily="34" charset="0"/>
              </a:defRPr>
            </a:lvl8pPr>
            <a:lvl9pPr marL="3886200" indent="-228600" eaLnBrk="0" fontAlgn="base" hangingPunct="0">
              <a:spcBef>
                <a:spcPct val="0"/>
              </a:spcBef>
              <a:spcAft>
                <a:spcPct val="0"/>
              </a:spcAft>
              <a:defRPr sz="1600">
                <a:solidFill>
                  <a:schemeClr val="tx1"/>
                </a:solidFill>
                <a:latin typeface="Helvetica" pitchFamily="34" charset="0"/>
              </a:defRPr>
            </a:lvl9pPr>
          </a:lstStyle>
          <a:p>
            <a:pPr algn="ctr" eaLnBrk="1" hangingPunct="1">
              <a:defRPr/>
            </a:pPr>
            <a:endParaRPr kumimoji="1" lang="zh-CN" altLang="en-US" sz="2400">
              <a:solidFill>
                <a:srgbClr val="000000"/>
              </a:solidFill>
              <a:latin typeface="Tahoma" pitchFamily="34" charset="0"/>
              <a:ea typeface="宋体"/>
            </a:endParaRPr>
          </a:p>
        </p:txBody>
      </p:sp>
      <p:sp>
        <p:nvSpPr>
          <p:cNvPr id="2056" name="Rectangle 8">
            <a:extLst>
              <a:ext uri="{FF2B5EF4-FFF2-40B4-BE49-F238E27FC236}">
                <a16:creationId xmlns:a16="http://schemas.microsoft.com/office/drawing/2014/main" id="{F568DB6C-A6D8-4810-A74D-4BB470A89748}"/>
              </a:ext>
            </a:extLst>
          </p:cNvPr>
          <p:cNvSpPr>
            <a:spLocks noChangeArrowheads="1"/>
          </p:cNvSpPr>
          <p:nvPr/>
        </p:nvSpPr>
        <p:spPr bwMode="gray">
          <a:xfrm>
            <a:off x="442913" y="996950"/>
            <a:ext cx="8226425" cy="31750"/>
          </a:xfrm>
          <a:prstGeom prst="rect">
            <a:avLst/>
          </a:prstGeom>
          <a:gradFill rotWithShape="0">
            <a:gsLst>
              <a:gs pos="0">
                <a:schemeClr val="bg2"/>
              </a:gs>
              <a:gs pos="100000">
                <a:schemeClr val="bg1"/>
              </a:gs>
            </a:gsLst>
            <a:lin ang="0" scaled="1"/>
          </a:gradFill>
          <a:ln>
            <a:noFill/>
          </a:ln>
        </p:spPr>
        <p:txBody>
          <a:bodyPr wrap="none" anchor="ctr"/>
          <a:lstStyle>
            <a:lvl1pPr>
              <a:defRPr sz="1600">
                <a:solidFill>
                  <a:schemeClr val="tx1"/>
                </a:solidFill>
                <a:latin typeface="Helvetica" pitchFamily="34" charset="0"/>
              </a:defRPr>
            </a:lvl1pPr>
            <a:lvl2pPr marL="742950" indent="-285750">
              <a:defRPr sz="1600">
                <a:solidFill>
                  <a:schemeClr val="tx1"/>
                </a:solidFill>
                <a:latin typeface="Helvetica" pitchFamily="34" charset="0"/>
              </a:defRPr>
            </a:lvl2pPr>
            <a:lvl3pPr marL="1143000" indent="-228600">
              <a:defRPr sz="1600">
                <a:solidFill>
                  <a:schemeClr val="tx1"/>
                </a:solidFill>
                <a:latin typeface="Helvetica" pitchFamily="34" charset="0"/>
              </a:defRPr>
            </a:lvl3pPr>
            <a:lvl4pPr marL="1600200" indent="-228600">
              <a:defRPr sz="1600">
                <a:solidFill>
                  <a:schemeClr val="tx1"/>
                </a:solidFill>
                <a:latin typeface="Helvetica" pitchFamily="34" charset="0"/>
              </a:defRPr>
            </a:lvl4pPr>
            <a:lvl5pPr marL="2057400" indent="-228600">
              <a:defRPr sz="1600">
                <a:solidFill>
                  <a:schemeClr val="tx1"/>
                </a:solidFill>
                <a:latin typeface="Helvetica" pitchFamily="34" charset="0"/>
              </a:defRPr>
            </a:lvl5pPr>
            <a:lvl6pPr marL="2514600" indent="-228600" eaLnBrk="0" fontAlgn="base" hangingPunct="0">
              <a:spcBef>
                <a:spcPct val="0"/>
              </a:spcBef>
              <a:spcAft>
                <a:spcPct val="0"/>
              </a:spcAft>
              <a:defRPr sz="1600">
                <a:solidFill>
                  <a:schemeClr val="tx1"/>
                </a:solidFill>
                <a:latin typeface="Helvetica" pitchFamily="34" charset="0"/>
              </a:defRPr>
            </a:lvl6pPr>
            <a:lvl7pPr marL="2971800" indent="-228600" eaLnBrk="0" fontAlgn="base" hangingPunct="0">
              <a:spcBef>
                <a:spcPct val="0"/>
              </a:spcBef>
              <a:spcAft>
                <a:spcPct val="0"/>
              </a:spcAft>
              <a:defRPr sz="1600">
                <a:solidFill>
                  <a:schemeClr val="tx1"/>
                </a:solidFill>
                <a:latin typeface="Helvetica" pitchFamily="34" charset="0"/>
              </a:defRPr>
            </a:lvl7pPr>
            <a:lvl8pPr marL="3429000" indent="-228600" eaLnBrk="0" fontAlgn="base" hangingPunct="0">
              <a:spcBef>
                <a:spcPct val="0"/>
              </a:spcBef>
              <a:spcAft>
                <a:spcPct val="0"/>
              </a:spcAft>
              <a:defRPr sz="1600">
                <a:solidFill>
                  <a:schemeClr val="tx1"/>
                </a:solidFill>
                <a:latin typeface="Helvetica" pitchFamily="34" charset="0"/>
              </a:defRPr>
            </a:lvl8pPr>
            <a:lvl9pPr marL="3886200" indent="-228600" eaLnBrk="0" fontAlgn="base" hangingPunct="0">
              <a:spcBef>
                <a:spcPct val="0"/>
              </a:spcBef>
              <a:spcAft>
                <a:spcPct val="0"/>
              </a:spcAft>
              <a:defRPr sz="1600">
                <a:solidFill>
                  <a:schemeClr val="tx1"/>
                </a:solidFill>
                <a:latin typeface="Helvetica" pitchFamily="34" charset="0"/>
              </a:defRPr>
            </a:lvl9pPr>
          </a:lstStyle>
          <a:p>
            <a:pPr algn="ctr" eaLnBrk="1" hangingPunct="1">
              <a:defRPr/>
            </a:pPr>
            <a:endParaRPr kumimoji="1" lang="zh-CN" altLang="en-US" sz="2400">
              <a:solidFill>
                <a:srgbClr val="000000"/>
              </a:solidFill>
              <a:latin typeface="Tahoma" pitchFamily="34" charset="0"/>
              <a:ea typeface="宋体"/>
            </a:endParaRPr>
          </a:p>
        </p:txBody>
      </p:sp>
      <p:sp>
        <p:nvSpPr>
          <p:cNvPr id="1033" name="Rectangle 9">
            <a:extLst>
              <a:ext uri="{FF2B5EF4-FFF2-40B4-BE49-F238E27FC236}">
                <a16:creationId xmlns:a16="http://schemas.microsoft.com/office/drawing/2014/main" id="{3AF631CF-5C1B-4936-A61E-63B1D3969367}"/>
              </a:ext>
            </a:extLst>
          </p:cNvPr>
          <p:cNvSpPr>
            <a:spLocks noGrp="1" noChangeArrowheads="1"/>
          </p:cNvSpPr>
          <p:nvPr>
            <p:ph type="title"/>
          </p:nvPr>
        </p:nvSpPr>
        <p:spPr bwMode="auto">
          <a:xfrm>
            <a:off x="685800" y="150813"/>
            <a:ext cx="7793038"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34" name="Rectangle 10">
            <a:extLst>
              <a:ext uri="{FF2B5EF4-FFF2-40B4-BE49-F238E27FC236}">
                <a16:creationId xmlns:a16="http://schemas.microsoft.com/office/drawing/2014/main" id="{D0BD33CF-8D6A-4166-AD57-F8D43F867BED}"/>
              </a:ext>
            </a:extLst>
          </p:cNvPr>
          <p:cNvSpPr>
            <a:spLocks noGrp="1" noChangeArrowheads="1"/>
          </p:cNvSpPr>
          <p:nvPr>
            <p:ph type="body" idx="1"/>
          </p:nvPr>
        </p:nvSpPr>
        <p:spPr bwMode="auto">
          <a:xfrm>
            <a:off x="228600" y="1196975"/>
            <a:ext cx="8726488" cy="543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48843" name="Rectangle 11">
            <a:extLst>
              <a:ext uri="{FF2B5EF4-FFF2-40B4-BE49-F238E27FC236}">
                <a16:creationId xmlns:a16="http://schemas.microsoft.com/office/drawing/2014/main" id="{670C7195-0158-4B31-A6BD-4069E31EEF36}"/>
              </a:ext>
            </a:extLst>
          </p:cNvPr>
          <p:cNvSpPr>
            <a:spLocks noGrp="1" noChangeArrowheads="1"/>
          </p:cNvSpPr>
          <p:nvPr>
            <p:ph type="ftr" sz="quarter" idx="3"/>
          </p:nvPr>
        </p:nvSpPr>
        <p:spPr bwMode="auto">
          <a:xfrm>
            <a:off x="3352800" y="63246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solidFill>
                  <a:srgbClr val="000000"/>
                </a:solidFill>
                <a:latin typeface="Tahoma" panose="020B0604030504040204" pitchFamily="34" charset="0"/>
                <a:ea typeface="宋体" panose="02010600030101010101" pitchFamily="2" charset="-122"/>
              </a:defRPr>
            </a:lvl1pPr>
          </a:lstStyle>
          <a:p>
            <a:pPr>
              <a:defRPr/>
            </a:pPr>
            <a:fld id="{078E370F-8E59-4E25-8B70-A2061177DE58}" type="slidenum">
              <a:rPr lang="zh-CN" altLang="en-US"/>
              <a:pPr>
                <a:defRPr/>
              </a:pPr>
              <a:t>‹#›</a:t>
            </a:fld>
            <a:endParaRPr lang="en-US" altLang="zh-CN"/>
          </a:p>
        </p:txBody>
      </p:sp>
      <p:sp>
        <p:nvSpPr>
          <p:cNvPr id="248844" name="Rectangle 12">
            <a:extLst>
              <a:ext uri="{FF2B5EF4-FFF2-40B4-BE49-F238E27FC236}">
                <a16:creationId xmlns:a16="http://schemas.microsoft.com/office/drawing/2014/main" id="{3A3CCD11-5BDA-495E-B967-47DD8FD5C0A2}"/>
              </a:ext>
            </a:extLst>
          </p:cNvPr>
          <p:cNvSpPr>
            <a:spLocks noGrp="1" noChangeArrowheads="1"/>
          </p:cNvSpPr>
          <p:nvPr>
            <p:ph type="sldNum" sz="quarter" idx="4"/>
          </p:nvPr>
        </p:nvSpPr>
        <p:spPr bwMode="auto">
          <a:xfrm>
            <a:off x="67818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400">
                <a:solidFill>
                  <a:srgbClr val="000000"/>
                </a:solidFill>
                <a:latin typeface="Tahoma" panose="020B0604030504040204" pitchFamily="34" charset="0"/>
                <a:ea typeface="宋体" panose="02010600030101010101" pitchFamily="2" charset="-122"/>
              </a:defRPr>
            </a:lvl1pPr>
          </a:lstStyle>
          <a:p>
            <a:pPr>
              <a:defRPr/>
            </a:pPr>
            <a:fld id="{4BBF51E0-24C8-4C9E-A207-9EDF6B42523B}"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4775" r:id="rId1"/>
    <p:sldLayoutId id="2147484732" r:id="rId2"/>
    <p:sldLayoutId id="2147484733" r:id="rId3"/>
    <p:sldLayoutId id="2147484734" r:id="rId4"/>
    <p:sldLayoutId id="2147484735" r:id="rId5"/>
    <p:sldLayoutId id="2147484736" r:id="rId6"/>
    <p:sldLayoutId id="2147484737" r:id="rId7"/>
    <p:sldLayoutId id="2147484738" r:id="rId8"/>
    <p:sldLayoutId id="2147484739" r:id="rId9"/>
    <p:sldLayoutId id="2147484740" r:id="rId10"/>
    <p:sldLayoutId id="2147484741" r:id="rId11"/>
    <p:sldLayoutId id="2147484742" r:id="rId12"/>
    <p:sldLayoutId id="2147484743" r:id="rId13"/>
    <p:sldLayoutId id="2147484744" r:id="rId14"/>
  </p:sldLayoutIdLst>
  <p:hf sldNum="0" hd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ahoma" pitchFamily="34" charset="0"/>
          <a:ea typeface="宋体" pitchFamily="2" charset="-122"/>
        </a:defRPr>
      </a:lvl2pPr>
      <a:lvl3pPr algn="ctr" rtl="0" eaLnBrk="0" fontAlgn="base" hangingPunct="0">
        <a:spcBef>
          <a:spcPct val="0"/>
        </a:spcBef>
        <a:spcAft>
          <a:spcPct val="0"/>
        </a:spcAft>
        <a:defRPr sz="4400">
          <a:solidFill>
            <a:schemeClr val="tx2"/>
          </a:solidFill>
          <a:latin typeface="Tahoma" pitchFamily="34" charset="0"/>
          <a:ea typeface="宋体" pitchFamily="2" charset="-122"/>
        </a:defRPr>
      </a:lvl3pPr>
      <a:lvl4pPr algn="ctr" rtl="0" eaLnBrk="0" fontAlgn="base" hangingPunct="0">
        <a:spcBef>
          <a:spcPct val="0"/>
        </a:spcBef>
        <a:spcAft>
          <a:spcPct val="0"/>
        </a:spcAft>
        <a:defRPr sz="4400">
          <a:solidFill>
            <a:schemeClr val="tx2"/>
          </a:solidFill>
          <a:latin typeface="Tahoma" pitchFamily="34" charset="0"/>
          <a:ea typeface="宋体" pitchFamily="2" charset="-122"/>
        </a:defRPr>
      </a:lvl4pPr>
      <a:lvl5pPr algn="ctr" rtl="0" eaLnBrk="0" fontAlgn="base" hangingPunct="0">
        <a:spcBef>
          <a:spcPct val="0"/>
        </a:spcBef>
        <a:spcAft>
          <a:spcPct val="0"/>
        </a:spcAft>
        <a:defRPr sz="4400">
          <a:solidFill>
            <a:schemeClr val="tx2"/>
          </a:solidFill>
          <a:latin typeface="Tahoma" pitchFamily="34" charset="0"/>
          <a:ea typeface="宋体" pitchFamily="2" charset="-122"/>
        </a:defRPr>
      </a:lvl5pPr>
      <a:lvl6pPr marL="457200" algn="ctr" rtl="0" fontAlgn="base">
        <a:spcBef>
          <a:spcPct val="0"/>
        </a:spcBef>
        <a:spcAft>
          <a:spcPct val="0"/>
        </a:spcAft>
        <a:defRPr sz="4400">
          <a:solidFill>
            <a:schemeClr val="tx2"/>
          </a:solidFill>
          <a:latin typeface="Tahoma" pitchFamily="34" charset="0"/>
          <a:ea typeface="宋体" pitchFamily="2" charset="-122"/>
        </a:defRPr>
      </a:lvl6pPr>
      <a:lvl7pPr marL="914400" algn="ctr" rtl="0" fontAlgn="base">
        <a:spcBef>
          <a:spcPct val="0"/>
        </a:spcBef>
        <a:spcAft>
          <a:spcPct val="0"/>
        </a:spcAft>
        <a:defRPr sz="4400">
          <a:solidFill>
            <a:schemeClr val="tx2"/>
          </a:solidFill>
          <a:latin typeface="Tahoma" pitchFamily="34" charset="0"/>
          <a:ea typeface="宋体" pitchFamily="2" charset="-122"/>
        </a:defRPr>
      </a:lvl7pPr>
      <a:lvl8pPr marL="1371600" algn="ctr" rtl="0" fontAlgn="base">
        <a:spcBef>
          <a:spcPct val="0"/>
        </a:spcBef>
        <a:spcAft>
          <a:spcPct val="0"/>
        </a:spcAft>
        <a:defRPr sz="4400">
          <a:solidFill>
            <a:schemeClr val="tx2"/>
          </a:solidFill>
          <a:latin typeface="Tahoma" pitchFamily="34" charset="0"/>
          <a:ea typeface="宋体" pitchFamily="2" charset="-122"/>
        </a:defRPr>
      </a:lvl8pPr>
      <a:lvl9pPr marL="1828800" algn="ctr" rtl="0" fontAlgn="base">
        <a:spcBef>
          <a:spcPct val="0"/>
        </a:spcBef>
        <a:spcAft>
          <a:spcPct val="0"/>
        </a:spcAft>
        <a:defRPr sz="4400">
          <a:solidFill>
            <a:schemeClr val="tx2"/>
          </a:solidFill>
          <a:latin typeface="Tahoma" pitchFamily="34" charset="0"/>
          <a:ea typeface="宋体" pitchFamily="2" charset="-122"/>
        </a:defRPr>
      </a:lvl9pPr>
    </p:titleStyle>
    <p:bodyStyle>
      <a:lvl1pPr marL="342900" indent="-342900" algn="just"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folHlink"/>
          </a:solidFill>
          <a:latin typeface="+mn-lt"/>
          <a:ea typeface="+mn-ea"/>
          <a:cs typeface="+mn-cs"/>
        </a:defRPr>
      </a:lvl1pPr>
      <a:lvl2pPr marL="742950" indent="-285750" algn="just" rtl="0" eaLnBrk="0" fontAlgn="base" hangingPunct="0">
        <a:spcBef>
          <a:spcPct val="20000"/>
        </a:spcBef>
        <a:spcAft>
          <a:spcPct val="0"/>
        </a:spcAft>
        <a:buClr>
          <a:schemeClr val="hlink"/>
        </a:buClr>
        <a:buSzPct val="55000"/>
        <a:buFont typeface="Wingdings" panose="05000000000000000000" pitchFamily="2" charset="2"/>
        <a:buChar char="n"/>
        <a:defRPr sz="2800">
          <a:solidFill>
            <a:srgbClr val="660066"/>
          </a:solidFill>
          <a:latin typeface="+mn-lt"/>
          <a:ea typeface="+mn-ea"/>
        </a:defRPr>
      </a:lvl2pPr>
      <a:lvl3pPr marL="1143000" indent="-228600" algn="just" rtl="0" eaLnBrk="0" fontAlgn="base" hangingPunct="0">
        <a:spcBef>
          <a:spcPct val="20000"/>
        </a:spcBef>
        <a:spcAft>
          <a:spcPct val="0"/>
        </a:spcAft>
        <a:buClr>
          <a:schemeClr val="folHlink"/>
        </a:buClr>
        <a:buSzPct val="50000"/>
        <a:buFont typeface="Wingdings" panose="05000000000000000000" pitchFamily="2" charset="2"/>
        <a:buChar char="n"/>
        <a:defRPr sz="2400">
          <a:solidFill>
            <a:srgbClr val="6600CC"/>
          </a:solidFill>
          <a:latin typeface="+mn-lt"/>
          <a:ea typeface="+mn-ea"/>
        </a:defRPr>
      </a:lvl3pPr>
      <a:lvl4pPr marL="1600200" indent="-228600" algn="just"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just"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just"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just"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just"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just"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02060">
            <a:alpha val="0"/>
          </a:srgbClr>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ED8D8F97-7FB0-483B-BFDE-768CD69A272A}"/>
              </a:ext>
            </a:extLst>
          </p:cNvPr>
          <p:cNvSpPr>
            <a:spLocks noGrp="1" noChangeArrowheads="1"/>
          </p:cNvSpPr>
          <p:nvPr>
            <p:ph type="body" idx="1"/>
          </p:nvPr>
        </p:nvSpPr>
        <p:spPr bwMode="auto">
          <a:xfrm>
            <a:off x="228600" y="1066800"/>
            <a:ext cx="86106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4099" name="Text Box 5">
            <a:extLst>
              <a:ext uri="{FF2B5EF4-FFF2-40B4-BE49-F238E27FC236}">
                <a16:creationId xmlns:a16="http://schemas.microsoft.com/office/drawing/2014/main" id="{8B24D57B-3CDB-4470-BE63-F7E15D3F3EB1}"/>
              </a:ext>
            </a:extLst>
          </p:cNvPr>
          <p:cNvSpPr txBox="1">
            <a:spLocks noChangeArrowheads="1"/>
          </p:cNvSpPr>
          <p:nvPr/>
        </p:nvSpPr>
        <p:spPr bwMode="auto">
          <a:xfrm>
            <a:off x="0" y="6613525"/>
            <a:ext cx="446088" cy="244475"/>
          </a:xfrm>
          <a:prstGeom prst="rect">
            <a:avLst/>
          </a:prstGeom>
          <a:noFill/>
          <a:ln>
            <a:noFill/>
          </a:ln>
        </p:spPr>
        <p:txBody>
          <a:bodyPr wrap="none">
            <a:spAutoFit/>
          </a:bodyPr>
          <a:lstStyle>
            <a:lvl1pPr>
              <a:defRPr sz="1600">
                <a:solidFill>
                  <a:schemeClr val="tx1"/>
                </a:solidFill>
                <a:latin typeface="Helvetica" panose="020B0604020202020204" pitchFamily="34" charset="0"/>
                <a:ea typeface="ＭＳ Ｐゴシック" panose="020B0600070205080204" pitchFamily="34" charset="-128"/>
              </a:defRPr>
            </a:lvl1pPr>
            <a:lvl2pPr marL="742950" indent="-285750">
              <a:defRPr sz="1600">
                <a:solidFill>
                  <a:schemeClr val="tx1"/>
                </a:solidFill>
                <a:latin typeface="Helvetica" panose="020B0604020202020204" pitchFamily="34" charset="0"/>
                <a:ea typeface="ＭＳ Ｐゴシック" panose="020B0600070205080204" pitchFamily="34" charset="-128"/>
              </a:defRPr>
            </a:lvl2pPr>
            <a:lvl3pPr marL="1143000" indent="-228600">
              <a:defRPr sz="1600">
                <a:solidFill>
                  <a:schemeClr val="tx1"/>
                </a:solidFill>
                <a:latin typeface="Helvetica" panose="020B0604020202020204" pitchFamily="34" charset="0"/>
                <a:ea typeface="ＭＳ Ｐゴシック" panose="020B0600070205080204" pitchFamily="34" charset="-128"/>
              </a:defRPr>
            </a:lvl3pPr>
            <a:lvl4pPr marL="1600200" indent="-228600">
              <a:defRPr sz="1600">
                <a:solidFill>
                  <a:schemeClr val="tx1"/>
                </a:solidFill>
                <a:latin typeface="Helvetica" panose="020B0604020202020204" pitchFamily="34" charset="0"/>
                <a:ea typeface="ＭＳ Ｐゴシック" panose="020B0600070205080204" pitchFamily="34" charset="-128"/>
              </a:defRPr>
            </a:lvl4pPr>
            <a:lvl5pPr marL="2057400" indent="-228600">
              <a:defRPr sz="16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pPr algn="ctr">
              <a:spcBef>
                <a:spcPct val="50000"/>
              </a:spcBef>
              <a:defRPr/>
            </a:pPr>
            <a:r>
              <a:rPr lang="en-US" altLang="zh-CN" sz="1000" b="1" dirty="0">
                <a:solidFill>
                  <a:srgbClr val="CC3300"/>
                </a:solidFill>
                <a:ea typeface="宋体" panose="02010600030101010101" pitchFamily="2" charset="-122"/>
              </a:rPr>
              <a:t>7.</a:t>
            </a:r>
            <a:fld id="{37F81FFC-FD15-46AB-8099-2580B73B26E1}" type="slidenum">
              <a:rPr lang="en-US" altLang="zh-CN" sz="1000" b="1" smtClean="0">
                <a:solidFill>
                  <a:srgbClr val="CC3300"/>
                </a:solidFill>
                <a:ea typeface="宋体" panose="02010600030101010101" pitchFamily="2" charset="-122"/>
              </a:rPr>
              <a:pPr algn="ctr">
                <a:spcBef>
                  <a:spcPct val="50000"/>
                </a:spcBef>
                <a:defRPr/>
              </a:pPr>
              <a:t>‹#›</a:t>
            </a:fld>
            <a:endParaRPr lang="en-US" altLang="zh-CN" sz="1000" b="1" dirty="0">
              <a:solidFill>
                <a:srgbClr val="CC3300"/>
              </a:solidFill>
              <a:ea typeface="宋体" panose="02010600030101010101" pitchFamily="2" charset="-122"/>
            </a:endParaRPr>
          </a:p>
        </p:txBody>
      </p:sp>
      <p:sp>
        <p:nvSpPr>
          <p:cNvPr id="235526" name="Rectangle 6">
            <a:extLst>
              <a:ext uri="{FF2B5EF4-FFF2-40B4-BE49-F238E27FC236}">
                <a16:creationId xmlns:a16="http://schemas.microsoft.com/office/drawing/2014/main" id="{676984FB-3CBE-4C66-9623-F5743C3A434D}"/>
              </a:ext>
            </a:extLst>
          </p:cNvPr>
          <p:cNvSpPr>
            <a:spLocks noGrp="1" noChangeArrowheads="1"/>
          </p:cNvSpPr>
          <p:nvPr>
            <p:ph type="title"/>
          </p:nvPr>
        </p:nvSpPr>
        <p:spPr bwMode="auto">
          <a:xfrm>
            <a:off x="228600" y="117475"/>
            <a:ext cx="861695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ltLang="zh-CN" dirty="0"/>
              <a:t>Click to edit Master title style</a:t>
            </a:r>
          </a:p>
        </p:txBody>
      </p:sp>
      <p:sp>
        <p:nvSpPr>
          <p:cNvPr id="4101" name="Slide_Page_Number">
            <a:extLst>
              <a:ext uri="{FF2B5EF4-FFF2-40B4-BE49-F238E27FC236}">
                <a16:creationId xmlns:a16="http://schemas.microsoft.com/office/drawing/2014/main" id="{0B8E9DD1-B39F-4172-9798-626855DA27BB}"/>
              </a:ext>
            </a:extLst>
          </p:cNvPr>
          <p:cNvSpPr>
            <a:spLocks noChangeArrowheads="1"/>
          </p:cNvSpPr>
          <p:nvPr userDrawn="1"/>
        </p:nvSpPr>
        <p:spPr bwMode="auto">
          <a:xfrm>
            <a:off x="457200" y="6654800"/>
            <a:ext cx="965200" cy="182563"/>
          </a:xfrm>
          <a:prstGeom prst="rect">
            <a:avLst/>
          </a:prstGeom>
          <a:noFill/>
          <a:ln>
            <a:noFill/>
          </a:ln>
        </p:spPr>
        <p:txBody>
          <a:bodyPr wrap="none" anchor="ctr"/>
          <a:lstStyle>
            <a:lvl1pPr>
              <a:defRPr sz="1600">
                <a:solidFill>
                  <a:schemeClr val="tx1"/>
                </a:solidFill>
                <a:latin typeface="Helvetica" pitchFamily="34" charset="0"/>
              </a:defRPr>
            </a:lvl1pPr>
            <a:lvl2pPr marL="742950" indent="-285750">
              <a:defRPr sz="1600">
                <a:solidFill>
                  <a:schemeClr val="tx1"/>
                </a:solidFill>
                <a:latin typeface="Helvetica" pitchFamily="34" charset="0"/>
              </a:defRPr>
            </a:lvl2pPr>
            <a:lvl3pPr marL="1143000" indent="-228600">
              <a:defRPr sz="1600">
                <a:solidFill>
                  <a:schemeClr val="tx1"/>
                </a:solidFill>
                <a:latin typeface="Helvetica" pitchFamily="34" charset="0"/>
              </a:defRPr>
            </a:lvl3pPr>
            <a:lvl4pPr marL="1600200" indent="-228600">
              <a:defRPr sz="1600">
                <a:solidFill>
                  <a:schemeClr val="tx1"/>
                </a:solidFill>
                <a:latin typeface="Helvetica" pitchFamily="34" charset="0"/>
              </a:defRPr>
            </a:lvl4pPr>
            <a:lvl5pPr marL="2057400" indent="-228600">
              <a:defRPr sz="1600">
                <a:solidFill>
                  <a:schemeClr val="tx1"/>
                </a:solidFill>
                <a:latin typeface="Helvetica" pitchFamily="34" charset="0"/>
              </a:defRPr>
            </a:lvl5pPr>
            <a:lvl6pPr marL="2514600" indent="-228600" eaLnBrk="0" fontAlgn="base" hangingPunct="0">
              <a:spcBef>
                <a:spcPct val="0"/>
              </a:spcBef>
              <a:spcAft>
                <a:spcPct val="0"/>
              </a:spcAft>
              <a:defRPr sz="1600">
                <a:solidFill>
                  <a:schemeClr val="tx1"/>
                </a:solidFill>
                <a:latin typeface="Helvetica" pitchFamily="34" charset="0"/>
              </a:defRPr>
            </a:lvl6pPr>
            <a:lvl7pPr marL="2971800" indent="-228600" eaLnBrk="0" fontAlgn="base" hangingPunct="0">
              <a:spcBef>
                <a:spcPct val="0"/>
              </a:spcBef>
              <a:spcAft>
                <a:spcPct val="0"/>
              </a:spcAft>
              <a:defRPr sz="1600">
                <a:solidFill>
                  <a:schemeClr val="tx1"/>
                </a:solidFill>
                <a:latin typeface="Helvetica" pitchFamily="34" charset="0"/>
              </a:defRPr>
            </a:lvl7pPr>
            <a:lvl8pPr marL="3429000" indent="-228600" eaLnBrk="0" fontAlgn="base" hangingPunct="0">
              <a:spcBef>
                <a:spcPct val="0"/>
              </a:spcBef>
              <a:spcAft>
                <a:spcPct val="0"/>
              </a:spcAft>
              <a:defRPr sz="1600">
                <a:solidFill>
                  <a:schemeClr val="tx1"/>
                </a:solidFill>
                <a:latin typeface="Helvetica" pitchFamily="34" charset="0"/>
              </a:defRPr>
            </a:lvl8pPr>
            <a:lvl9pPr marL="3886200" indent="-228600" eaLnBrk="0" fontAlgn="base" hangingPunct="0">
              <a:spcBef>
                <a:spcPct val="0"/>
              </a:spcBef>
              <a:spcAft>
                <a:spcPct val="0"/>
              </a:spcAft>
              <a:defRPr sz="1600">
                <a:solidFill>
                  <a:schemeClr val="tx1"/>
                </a:solidFill>
                <a:latin typeface="Helvetica" pitchFamily="34" charset="0"/>
              </a:defRPr>
            </a:lvl9pPr>
          </a:lstStyle>
          <a:p>
            <a:pPr algn="just" fontAlgn="b">
              <a:defRPr/>
            </a:pPr>
            <a:endParaRPr lang="zh-CN" altLang="en-US" sz="1200">
              <a:solidFill>
                <a:srgbClr val="000000"/>
              </a:solidFill>
              <a:latin typeface="Arial" charset="0"/>
              <a:ea typeface="宋体" pitchFamily="2" charset="-122"/>
            </a:endParaRPr>
          </a:p>
        </p:txBody>
      </p:sp>
      <p:sp>
        <p:nvSpPr>
          <p:cNvPr id="4102" name="Slide_Copyright">
            <a:extLst>
              <a:ext uri="{FF2B5EF4-FFF2-40B4-BE49-F238E27FC236}">
                <a16:creationId xmlns:a16="http://schemas.microsoft.com/office/drawing/2014/main" id="{B376A9BD-C022-41F2-8DBB-D5485D81797C}"/>
              </a:ext>
            </a:extLst>
          </p:cNvPr>
          <p:cNvSpPr>
            <a:spLocks noChangeArrowheads="1"/>
          </p:cNvSpPr>
          <p:nvPr userDrawn="1"/>
        </p:nvSpPr>
        <p:spPr bwMode="auto">
          <a:xfrm>
            <a:off x="3663950" y="6629400"/>
            <a:ext cx="2051050" cy="228600"/>
          </a:xfrm>
          <a:prstGeom prst="rect">
            <a:avLst/>
          </a:prstGeom>
          <a:noFill/>
          <a:ln>
            <a:noFill/>
          </a:ln>
        </p:spPr>
        <p:txBody>
          <a:bodyPr wrap="none" anchor="ctr"/>
          <a:lstStyle>
            <a:lvl1pPr>
              <a:defRPr sz="1600">
                <a:solidFill>
                  <a:schemeClr val="tx1"/>
                </a:solidFill>
                <a:latin typeface="Helvetica" pitchFamily="34" charset="0"/>
              </a:defRPr>
            </a:lvl1pPr>
            <a:lvl2pPr marL="742950" indent="-285750">
              <a:defRPr sz="1600">
                <a:solidFill>
                  <a:schemeClr val="tx1"/>
                </a:solidFill>
                <a:latin typeface="Helvetica" pitchFamily="34" charset="0"/>
              </a:defRPr>
            </a:lvl2pPr>
            <a:lvl3pPr marL="1143000" indent="-228600">
              <a:defRPr sz="1600">
                <a:solidFill>
                  <a:schemeClr val="tx1"/>
                </a:solidFill>
                <a:latin typeface="Helvetica" pitchFamily="34" charset="0"/>
              </a:defRPr>
            </a:lvl3pPr>
            <a:lvl4pPr marL="1600200" indent="-228600">
              <a:defRPr sz="1600">
                <a:solidFill>
                  <a:schemeClr val="tx1"/>
                </a:solidFill>
                <a:latin typeface="Helvetica" pitchFamily="34" charset="0"/>
              </a:defRPr>
            </a:lvl4pPr>
            <a:lvl5pPr marL="2057400" indent="-228600">
              <a:defRPr sz="1600">
                <a:solidFill>
                  <a:schemeClr val="tx1"/>
                </a:solidFill>
                <a:latin typeface="Helvetica" pitchFamily="34" charset="0"/>
              </a:defRPr>
            </a:lvl5pPr>
            <a:lvl6pPr marL="2514600" indent="-228600" eaLnBrk="0" fontAlgn="base" hangingPunct="0">
              <a:spcBef>
                <a:spcPct val="0"/>
              </a:spcBef>
              <a:spcAft>
                <a:spcPct val="0"/>
              </a:spcAft>
              <a:defRPr sz="1600">
                <a:solidFill>
                  <a:schemeClr val="tx1"/>
                </a:solidFill>
                <a:latin typeface="Helvetica" pitchFamily="34" charset="0"/>
              </a:defRPr>
            </a:lvl6pPr>
            <a:lvl7pPr marL="2971800" indent="-228600" eaLnBrk="0" fontAlgn="base" hangingPunct="0">
              <a:spcBef>
                <a:spcPct val="0"/>
              </a:spcBef>
              <a:spcAft>
                <a:spcPct val="0"/>
              </a:spcAft>
              <a:defRPr sz="1600">
                <a:solidFill>
                  <a:schemeClr val="tx1"/>
                </a:solidFill>
                <a:latin typeface="Helvetica" pitchFamily="34" charset="0"/>
              </a:defRPr>
            </a:lvl7pPr>
            <a:lvl8pPr marL="3429000" indent="-228600" eaLnBrk="0" fontAlgn="base" hangingPunct="0">
              <a:spcBef>
                <a:spcPct val="0"/>
              </a:spcBef>
              <a:spcAft>
                <a:spcPct val="0"/>
              </a:spcAft>
              <a:defRPr sz="1600">
                <a:solidFill>
                  <a:schemeClr val="tx1"/>
                </a:solidFill>
                <a:latin typeface="Helvetica" pitchFamily="34" charset="0"/>
              </a:defRPr>
            </a:lvl8pPr>
            <a:lvl9pPr marL="3886200" indent="-228600" eaLnBrk="0" fontAlgn="base" hangingPunct="0">
              <a:spcBef>
                <a:spcPct val="0"/>
              </a:spcBef>
              <a:spcAft>
                <a:spcPct val="0"/>
              </a:spcAft>
              <a:defRPr sz="1600">
                <a:solidFill>
                  <a:schemeClr val="tx1"/>
                </a:solidFill>
                <a:latin typeface="Helvetica" pitchFamily="34" charset="0"/>
              </a:defRPr>
            </a:lvl9pPr>
          </a:lstStyle>
          <a:p>
            <a:pPr fontAlgn="b">
              <a:lnSpc>
                <a:spcPct val="110000"/>
              </a:lnSpc>
              <a:defRPr/>
            </a:pPr>
            <a:r>
              <a:rPr lang="zh-CN" altLang="en-US" sz="1200">
                <a:solidFill>
                  <a:srgbClr val="000000"/>
                </a:solidFill>
                <a:latin typeface="Arial" charset="0"/>
                <a:ea typeface="宋体" pitchFamily="2" charset="-122"/>
              </a:rPr>
              <a:t>华南理工大学 软件学院</a:t>
            </a:r>
          </a:p>
        </p:txBody>
      </p:sp>
      <p:sp>
        <p:nvSpPr>
          <p:cNvPr id="4103" name="Slide_Page_Number">
            <a:extLst>
              <a:ext uri="{FF2B5EF4-FFF2-40B4-BE49-F238E27FC236}">
                <a16:creationId xmlns:a16="http://schemas.microsoft.com/office/drawing/2014/main" id="{7DC3182D-D80B-4246-A16E-3C97C784E33E}"/>
              </a:ext>
            </a:extLst>
          </p:cNvPr>
          <p:cNvSpPr>
            <a:spLocks noChangeArrowheads="1"/>
          </p:cNvSpPr>
          <p:nvPr userDrawn="1"/>
        </p:nvSpPr>
        <p:spPr bwMode="auto">
          <a:xfrm>
            <a:off x="457200" y="6654800"/>
            <a:ext cx="965200" cy="182563"/>
          </a:xfrm>
          <a:prstGeom prst="rect">
            <a:avLst/>
          </a:prstGeom>
          <a:noFill/>
          <a:ln>
            <a:noFill/>
          </a:ln>
        </p:spPr>
        <p:txBody>
          <a:bodyPr wrap="none" anchor="ctr"/>
          <a:lstStyle>
            <a:lvl1pPr>
              <a:defRPr sz="1600">
                <a:solidFill>
                  <a:schemeClr val="tx1"/>
                </a:solidFill>
                <a:latin typeface="Helvetica" pitchFamily="34" charset="0"/>
              </a:defRPr>
            </a:lvl1pPr>
            <a:lvl2pPr marL="742950" indent="-285750">
              <a:defRPr sz="1600">
                <a:solidFill>
                  <a:schemeClr val="tx1"/>
                </a:solidFill>
                <a:latin typeface="Helvetica" pitchFamily="34" charset="0"/>
              </a:defRPr>
            </a:lvl2pPr>
            <a:lvl3pPr marL="1143000" indent="-228600">
              <a:defRPr sz="1600">
                <a:solidFill>
                  <a:schemeClr val="tx1"/>
                </a:solidFill>
                <a:latin typeface="Helvetica" pitchFamily="34" charset="0"/>
              </a:defRPr>
            </a:lvl3pPr>
            <a:lvl4pPr marL="1600200" indent="-228600">
              <a:defRPr sz="1600">
                <a:solidFill>
                  <a:schemeClr val="tx1"/>
                </a:solidFill>
                <a:latin typeface="Helvetica" pitchFamily="34" charset="0"/>
              </a:defRPr>
            </a:lvl4pPr>
            <a:lvl5pPr marL="2057400" indent="-228600">
              <a:defRPr sz="1600">
                <a:solidFill>
                  <a:schemeClr val="tx1"/>
                </a:solidFill>
                <a:latin typeface="Helvetica" pitchFamily="34" charset="0"/>
              </a:defRPr>
            </a:lvl5pPr>
            <a:lvl6pPr marL="2514600" indent="-228600" eaLnBrk="0" fontAlgn="base" hangingPunct="0">
              <a:spcBef>
                <a:spcPct val="0"/>
              </a:spcBef>
              <a:spcAft>
                <a:spcPct val="0"/>
              </a:spcAft>
              <a:defRPr sz="1600">
                <a:solidFill>
                  <a:schemeClr val="tx1"/>
                </a:solidFill>
                <a:latin typeface="Helvetica" pitchFamily="34" charset="0"/>
              </a:defRPr>
            </a:lvl6pPr>
            <a:lvl7pPr marL="2971800" indent="-228600" eaLnBrk="0" fontAlgn="base" hangingPunct="0">
              <a:spcBef>
                <a:spcPct val="0"/>
              </a:spcBef>
              <a:spcAft>
                <a:spcPct val="0"/>
              </a:spcAft>
              <a:defRPr sz="1600">
                <a:solidFill>
                  <a:schemeClr val="tx1"/>
                </a:solidFill>
                <a:latin typeface="Helvetica" pitchFamily="34" charset="0"/>
              </a:defRPr>
            </a:lvl7pPr>
            <a:lvl8pPr marL="3429000" indent="-228600" eaLnBrk="0" fontAlgn="base" hangingPunct="0">
              <a:spcBef>
                <a:spcPct val="0"/>
              </a:spcBef>
              <a:spcAft>
                <a:spcPct val="0"/>
              </a:spcAft>
              <a:defRPr sz="1600">
                <a:solidFill>
                  <a:schemeClr val="tx1"/>
                </a:solidFill>
                <a:latin typeface="Helvetica" pitchFamily="34" charset="0"/>
              </a:defRPr>
            </a:lvl8pPr>
            <a:lvl9pPr marL="3886200" indent="-228600" eaLnBrk="0" fontAlgn="base" hangingPunct="0">
              <a:spcBef>
                <a:spcPct val="0"/>
              </a:spcBef>
              <a:spcAft>
                <a:spcPct val="0"/>
              </a:spcAft>
              <a:defRPr sz="1600">
                <a:solidFill>
                  <a:schemeClr val="tx1"/>
                </a:solidFill>
                <a:latin typeface="Helvetica" pitchFamily="34" charset="0"/>
              </a:defRPr>
            </a:lvl9pPr>
          </a:lstStyle>
          <a:p>
            <a:pPr algn="just" fontAlgn="b">
              <a:defRPr/>
            </a:pPr>
            <a:endParaRPr lang="zh-CN" altLang="en-US" sz="1200">
              <a:solidFill>
                <a:srgbClr val="000000"/>
              </a:solidFill>
              <a:latin typeface="Arial" charset="0"/>
              <a:ea typeface="宋体" pitchFamily="2" charset="-122"/>
            </a:endParaRPr>
          </a:p>
        </p:txBody>
      </p:sp>
      <p:pic>
        <p:nvPicPr>
          <p:cNvPr id="2056" name="Picture 12">
            <a:extLst>
              <a:ext uri="{FF2B5EF4-FFF2-40B4-BE49-F238E27FC236}">
                <a16:creationId xmlns:a16="http://schemas.microsoft.com/office/drawing/2014/main" id="{BC8A8731-00C8-43B4-8457-DE138295EB45}"/>
              </a:ext>
            </a:extLst>
          </p:cNvPr>
          <p:cNvPicPr>
            <a:picLocks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6330950"/>
            <a:ext cx="9144000" cy="27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pic>
    </p:spTree>
  </p:cSld>
  <p:clrMap bg1="lt1" tx1="dk1" bg2="lt2" tx2="dk2" accent1="accent1" accent2="accent2" accent3="accent3" accent4="accent4" accent5="accent5" accent6="accent6" hlink="hlink" folHlink="folHlink"/>
  <p:sldLayoutIdLst>
    <p:sldLayoutId id="2147484776" r:id="rId1"/>
    <p:sldLayoutId id="2147484745" r:id="rId2"/>
    <p:sldLayoutId id="2147484746" r:id="rId3"/>
    <p:sldLayoutId id="2147484747" r:id="rId4"/>
    <p:sldLayoutId id="2147484748" r:id="rId5"/>
    <p:sldLayoutId id="2147484749" r:id="rId6"/>
    <p:sldLayoutId id="2147484750" r:id="rId7"/>
    <p:sldLayoutId id="2147484751" r:id="rId8"/>
    <p:sldLayoutId id="2147484752" r:id="rId9"/>
    <p:sldLayoutId id="2147484753" r:id="rId10"/>
    <p:sldLayoutId id="2147484754" r:id="rId11"/>
    <p:sldLayoutId id="2147484777" r:id="rId12"/>
  </p:sldLayoutIdLst>
  <p:txStyles>
    <p:titleStyle>
      <a:lvl1pPr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9pPr>
    </p:titleStyle>
    <p:bodyStyle>
      <a:lvl1pPr marL="342900" indent="-342900" algn="l" rtl="0" eaLnBrk="0" fontAlgn="base" hangingPunct="0">
        <a:spcBef>
          <a:spcPct val="35000"/>
        </a:spcBef>
        <a:spcAft>
          <a:spcPct val="0"/>
        </a:spcAft>
        <a:buClr>
          <a:schemeClr val="tx2"/>
        </a:buClr>
        <a:buSzPct val="90000"/>
        <a:buFont typeface="Monotype Sorts" pitchFamily="2" charset="2"/>
        <a:buChar char="n"/>
        <a:defRPr kumimoji="1" sz="2800">
          <a:solidFill>
            <a:schemeClr val="tx1"/>
          </a:solidFill>
          <a:latin typeface="+mn-lt"/>
          <a:ea typeface="+mn-ea"/>
          <a:cs typeface="+mn-cs"/>
        </a:defRPr>
      </a:lvl1pPr>
      <a:lvl2pPr marL="742950" indent="-285750" algn="l" rtl="0" eaLnBrk="0" fontAlgn="base" hangingPunct="0">
        <a:spcBef>
          <a:spcPct val="35000"/>
        </a:spcBef>
        <a:spcAft>
          <a:spcPct val="0"/>
        </a:spcAft>
        <a:buClr>
          <a:schemeClr val="hlink"/>
        </a:buClr>
        <a:buSzPct val="80000"/>
        <a:buFont typeface="Monotype Sorts" pitchFamily="2" charset="2"/>
        <a:buChar char="l"/>
        <a:defRPr kumimoji="1" sz="2400">
          <a:solidFill>
            <a:schemeClr val="tx1"/>
          </a:solidFill>
          <a:latin typeface="+mn-lt"/>
        </a:defRPr>
      </a:lvl2pPr>
      <a:lvl3pPr marL="1085850" indent="-228600" algn="l" rtl="0" eaLnBrk="0" fontAlgn="base" hangingPunct="0">
        <a:spcBef>
          <a:spcPct val="35000"/>
        </a:spcBef>
        <a:spcAft>
          <a:spcPct val="0"/>
        </a:spcAft>
        <a:buClr>
          <a:srgbClr val="33CC33"/>
        </a:buClr>
        <a:buSzPct val="75000"/>
        <a:buFont typeface="Webdings" panose="05030102010509060703" pitchFamily="18" charset="2"/>
        <a:buChar char="4"/>
        <a:defRPr kumimoji="1" sz="2000">
          <a:solidFill>
            <a:schemeClr val="tx1"/>
          </a:solidFill>
          <a:latin typeface="+mn-lt"/>
        </a:defRPr>
      </a:lvl3pPr>
      <a:lvl4pPr marL="1428750" indent="-228600" algn="l" rtl="0" eaLnBrk="0" fontAlgn="base" hangingPunct="0">
        <a:spcBef>
          <a:spcPct val="35000"/>
        </a:spcBef>
        <a:spcAft>
          <a:spcPct val="0"/>
        </a:spcAft>
        <a:buClr>
          <a:schemeClr val="hlink"/>
        </a:buClr>
        <a:buChar char="–"/>
        <a:defRPr kumimoji="1">
          <a:solidFill>
            <a:schemeClr val="tx1"/>
          </a:solidFill>
          <a:latin typeface="+mn-lt"/>
        </a:defRPr>
      </a:lvl4pPr>
      <a:lvl5pPr marL="1771650" indent="-228600" algn="l" rtl="0" eaLnBrk="0" fontAlgn="base" hangingPunct="0">
        <a:spcBef>
          <a:spcPct val="35000"/>
        </a:spcBef>
        <a:spcAft>
          <a:spcPct val="0"/>
        </a:spcAft>
        <a:buClr>
          <a:schemeClr val="tx2"/>
        </a:buClr>
        <a:buSzPct val="75000"/>
        <a:buChar char="»"/>
        <a:defRPr kumimoji="1" sz="1600">
          <a:solidFill>
            <a:schemeClr val="tx1"/>
          </a:solidFill>
          <a:latin typeface="+mn-lt"/>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002060">
            <a:alpha val="0"/>
          </a:srgbClr>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3A2FB11A-16D5-44FC-9E38-A8C4ADEBCCA5}"/>
              </a:ext>
            </a:extLst>
          </p:cNvPr>
          <p:cNvSpPr>
            <a:spLocks noGrp="1" noChangeArrowheads="1"/>
          </p:cNvSpPr>
          <p:nvPr>
            <p:ph type="body" idx="1"/>
          </p:nvPr>
        </p:nvSpPr>
        <p:spPr bwMode="auto">
          <a:xfrm>
            <a:off x="228600" y="1066800"/>
            <a:ext cx="86106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7" name="Text Box 5">
            <a:extLst>
              <a:ext uri="{FF2B5EF4-FFF2-40B4-BE49-F238E27FC236}">
                <a16:creationId xmlns:a16="http://schemas.microsoft.com/office/drawing/2014/main" id="{167F08AB-A90C-43F0-B655-643D5E56BE63}"/>
              </a:ext>
            </a:extLst>
          </p:cNvPr>
          <p:cNvSpPr txBox="1">
            <a:spLocks noChangeArrowheads="1"/>
          </p:cNvSpPr>
          <p:nvPr/>
        </p:nvSpPr>
        <p:spPr bwMode="auto">
          <a:xfrm>
            <a:off x="0" y="6613525"/>
            <a:ext cx="446088" cy="244475"/>
          </a:xfrm>
          <a:prstGeom prst="rect">
            <a:avLst/>
          </a:prstGeom>
          <a:noFill/>
          <a:ln>
            <a:noFill/>
          </a:ln>
        </p:spPr>
        <p:txBody>
          <a:bodyPr wrap="none">
            <a:spAutoFit/>
          </a:bodyPr>
          <a:lstStyle>
            <a:lvl1pPr>
              <a:defRPr sz="1600">
                <a:solidFill>
                  <a:schemeClr val="tx1"/>
                </a:solidFill>
                <a:latin typeface="Helvetica" panose="020B0604020202020204" pitchFamily="34" charset="0"/>
                <a:ea typeface="ＭＳ Ｐゴシック" panose="020B0600070205080204" pitchFamily="34" charset="-128"/>
              </a:defRPr>
            </a:lvl1pPr>
            <a:lvl2pPr marL="742950" indent="-285750">
              <a:defRPr sz="1600">
                <a:solidFill>
                  <a:schemeClr val="tx1"/>
                </a:solidFill>
                <a:latin typeface="Helvetica" panose="020B0604020202020204" pitchFamily="34" charset="0"/>
                <a:ea typeface="ＭＳ Ｐゴシック" panose="020B0600070205080204" pitchFamily="34" charset="-128"/>
              </a:defRPr>
            </a:lvl2pPr>
            <a:lvl3pPr marL="1143000" indent="-228600">
              <a:defRPr sz="1600">
                <a:solidFill>
                  <a:schemeClr val="tx1"/>
                </a:solidFill>
                <a:latin typeface="Helvetica" panose="020B0604020202020204" pitchFamily="34" charset="0"/>
                <a:ea typeface="ＭＳ Ｐゴシック" panose="020B0600070205080204" pitchFamily="34" charset="-128"/>
              </a:defRPr>
            </a:lvl3pPr>
            <a:lvl4pPr marL="1600200" indent="-228600">
              <a:defRPr sz="1600">
                <a:solidFill>
                  <a:schemeClr val="tx1"/>
                </a:solidFill>
                <a:latin typeface="Helvetica" panose="020B0604020202020204" pitchFamily="34" charset="0"/>
                <a:ea typeface="ＭＳ Ｐゴシック" panose="020B0600070205080204" pitchFamily="34" charset="-128"/>
              </a:defRPr>
            </a:lvl4pPr>
            <a:lvl5pPr marL="2057400" indent="-228600">
              <a:defRPr sz="16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pPr algn="ctr">
              <a:spcBef>
                <a:spcPct val="50000"/>
              </a:spcBef>
              <a:defRPr/>
            </a:pPr>
            <a:r>
              <a:rPr lang="en-US" altLang="zh-CN" sz="1000" b="1" dirty="0">
                <a:solidFill>
                  <a:srgbClr val="CC3300"/>
                </a:solidFill>
                <a:ea typeface="宋体" panose="02010600030101010101" pitchFamily="2" charset="-122"/>
              </a:rPr>
              <a:t>7.</a:t>
            </a:r>
            <a:fld id="{27E022C9-CF25-46D2-9764-82DC21BBA29E}" type="slidenum">
              <a:rPr lang="en-US" altLang="zh-CN" sz="1000" b="1" smtClean="0">
                <a:solidFill>
                  <a:srgbClr val="CC3300"/>
                </a:solidFill>
                <a:ea typeface="宋体" panose="02010600030101010101" pitchFamily="2" charset="-122"/>
              </a:rPr>
              <a:pPr algn="ctr">
                <a:spcBef>
                  <a:spcPct val="50000"/>
                </a:spcBef>
                <a:defRPr/>
              </a:pPr>
              <a:t>‹#›</a:t>
            </a:fld>
            <a:endParaRPr lang="en-US" altLang="zh-CN" sz="1000" b="1" dirty="0">
              <a:solidFill>
                <a:srgbClr val="CC3300"/>
              </a:solidFill>
              <a:ea typeface="宋体" panose="02010600030101010101" pitchFamily="2" charset="-122"/>
            </a:endParaRPr>
          </a:p>
        </p:txBody>
      </p:sp>
      <p:sp>
        <p:nvSpPr>
          <p:cNvPr id="235526" name="Rectangle 6">
            <a:extLst>
              <a:ext uri="{FF2B5EF4-FFF2-40B4-BE49-F238E27FC236}">
                <a16:creationId xmlns:a16="http://schemas.microsoft.com/office/drawing/2014/main" id="{437B116A-07C5-4327-94B3-333A4BA2F20E}"/>
              </a:ext>
            </a:extLst>
          </p:cNvPr>
          <p:cNvSpPr>
            <a:spLocks noGrp="1" noChangeArrowheads="1"/>
          </p:cNvSpPr>
          <p:nvPr>
            <p:ph type="title"/>
          </p:nvPr>
        </p:nvSpPr>
        <p:spPr bwMode="auto">
          <a:xfrm>
            <a:off x="228600" y="117475"/>
            <a:ext cx="861695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ltLang="zh-CN" dirty="0"/>
              <a:t>Click to edit Master title style</a:t>
            </a:r>
          </a:p>
        </p:txBody>
      </p:sp>
      <p:sp>
        <p:nvSpPr>
          <p:cNvPr id="1029" name="Slide_Page_Number">
            <a:extLst>
              <a:ext uri="{FF2B5EF4-FFF2-40B4-BE49-F238E27FC236}">
                <a16:creationId xmlns:a16="http://schemas.microsoft.com/office/drawing/2014/main" id="{7834BAEC-7809-4356-94EB-9A679D528DEB}"/>
              </a:ext>
            </a:extLst>
          </p:cNvPr>
          <p:cNvSpPr>
            <a:spLocks noChangeArrowheads="1"/>
          </p:cNvSpPr>
          <p:nvPr userDrawn="1"/>
        </p:nvSpPr>
        <p:spPr bwMode="auto">
          <a:xfrm>
            <a:off x="457200" y="6654800"/>
            <a:ext cx="965200" cy="182563"/>
          </a:xfrm>
          <a:prstGeom prst="rect">
            <a:avLst/>
          </a:prstGeom>
          <a:noFill/>
          <a:ln>
            <a:noFill/>
          </a:ln>
        </p:spPr>
        <p:txBody>
          <a:bodyPr wrap="none" anchor="ctr"/>
          <a:lstStyle>
            <a:lvl1pPr>
              <a:defRPr sz="1600">
                <a:solidFill>
                  <a:schemeClr val="tx1"/>
                </a:solidFill>
                <a:latin typeface="Helvetica" pitchFamily="34" charset="0"/>
              </a:defRPr>
            </a:lvl1pPr>
            <a:lvl2pPr marL="742950" indent="-285750">
              <a:defRPr sz="1600">
                <a:solidFill>
                  <a:schemeClr val="tx1"/>
                </a:solidFill>
                <a:latin typeface="Helvetica" pitchFamily="34" charset="0"/>
              </a:defRPr>
            </a:lvl2pPr>
            <a:lvl3pPr marL="1143000" indent="-228600">
              <a:defRPr sz="1600">
                <a:solidFill>
                  <a:schemeClr val="tx1"/>
                </a:solidFill>
                <a:latin typeface="Helvetica" pitchFamily="34" charset="0"/>
              </a:defRPr>
            </a:lvl3pPr>
            <a:lvl4pPr marL="1600200" indent="-228600">
              <a:defRPr sz="1600">
                <a:solidFill>
                  <a:schemeClr val="tx1"/>
                </a:solidFill>
                <a:latin typeface="Helvetica" pitchFamily="34" charset="0"/>
              </a:defRPr>
            </a:lvl4pPr>
            <a:lvl5pPr marL="2057400" indent="-228600">
              <a:defRPr sz="1600">
                <a:solidFill>
                  <a:schemeClr val="tx1"/>
                </a:solidFill>
                <a:latin typeface="Helvetica" pitchFamily="34" charset="0"/>
              </a:defRPr>
            </a:lvl5pPr>
            <a:lvl6pPr marL="2514600" indent="-228600" eaLnBrk="0" fontAlgn="base" hangingPunct="0">
              <a:spcBef>
                <a:spcPct val="0"/>
              </a:spcBef>
              <a:spcAft>
                <a:spcPct val="0"/>
              </a:spcAft>
              <a:defRPr sz="1600">
                <a:solidFill>
                  <a:schemeClr val="tx1"/>
                </a:solidFill>
                <a:latin typeface="Helvetica" pitchFamily="34" charset="0"/>
              </a:defRPr>
            </a:lvl6pPr>
            <a:lvl7pPr marL="2971800" indent="-228600" eaLnBrk="0" fontAlgn="base" hangingPunct="0">
              <a:spcBef>
                <a:spcPct val="0"/>
              </a:spcBef>
              <a:spcAft>
                <a:spcPct val="0"/>
              </a:spcAft>
              <a:defRPr sz="1600">
                <a:solidFill>
                  <a:schemeClr val="tx1"/>
                </a:solidFill>
                <a:latin typeface="Helvetica" pitchFamily="34" charset="0"/>
              </a:defRPr>
            </a:lvl7pPr>
            <a:lvl8pPr marL="3429000" indent="-228600" eaLnBrk="0" fontAlgn="base" hangingPunct="0">
              <a:spcBef>
                <a:spcPct val="0"/>
              </a:spcBef>
              <a:spcAft>
                <a:spcPct val="0"/>
              </a:spcAft>
              <a:defRPr sz="1600">
                <a:solidFill>
                  <a:schemeClr val="tx1"/>
                </a:solidFill>
                <a:latin typeface="Helvetica" pitchFamily="34" charset="0"/>
              </a:defRPr>
            </a:lvl8pPr>
            <a:lvl9pPr marL="3886200" indent="-228600" eaLnBrk="0" fontAlgn="base" hangingPunct="0">
              <a:spcBef>
                <a:spcPct val="0"/>
              </a:spcBef>
              <a:spcAft>
                <a:spcPct val="0"/>
              </a:spcAft>
              <a:defRPr sz="1600">
                <a:solidFill>
                  <a:schemeClr val="tx1"/>
                </a:solidFill>
                <a:latin typeface="Helvetica" pitchFamily="34" charset="0"/>
              </a:defRPr>
            </a:lvl9pPr>
          </a:lstStyle>
          <a:p>
            <a:pPr algn="just" fontAlgn="b">
              <a:defRPr/>
            </a:pPr>
            <a:endParaRPr lang="zh-CN" altLang="en-US" sz="1200">
              <a:solidFill>
                <a:srgbClr val="000000"/>
              </a:solidFill>
              <a:latin typeface="Arial" charset="0"/>
              <a:ea typeface="宋体" pitchFamily="2" charset="-122"/>
            </a:endParaRPr>
          </a:p>
        </p:txBody>
      </p:sp>
      <p:sp>
        <p:nvSpPr>
          <p:cNvPr id="1030" name="Slide_Copyright">
            <a:extLst>
              <a:ext uri="{FF2B5EF4-FFF2-40B4-BE49-F238E27FC236}">
                <a16:creationId xmlns:a16="http://schemas.microsoft.com/office/drawing/2014/main" id="{3CC48572-80B7-4B51-9E2F-D7566F01A9E4}"/>
              </a:ext>
            </a:extLst>
          </p:cNvPr>
          <p:cNvSpPr>
            <a:spLocks noChangeArrowheads="1"/>
          </p:cNvSpPr>
          <p:nvPr userDrawn="1"/>
        </p:nvSpPr>
        <p:spPr bwMode="auto">
          <a:xfrm>
            <a:off x="3663950" y="6629400"/>
            <a:ext cx="2051050" cy="228600"/>
          </a:xfrm>
          <a:prstGeom prst="rect">
            <a:avLst/>
          </a:prstGeom>
          <a:noFill/>
          <a:ln>
            <a:noFill/>
          </a:ln>
        </p:spPr>
        <p:txBody>
          <a:bodyPr wrap="none" anchor="ctr"/>
          <a:lstStyle>
            <a:lvl1pPr>
              <a:defRPr sz="1600">
                <a:solidFill>
                  <a:schemeClr val="tx1"/>
                </a:solidFill>
                <a:latin typeface="Helvetica" pitchFamily="34" charset="0"/>
              </a:defRPr>
            </a:lvl1pPr>
            <a:lvl2pPr marL="742950" indent="-285750">
              <a:defRPr sz="1600">
                <a:solidFill>
                  <a:schemeClr val="tx1"/>
                </a:solidFill>
                <a:latin typeface="Helvetica" pitchFamily="34" charset="0"/>
              </a:defRPr>
            </a:lvl2pPr>
            <a:lvl3pPr marL="1143000" indent="-228600">
              <a:defRPr sz="1600">
                <a:solidFill>
                  <a:schemeClr val="tx1"/>
                </a:solidFill>
                <a:latin typeface="Helvetica" pitchFamily="34" charset="0"/>
              </a:defRPr>
            </a:lvl3pPr>
            <a:lvl4pPr marL="1600200" indent="-228600">
              <a:defRPr sz="1600">
                <a:solidFill>
                  <a:schemeClr val="tx1"/>
                </a:solidFill>
                <a:latin typeface="Helvetica" pitchFamily="34" charset="0"/>
              </a:defRPr>
            </a:lvl4pPr>
            <a:lvl5pPr marL="2057400" indent="-228600">
              <a:defRPr sz="1600">
                <a:solidFill>
                  <a:schemeClr val="tx1"/>
                </a:solidFill>
                <a:latin typeface="Helvetica" pitchFamily="34" charset="0"/>
              </a:defRPr>
            </a:lvl5pPr>
            <a:lvl6pPr marL="2514600" indent="-228600" eaLnBrk="0" fontAlgn="base" hangingPunct="0">
              <a:spcBef>
                <a:spcPct val="0"/>
              </a:spcBef>
              <a:spcAft>
                <a:spcPct val="0"/>
              </a:spcAft>
              <a:defRPr sz="1600">
                <a:solidFill>
                  <a:schemeClr val="tx1"/>
                </a:solidFill>
                <a:latin typeface="Helvetica" pitchFamily="34" charset="0"/>
              </a:defRPr>
            </a:lvl6pPr>
            <a:lvl7pPr marL="2971800" indent="-228600" eaLnBrk="0" fontAlgn="base" hangingPunct="0">
              <a:spcBef>
                <a:spcPct val="0"/>
              </a:spcBef>
              <a:spcAft>
                <a:spcPct val="0"/>
              </a:spcAft>
              <a:defRPr sz="1600">
                <a:solidFill>
                  <a:schemeClr val="tx1"/>
                </a:solidFill>
                <a:latin typeface="Helvetica" pitchFamily="34" charset="0"/>
              </a:defRPr>
            </a:lvl7pPr>
            <a:lvl8pPr marL="3429000" indent="-228600" eaLnBrk="0" fontAlgn="base" hangingPunct="0">
              <a:spcBef>
                <a:spcPct val="0"/>
              </a:spcBef>
              <a:spcAft>
                <a:spcPct val="0"/>
              </a:spcAft>
              <a:defRPr sz="1600">
                <a:solidFill>
                  <a:schemeClr val="tx1"/>
                </a:solidFill>
                <a:latin typeface="Helvetica" pitchFamily="34" charset="0"/>
              </a:defRPr>
            </a:lvl8pPr>
            <a:lvl9pPr marL="3886200" indent="-228600" eaLnBrk="0" fontAlgn="base" hangingPunct="0">
              <a:spcBef>
                <a:spcPct val="0"/>
              </a:spcBef>
              <a:spcAft>
                <a:spcPct val="0"/>
              </a:spcAft>
              <a:defRPr sz="1600">
                <a:solidFill>
                  <a:schemeClr val="tx1"/>
                </a:solidFill>
                <a:latin typeface="Helvetica" pitchFamily="34" charset="0"/>
              </a:defRPr>
            </a:lvl9pPr>
          </a:lstStyle>
          <a:p>
            <a:pPr fontAlgn="b">
              <a:lnSpc>
                <a:spcPct val="110000"/>
              </a:lnSpc>
              <a:defRPr/>
            </a:pPr>
            <a:r>
              <a:rPr lang="zh-CN" altLang="en-US" sz="1200">
                <a:solidFill>
                  <a:srgbClr val="000000"/>
                </a:solidFill>
                <a:latin typeface="Arial" charset="0"/>
                <a:ea typeface="宋体" pitchFamily="2" charset="-122"/>
              </a:rPr>
              <a:t>华南理工大学 软件学院</a:t>
            </a:r>
          </a:p>
        </p:txBody>
      </p:sp>
      <p:sp>
        <p:nvSpPr>
          <p:cNvPr id="1031" name="Slide_Page_Number">
            <a:extLst>
              <a:ext uri="{FF2B5EF4-FFF2-40B4-BE49-F238E27FC236}">
                <a16:creationId xmlns:a16="http://schemas.microsoft.com/office/drawing/2014/main" id="{9DB9636E-AF7A-4A95-BC49-4327298718C9}"/>
              </a:ext>
            </a:extLst>
          </p:cNvPr>
          <p:cNvSpPr>
            <a:spLocks noChangeArrowheads="1"/>
          </p:cNvSpPr>
          <p:nvPr userDrawn="1"/>
        </p:nvSpPr>
        <p:spPr bwMode="auto">
          <a:xfrm>
            <a:off x="457200" y="6654800"/>
            <a:ext cx="965200" cy="182563"/>
          </a:xfrm>
          <a:prstGeom prst="rect">
            <a:avLst/>
          </a:prstGeom>
          <a:noFill/>
          <a:ln>
            <a:noFill/>
          </a:ln>
        </p:spPr>
        <p:txBody>
          <a:bodyPr wrap="none" anchor="ctr"/>
          <a:lstStyle>
            <a:lvl1pPr>
              <a:defRPr sz="1600">
                <a:solidFill>
                  <a:schemeClr val="tx1"/>
                </a:solidFill>
                <a:latin typeface="Helvetica" pitchFamily="34" charset="0"/>
              </a:defRPr>
            </a:lvl1pPr>
            <a:lvl2pPr marL="742950" indent="-285750">
              <a:defRPr sz="1600">
                <a:solidFill>
                  <a:schemeClr val="tx1"/>
                </a:solidFill>
                <a:latin typeface="Helvetica" pitchFamily="34" charset="0"/>
              </a:defRPr>
            </a:lvl2pPr>
            <a:lvl3pPr marL="1143000" indent="-228600">
              <a:defRPr sz="1600">
                <a:solidFill>
                  <a:schemeClr val="tx1"/>
                </a:solidFill>
                <a:latin typeface="Helvetica" pitchFamily="34" charset="0"/>
              </a:defRPr>
            </a:lvl3pPr>
            <a:lvl4pPr marL="1600200" indent="-228600">
              <a:defRPr sz="1600">
                <a:solidFill>
                  <a:schemeClr val="tx1"/>
                </a:solidFill>
                <a:latin typeface="Helvetica" pitchFamily="34" charset="0"/>
              </a:defRPr>
            </a:lvl4pPr>
            <a:lvl5pPr marL="2057400" indent="-228600">
              <a:defRPr sz="1600">
                <a:solidFill>
                  <a:schemeClr val="tx1"/>
                </a:solidFill>
                <a:latin typeface="Helvetica" pitchFamily="34" charset="0"/>
              </a:defRPr>
            </a:lvl5pPr>
            <a:lvl6pPr marL="2514600" indent="-228600" eaLnBrk="0" fontAlgn="base" hangingPunct="0">
              <a:spcBef>
                <a:spcPct val="0"/>
              </a:spcBef>
              <a:spcAft>
                <a:spcPct val="0"/>
              </a:spcAft>
              <a:defRPr sz="1600">
                <a:solidFill>
                  <a:schemeClr val="tx1"/>
                </a:solidFill>
                <a:latin typeface="Helvetica" pitchFamily="34" charset="0"/>
              </a:defRPr>
            </a:lvl6pPr>
            <a:lvl7pPr marL="2971800" indent="-228600" eaLnBrk="0" fontAlgn="base" hangingPunct="0">
              <a:spcBef>
                <a:spcPct val="0"/>
              </a:spcBef>
              <a:spcAft>
                <a:spcPct val="0"/>
              </a:spcAft>
              <a:defRPr sz="1600">
                <a:solidFill>
                  <a:schemeClr val="tx1"/>
                </a:solidFill>
                <a:latin typeface="Helvetica" pitchFamily="34" charset="0"/>
              </a:defRPr>
            </a:lvl7pPr>
            <a:lvl8pPr marL="3429000" indent="-228600" eaLnBrk="0" fontAlgn="base" hangingPunct="0">
              <a:spcBef>
                <a:spcPct val="0"/>
              </a:spcBef>
              <a:spcAft>
                <a:spcPct val="0"/>
              </a:spcAft>
              <a:defRPr sz="1600">
                <a:solidFill>
                  <a:schemeClr val="tx1"/>
                </a:solidFill>
                <a:latin typeface="Helvetica" pitchFamily="34" charset="0"/>
              </a:defRPr>
            </a:lvl8pPr>
            <a:lvl9pPr marL="3886200" indent="-228600" eaLnBrk="0" fontAlgn="base" hangingPunct="0">
              <a:spcBef>
                <a:spcPct val="0"/>
              </a:spcBef>
              <a:spcAft>
                <a:spcPct val="0"/>
              </a:spcAft>
              <a:defRPr sz="1600">
                <a:solidFill>
                  <a:schemeClr val="tx1"/>
                </a:solidFill>
                <a:latin typeface="Helvetica" pitchFamily="34" charset="0"/>
              </a:defRPr>
            </a:lvl9pPr>
          </a:lstStyle>
          <a:p>
            <a:pPr algn="just" fontAlgn="b">
              <a:defRPr/>
            </a:pPr>
            <a:endParaRPr lang="zh-CN" altLang="en-US" sz="1200">
              <a:solidFill>
                <a:srgbClr val="000000"/>
              </a:solidFill>
              <a:latin typeface="Arial" charset="0"/>
              <a:ea typeface="宋体" pitchFamily="2" charset="-122"/>
            </a:endParaRPr>
          </a:p>
        </p:txBody>
      </p:sp>
      <p:pic>
        <p:nvPicPr>
          <p:cNvPr id="3080" name="Picture 12">
            <a:extLst>
              <a:ext uri="{FF2B5EF4-FFF2-40B4-BE49-F238E27FC236}">
                <a16:creationId xmlns:a16="http://schemas.microsoft.com/office/drawing/2014/main" id="{D00C274D-F38E-44DA-87D3-7183EB9AECB2}"/>
              </a:ext>
            </a:extLst>
          </p:cNvPr>
          <p:cNvPicPr>
            <a:picLocks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6330950"/>
            <a:ext cx="9144000" cy="27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pic>
    </p:spTree>
  </p:cSld>
  <p:clrMap bg1="lt1" tx1="dk1" bg2="lt2" tx2="dk2" accent1="accent1" accent2="accent2" accent3="accent3" accent4="accent4" accent5="accent5" accent6="accent6" hlink="hlink" folHlink="folHlink"/>
  <p:sldLayoutIdLst>
    <p:sldLayoutId id="2147484778" r:id="rId1"/>
    <p:sldLayoutId id="2147484755" r:id="rId2"/>
    <p:sldLayoutId id="2147484756" r:id="rId3"/>
    <p:sldLayoutId id="2147484757" r:id="rId4"/>
    <p:sldLayoutId id="2147484758" r:id="rId5"/>
    <p:sldLayoutId id="2147484759" r:id="rId6"/>
    <p:sldLayoutId id="2147484760" r:id="rId7"/>
    <p:sldLayoutId id="2147484761" r:id="rId8"/>
    <p:sldLayoutId id="2147484762" r:id="rId9"/>
    <p:sldLayoutId id="2147484763" r:id="rId10"/>
    <p:sldLayoutId id="2147484764" r:id="rId11"/>
    <p:sldLayoutId id="2147484779" r:id="rId12"/>
  </p:sldLayoutIdLst>
  <p:txStyles>
    <p:titleStyle>
      <a:lvl1pPr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9pPr>
    </p:titleStyle>
    <p:bodyStyle>
      <a:lvl1pPr marL="342900" indent="-342900" algn="l" rtl="0" eaLnBrk="0" fontAlgn="base" hangingPunct="0">
        <a:spcBef>
          <a:spcPct val="35000"/>
        </a:spcBef>
        <a:spcAft>
          <a:spcPct val="0"/>
        </a:spcAft>
        <a:buClr>
          <a:schemeClr val="tx2"/>
        </a:buClr>
        <a:buSzPct val="90000"/>
        <a:buFont typeface="Monotype Sorts" pitchFamily="2" charset="2"/>
        <a:buChar char="n"/>
        <a:defRPr kumimoji="1" sz="2800">
          <a:solidFill>
            <a:schemeClr val="tx1"/>
          </a:solidFill>
          <a:latin typeface="+mn-lt"/>
          <a:ea typeface="+mn-ea"/>
          <a:cs typeface="+mn-cs"/>
        </a:defRPr>
      </a:lvl1pPr>
      <a:lvl2pPr marL="742950" indent="-285750" algn="l" rtl="0" eaLnBrk="0" fontAlgn="base" hangingPunct="0">
        <a:spcBef>
          <a:spcPct val="35000"/>
        </a:spcBef>
        <a:spcAft>
          <a:spcPct val="0"/>
        </a:spcAft>
        <a:buClr>
          <a:schemeClr val="hlink"/>
        </a:buClr>
        <a:buSzPct val="80000"/>
        <a:buFont typeface="Monotype Sorts" pitchFamily="2" charset="2"/>
        <a:buChar char="l"/>
        <a:defRPr kumimoji="1" sz="2400">
          <a:solidFill>
            <a:schemeClr val="tx1"/>
          </a:solidFill>
          <a:latin typeface="+mn-lt"/>
        </a:defRPr>
      </a:lvl2pPr>
      <a:lvl3pPr marL="1085850" indent="-228600" algn="l" rtl="0" eaLnBrk="0" fontAlgn="base" hangingPunct="0">
        <a:spcBef>
          <a:spcPct val="35000"/>
        </a:spcBef>
        <a:spcAft>
          <a:spcPct val="0"/>
        </a:spcAft>
        <a:buClr>
          <a:srgbClr val="33CC33"/>
        </a:buClr>
        <a:buSzPct val="75000"/>
        <a:buFont typeface="Webdings" panose="05030102010509060703" pitchFamily="18" charset="2"/>
        <a:buChar char="4"/>
        <a:defRPr kumimoji="1" sz="2000">
          <a:solidFill>
            <a:schemeClr val="tx1"/>
          </a:solidFill>
          <a:latin typeface="+mn-lt"/>
        </a:defRPr>
      </a:lvl3pPr>
      <a:lvl4pPr marL="1428750" indent="-228600" algn="l" rtl="0" eaLnBrk="0" fontAlgn="base" hangingPunct="0">
        <a:spcBef>
          <a:spcPct val="35000"/>
        </a:spcBef>
        <a:spcAft>
          <a:spcPct val="0"/>
        </a:spcAft>
        <a:buClr>
          <a:schemeClr val="hlink"/>
        </a:buClr>
        <a:buChar char="–"/>
        <a:defRPr kumimoji="1">
          <a:solidFill>
            <a:schemeClr val="tx1"/>
          </a:solidFill>
          <a:latin typeface="+mn-lt"/>
        </a:defRPr>
      </a:lvl4pPr>
      <a:lvl5pPr marL="1771650" indent="-228600" algn="l" rtl="0" eaLnBrk="0" fontAlgn="base" hangingPunct="0">
        <a:spcBef>
          <a:spcPct val="35000"/>
        </a:spcBef>
        <a:spcAft>
          <a:spcPct val="0"/>
        </a:spcAft>
        <a:buClr>
          <a:schemeClr val="tx2"/>
        </a:buClr>
        <a:buSzPct val="75000"/>
        <a:buChar char="»"/>
        <a:defRPr kumimoji="1" sz="1600">
          <a:solidFill>
            <a:schemeClr val="tx1"/>
          </a:solidFill>
          <a:latin typeface="+mn-lt"/>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accent1">
            <a:alpha val="0"/>
          </a:schemeClr>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5B98DFCD-4084-4B1D-B6D9-586D61252520}"/>
              </a:ext>
            </a:extLst>
          </p:cNvPr>
          <p:cNvSpPr>
            <a:spLocks noGrp="1" noChangeArrowheads="1"/>
          </p:cNvSpPr>
          <p:nvPr>
            <p:ph type="body" idx="1"/>
          </p:nvPr>
        </p:nvSpPr>
        <p:spPr bwMode="auto">
          <a:xfrm>
            <a:off x="228600" y="1066800"/>
            <a:ext cx="86106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1027" name="Text Box 5">
            <a:extLst>
              <a:ext uri="{FF2B5EF4-FFF2-40B4-BE49-F238E27FC236}">
                <a16:creationId xmlns:a16="http://schemas.microsoft.com/office/drawing/2014/main" id="{7036351C-822F-4A76-B2F0-9E46038929D7}"/>
              </a:ext>
            </a:extLst>
          </p:cNvPr>
          <p:cNvSpPr txBox="1">
            <a:spLocks noChangeArrowheads="1"/>
          </p:cNvSpPr>
          <p:nvPr/>
        </p:nvSpPr>
        <p:spPr bwMode="auto">
          <a:xfrm>
            <a:off x="0" y="6613525"/>
            <a:ext cx="446088" cy="246063"/>
          </a:xfrm>
          <a:prstGeom prst="rect">
            <a:avLst/>
          </a:prstGeom>
          <a:noFill/>
          <a:ln>
            <a:noFill/>
          </a:ln>
        </p:spPr>
        <p:txBody>
          <a:bodyPr wrap="none">
            <a:spAutoFit/>
          </a:bodyPr>
          <a:lstStyle>
            <a:lvl1pPr>
              <a:defRPr sz="1600">
                <a:solidFill>
                  <a:schemeClr val="tx1"/>
                </a:solidFill>
                <a:latin typeface="Helvetica" panose="020B0604020202020204" pitchFamily="34" charset="0"/>
                <a:ea typeface="ＭＳ Ｐゴシック" panose="020B0600070205080204" pitchFamily="34" charset="-128"/>
              </a:defRPr>
            </a:lvl1pPr>
            <a:lvl2pPr marL="742950" indent="-285750">
              <a:defRPr sz="1600">
                <a:solidFill>
                  <a:schemeClr val="tx1"/>
                </a:solidFill>
                <a:latin typeface="Helvetica" panose="020B0604020202020204" pitchFamily="34" charset="0"/>
                <a:ea typeface="ＭＳ Ｐゴシック" panose="020B0600070205080204" pitchFamily="34" charset="-128"/>
              </a:defRPr>
            </a:lvl2pPr>
            <a:lvl3pPr marL="1143000" indent="-228600">
              <a:defRPr sz="1600">
                <a:solidFill>
                  <a:schemeClr val="tx1"/>
                </a:solidFill>
                <a:latin typeface="Helvetica" panose="020B0604020202020204" pitchFamily="34" charset="0"/>
                <a:ea typeface="ＭＳ Ｐゴシック" panose="020B0600070205080204" pitchFamily="34" charset="-128"/>
              </a:defRPr>
            </a:lvl3pPr>
            <a:lvl4pPr marL="1600200" indent="-228600">
              <a:defRPr sz="1600">
                <a:solidFill>
                  <a:schemeClr val="tx1"/>
                </a:solidFill>
                <a:latin typeface="Helvetica" panose="020B0604020202020204" pitchFamily="34" charset="0"/>
                <a:ea typeface="ＭＳ Ｐゴシック" panose="020B0600070205080204" pitchFamily="34" charset="-128"/>
              </a:defRPr>
            </a:lvl4pPr>
            <a:lvl5pPr marL="2057400" indent="-228600">
              <a:defRPr sz="16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pPr algn="ctr">
              <a:spcBef>
                <a:spcPct val="50000"/>
              </a:spcBef>
              <a:defRPr/>
            </a:pPr>
            <a:r>
              <a:rPr lang="en-US" altLang="zh-CN" sz="1000" b="1" dirty="0">
                <a:solidFill>
                  <a:schemeClr val="tx2"/>
                </a:solidFill>
                <a:ea typeface="宋体" panose="02010600030101010101" pitchFamily="2" charset="-122"/>
              </a:rPr>
              <a:t>7.</a:t>
            </a:r>
            <a:fld id="{8E05465E-8E96-42AF-A69B-9BCF5951DFCB}" type="slidenum">
              <a:rPr lang="en-US" altLang="zh-CN" sz="1000" b="1" smtClean="0">
                <a:solidFill>
                  <a:schemeClr val="tx2"/>
                </a:solidFill>
                <a:ea typeface="宋体" panose="02010600030101010101" pitchFamily="2" charset="-122"/>
              </a:rPr>
              <a:pPr algn="ctr">
                <a:spcBef>
                  <a:spcPct val="50000"/>
                </a:spcBef>
                <a:defRPr/>
              </a:pPr>
              <a:t>‹#›</a:t>
            </a:fld>
            <a:endParaRPr lang="en-US" altLang="zh-CN" sz="1000" b="1" dirty="0">
              <a:solidFill>
                <a:schemeClr val="tx2"/>
              </a:solidFill>
              <a:ea typeface="宋体" panose="02010600030101010101" pitchFamily="2" charset="-122"/>
            </a:endParaRPr>
          </a:p>
        </p:txBody>
      </p:sp>
      <p:sp>
        <p:nvSpPr>
          <p:cNvPr id="235526" name="Rectangle 6">
            <a:extLst>
              <a:ext uri="{FF2B5EF4-FFF2-40B4-BE49-F238E27FC236}">
                <a16:creationId xmlns:a16="http://schemas.microsoft.com/office/drawing/2014/main" id="{7F2FACEA-76F8-4366-B961-251DA53B3C88}"/>
              </a:ext>
            </a:extLst>
          </p:cNvPr>
          <p:cNvSpPr>
            <a:spLocks noGrp="1" noChangeArrowheads="1"/>
          </p:cNvSpPr>
          <p:nvPr>
            <p:ph type="title"/>
          </p:nvPr>
        </p:nvSpPr>
        <p:spPr bwMode="auto">
          <a:xfrm>
            <a:off x="228600" y="117475"/>
            <a:ext cx="861695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zh-CN" altLang="en-US"/>
              <a:t>单击此处编辑母版标题样式</a:t>
            </a:r>
            <a:endParaRPr lang="en-US" altLang="zh-CN" dirty="0"/>
          </a:p>
        </p:txBody>
      </p:sp>
      <p:sp>
        <p:nvSpPr>
          <p:cNvPr id="1029" name="Slide_Page_Number">
            <a:extLst>
              <a:ext uri="{FF2B5EF4-FFF2-40B4-BE49-F238E27FC236}">
                <a16:creationId xmlns:a16="http://schemas.microsoft.com/office/drawing/2014/main" id="{78DAA530-DA1E-4A1E-B0AF-03085691CB90}"/>
              </a:ext>
            </a:extLst>
          </p:cNvPr>
          <p:cNvSpPr>
            <a:spLocks noChangeArrowheads="1"/>
          </p:cNvSpPr>
          <p:nvPr/>
        </p:nvSpPr>
        <p:spPr bwMode="auto">
          <a:xfrm>
            <a:off x="457200" y="6654800"/>
            <a:ext cx="965200" cy="182563"/>
          </a:xfrm>
          <a:prstGeom prst="rect">
            <a:avLst/>
          </a:prstGeom>
          <a:noFill/>
          <a:ln>
            <a:noFill/>
          </a:ln>
        </p:spPr>
        <p:txBody>
          <a:bodyPr wrap="none" anchor="ctr"/>
          <a:lstStyle>
            <a:lvl1pPr>
              <a:defRPr sz="1600">
                <a:solidFill>
                  <a:schemeClr val="tx1"/>
                </a:solidFill>
                <a:latin typeface="Helvetica" pitchFamily="34" charset="0"/>
              </a:defRPr>
            </a:lvl1pPr>
            <a:lvl2pPr marL="742950" indent="-285750">
              <a:defRPr sz="1600">
                <a:solidFill>
                  <a:schemeClr val="tx1"/>
                </a:solidFill>
                <a:latin typeface="Helvetica" pitchFamily="34" charset="0"/>
              </a:defRPr>
            </a:lvl2pPr>
            <a:lvl3pPr marL="1143000" indent="-228600">
              <a:defRPr sz="1600">
                <a:solidFill>
                  <a:schemeClr val="tx1"/>
                </a:solidFill>
                <a:latin typeface="Helvetica" pitchFamily="34" charset="0"/>
              </a:defRPr>
            </a:lvl3pPr>
            <a:lvl4pPr marL="1600200" indent="-228600">
              <a:defRPr sz="1600">
                <a:solidFill>
                  <a:schemeClr val="tx1"/>
                </a:solidFill>
                <a:latin typeface="Helvetica" pitchFamily="34" charset="0"/>
              </a:defRPr>
            </a:lvl4pPr>
            <a:lvl5pPr marL="2057400" indent="-228600">
              <a:defRPr sz="1600">
                <a:solidFill>
                  <a:schemeClr val="tx1"/>
                </a:solidFill>
                <a:latin typeface="Helvetica" pitchFamily="34" charset="0"/>
              </a:defRPr>
            </a:lvl5pPr>
            <a:lvl6pPr marL="2514600" indent="-228600" eaLnBrk="0" fontAlgn="base" hangingPunct="0">
              <a:spcBef>
                <a:spcPct val="0"/>
              </a:spcBef>
              <a:spcAft>
                <a:spcPct val="0"/>
              </a:spcAft>
              <a:defRPr sz="1600">
                <a:solidFill>
                  <a:schemeClr val="tx1"/>
                </a:solidFill>
                <a:latin typeface="Helvetica" pitchFamily="34" charset="0"/>
              </a:defRPr>
            </a:lvl6pPr>
            <a:lvl7pPr marL="2971800" indent="-228600" eaLnBrk="0" fontAlgn="base" hangingPunct="0">
              <a:spcBef>
                <a:spcPct val="0"/>
              </a:spcBef>
              <a:spcAft>
                <a:spcPct val="0"/>
              </a:spcAft>
              <a:defRPr sz="1600">
                <a:solidFill>
                  <a:schemeClr val="tx1"/>
                </a:solidFill>
                <a:latin typeface="Helvetica" pitchFamily="34" charset="0"/>
              </a:defRPr>
            </a:lvl7pPr>
            <a:lvl8pPr marL="3429000" indent="-228600" eaLnBrk="0" fontAlgn="base" hangingPunct="0">
              <a:spcBef>
                <a:spcPct val="0"/>
              </a:spcBef>
              <a:spcAft>
                <a:spcPct val="0"/>
              </a:spcAft>
              <a:defRPr sz="1600">
                <a:solidFill>
                  <a:schemeClr val="tx1"/>
                </a:solidFill>
                <a:latin typeface="Helvetica" pitchFamily="34" charset="0"/>
              </a:defRPr>
            </a:lvl8pPr>
            <a:lvl9pPr marL="3886200" indent="-228600" eaLnBrk="0" fontAlgn="base" hangingPunct="0">
              <a:spcBef>
                <a:spcPct val="0"/>
              </a:spcBef>
              <a:spcAft>
                <a:spcPct val="0"/>
              </a:spcAft>
              <a:defRPr sz="1600">
                <a:solidFill>
                  <a:schemeClr val="tx1"/>
                </a:solidFill>
                <a:latin typeface="Helvetica" pitchFamily="34" charset="0"/>
              </a:defRPr>
            </a:lvl9pPr>
          </a:lstStyle>
          <a:p>
            <a:pPr algn="just" fontAlgn="b">
              <a:defRPr/>
            </a:pPr>
            <a:endParaRPr lang="zh-CN" altLang="en-US" sz="1200">
              <a:latin typeface="Arial" charset="0"/>
              <a:ea typeface="宋体" pitchFamily="2" charset="-122"/>
            </a:endParaRPr>
          </a:p>
        </p:txBody>
      </p:sp>
      <p:sp>
        <p:nvSpPr>
          <p:cNvPr id="1030" name="Slide_Copyright">
            <a:extLst>
              <a:ext uri="{FF2B5EF4-FFF2-40B4-BE49-F238E27FC236}">
                <a16:creationId xmlns:a16="http://schemas.microsoft.com/office/drawing/2014/main" id="{80062595-D145-40BC-B7DF-10C7B2234117}"/>
              </a:ext>
            </a:extLst>
          </p:cNvPr>
          <p:cNvSpPr>
            <a:spLocks noChangeArrowheads="1"/>
          </p:cNvSpPr>
          <p:nvPr/>
        </p:nvSpPr>
        <p:spPr bwMode="auto">
          <a:xfrm>
            <a:off x="3663950" y="6629400"/>
            <a:ext cx="2051050" cy="228600"/>
          </a:xfrm>
          <a:prstGeom prst="rect">
            <a:avLst/>
          </a:prstGeom>
          <a:noFill/>
          <a:ln>
            <a:noFill/>
          </a:ln>
        </p:spPr>
        <p:txBody>
          <a:bodyPr wrap="none" anchor="ctr"/>
          <a:lstStyle>
            <a:lvl1pPr>
              <a:defRPr sz="1600">
                <a:solidFill>
                  <a:schemeClr val="tx1"/>
                </a:solidFill>
                <a:latin typeface="Helvetica" pitchFamily="34" charset="0"/>
              </a:defRPr>
            </a:lvl1pPr>
            <a:lvl2pPr marL="742950" indent="-285750">
              <a:defRPr sz="1600">
                <a:solidFill>
                  <a:schemeClr val="tx1"/>
                </a:solidFill>
                <a:latin typeface="Helvetica" pitchFamily="34" charset="0"/>
              </a:defRPr>
            </a:lvl2pPr>
            <a:lvl3pPr marL="1143000" indent="-228600">
              <a:defRPr sz="1600">
                <a:solidFill>
                  <a:schemeClr val="tx1"/>
                </a:solidFill>
                <a:latin typeface="Helvetica" pitchFamily="34" charset="0"/>
              </a:defRPr>
            </a:lvl3pPr>
            <a:lvl4pPr marL="1600200" indent="-228600">
              <a:defRPr sz="1600">
                <a:solidFill>
                  <a:schemeClr val="tx1"/>
                </a:solidFill>
                <a:latin typeface="Helvetica" pitchFamily="34" charset="0"/>
              </a:defRPr>
            </a:lvl4pPr>
            <a:lvl5pPr marL="2057400" indent="-228600">
              <a:defRPr sz="1600">
                <a:solidFill>
                  <a:schemeClr val="tx1"/>
                </a:solidFill>
                <a:latin typeface="Helvetica" pitchFamily="34" charset="0"/>
              </a:defRPr>
            </a:lvl5pPr>
            <a:lvl6pPr marL="2514600" indent="-228600" eaLnBrk="0" fontAlgn="base" hangingPunct="0">
              <a:spcBef>
                <a:spcPct val="0"/>
              </a:spcBef>
              <a:spcAft>
                <a:spcPct val="0"/>
              </a:spcAft>
              <a:defRPr sz="1600">
                <a:solidFill>
                  <a:schemeClr val="tx1"/>
                </a:solidFill>
                <a:latin typeface="Helvetica" pitchFamily="34" charset="0"/>
              </a:defRPr>
            </a:lvl6pPr>
            <a:lvl7pPr marL="2971800" indent="-228600" eaLnBrk="0" fontAlgn="base" hangingPunct="0">
              <a:spcBef>
                <a:spcPct val="0"/>
              </a:spcBef>
              <a:spcAft>
                <a:spcPct val="0"/>
              </a:spcAft>
              <a:defRPr sz="1600">
                <a:solidFill>
                  <a:schemeClr val="tx1"/>
                </a:solidFill>
                <a:latin typeface="Helvetica" pitchFamily="34" charset="0"/>
              </a:defRPr>
            </a:lvl7pPr>
            <a:lvl8pPr marL="3429000" indent="-228600" eaLnBrk="0" fontAlgn="base" hangingPunct="0">
              <a:spcBef>
                <a:spcPct val="0"/>
              </a:spcBef>
              <a:spcAft>
                <a:spcPct val="0"/>
              </a:spcAft>
              <a:defRPr sz="1600">
                <a:solidFill>
                  <a:schemeClr val="tx1"/>
                </a:solidFill>
                <a:latin typeface="Helvetica" pitchFamily="34" charset="0"/>
              </a:defRPr>
            </a:lvl8pPr>
            <a:lvl9pPr marL="3886200" indent="-228600" eaLnBrk="0" fontAlgn="base" hangingPunct="0">
              <a:spcBef>
                <a:spcPct val="0"/>
              </a:spcBef>
              <a:spcAft>
                <a:spcPct val="0"/>
              </a:spcAft>
              <a:defRPr sz="1600">
                <a:solidFill>
                  <a:schemeClr val="tx1"/>
                </a:solidFill>
                <a:latin typeface="Helvetica" pitchFamily="34" charset="0"/>
              </a:defRPr>
            </a:lvl9pPr>
          </a:lstStyle>
          <a:p>
            <a:pPr fontAlgn="b">
              <a:lnSpc>
                <a:spcPct val="110000"/>
              </a:lnSpc>
              <a:defRPr/>
            </a:pPr>
            <a:r>
              <a:rPr lang="zh-CN" altLang="en-US" sz="1200">
                <a:latin typeface="Arial" charset="0"/>
                <a:ea typeface="宋体" pitchFamily="2" charset="-122"/>
              </a:rPr>
              <a:t>华南理工大学 软件学院</a:t>
            </a:r>
          </a:p>
        </p:txBody>
      </p:sp>
      <p:sp>
        <p:nvSpPr>
          <p:cNvPr id="1031" name="Slide_Page_Number">
            <a:extLst>
              <a:ext uri="{FF2B5EF4-FFF2-40B4-BE49-F238E27FC236}">
                <a16:creationId xmlns:a16="http://schemas.microsoft.com/office/drawing/2014/main" id="{6061EE6D-FA76-45EB-B26D-12C5A8D2447E}"/>
              </a:ext>
            </a:extLst>
          </p:cNvPr>
          <p:cNvSpPr>
            <a:spLocks noChangeArrowheads="1"/>
          </p:cNvSpPr>
          <p:nvPr/>
        </p:nvSpPr>
        <p:spPr bwMode="auto">
          <a:xfrm>
            <a:off x="457200" y="6654800"/>
            <a:ext cx="965200" cy="182563"/>
          </a:xfrm>
          <a:prstGeom prst="rect">
            <a:avLst/>
          </a:prstGeom>
          <a:noFill/>
          <a:ln>
            <a:noFill/>
          </a:ln>
        </p:spPr>
        <p:txBody>
          <a:bodyPr wrap="none" anchor="ctr"/>
          <a:lstStyle>
            <a:lvl1pPr>
              <a:defRPr sz="1600">
                <a:solidFill>
                  <a:schemeClr val="tx1"/>
                </a:solidFill>
                <a:latin typeface="Helvetica" pitchFamily="34" charset="0"/>
              </a:defRPr>
            </a:lvl1pPr>
            <a:lvl2pPr marL="742950" indent="-285750">
              <a:defRPr sz="1600">
                <a:solidFill>
                  <a:schemeClr val="tx1"/>
                </a:solidFill>
                <a:latin typeface="Helvetica" pitchFamily="34" charset="0"/>
              </a:defRPr>
            </a:lvl2pPr>
            <a:lvl3pPr marL="1143000" indent="-228600">
              <a:defRPr sz="1600">
                <a:solidFill>
                  <a:schemeClr val="tx1"/>
                </a:solidFill>
                <a:latin typeface="Helvetica" pitchFamily="34" charset="0"/>
              </a:defRPr>
            </a:lvl3pPr>
            <a:lvl4pPr marL="1600200" indent="-228600">
              <a:defRPr sz="1600">
                <a:solidFill>
                  <a:schemeClr val="tx1"/>
                </a:solidFill>
                <a:latin typeface="Helvetica" pitchFamily="34" charset="0"/>
              </a:defRPr>
            </a:lvl4pPr>
            <a:lvl5pPr marL="2057400" indent="-228600">
              <a:defRPr sz="1600">
                <a:solidFill>
                  <a:schemeClr val="tx1"/>
                </a:solidFill>
                <a:latin typeface="Helvetica" pitchFamily="34" charset="0"/>
              </a:defRPr>
            </a:lvl5pPr>
            <a:lvl6pPr marL="2514600" indent="-228600" eaLnBrk="0" fontAlgn="base" hangingPunct="0">
              <a:spcBef>
                <a:spcPct val="0"/>
              </a:spcBef>
              <a:spcAft>
                <a:spcPct val="0"/>
              </a:spcAft>
              <a:defRPr sz="1600">
                <a:solidFill>
                  <a:schemeClr val="tx1"/>
                </a:solidFill>
                <a:latin typeface="Helvetica" pitchFamily="34" charset="0"/>
              </a:defRPr>
            </a:lvl6pPr>
            <a:lvl7pPr marL="2971800" indent="-228600" eaLnBrk="0" fontAlgn="base" hangingPunct="0">
              <a:spcBef>
                <a:spcPct val="0"/>
              </a:spcBef>
              <a:spcAft>
                <a:spcPct val="0"/>
              </a:spcAft>
              <a:defRPr sz="1600">
                <a:solidFill>
                  <a:schemeClr val="tx1"/>
                </a:solidFill>
                <a:latin typeface="Helvetica" pitchFamily="34" charset="0"/>
              </a:defRPr>
            </a:lvl7pPr>
            <a:lvl8pPr marL="3429000" indent="-228600" eaLnBrk="0" fontAlgn="base" hangingPunct="0">
              <a:spcBef>
                <a:spcPct val="0"/>
              </a:spcBef>
              <a:spcAft>
                <a:spcPct val="0"/>
              </a:spcAft>
              <a:defRPr sz="1600">
                <a:solidFill>
                  <a:schemeClr val="tx1"/>
                </a:solidFill>
                <a:latin typeface="Helvetica" pitchFamily="34" charset="0"/>
              </a:defRPr>
            </a:lvl8pPr>
            <a:lvl9pPr marL="3886200" indent="-228600" eaLnBrk="0" fontAlgn="base" hangingPunct="0">
              <a:spcBef>
                <a:spcPct val="0"/>
              </a:spcBef>
              <a:spcAft>
                <a:spcPct val="0"/>
              </a:spcAft>
              <a:defRPr sz="1600">
                <a:solidFill>
                  <a:schemeClr val="tx1"/>
                </a:solidFill>
                <a:latin typeface="Helvetica" pitchFamily="34" charset="0"/>
              </a:defRPr>
            </a:lvl9pPr>
          </a:lstStyle>
          <a:p>
            <a:pPr algn="just" fontAlgn="b">
              <a:defRPr/>
            </a:pPr>
            <a:endParaRPr lang="zh-CN" altLang="en-US" sz="1200">
              <a:latin typeface="Arial" charset="0"/>
              <a:ea typeface="宋体" pitchFamily="2" charset="-122"/>
            </a:endParaRPr>
          </a:p>
        </p:txBody>
      </p:sp>
      <p:pic>
        <p:nvPicPr>
          <p:cNvPr id="4104" name="Picture 12">
            <a:extLst>
              <a:ext uri="{FF2B5EF4-FFF2-40B4-BE49-F238E27FC236}">
                <a16:creationId xmlns:a16="http://schemas.microsoft.com/office/drawing/2014/main" id="{29F422CD-22E0-4502-B2FC-5B264758A305}"/>
              </a:ext>
            </a:extLst>
          </p:cNvPr>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6330950"/>
            <a:ext cx="9144000" cy="27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pic>
    </p:spTree>
  </p:cSld>
  <p:clrMap bg1="lt1" tx1="dk1" bg2="lt2" tx2="dk2" accent1="accent1" accent2="accent2" accent3="accent3" accent4="accent4" accent5="accent5" accent6="accent6" hlink="hlink" folHlink="folHlink"/>
  <p:sldLayoutIdLst>
    <p:sldLayoutId id="2147484780" r:id="rId1"/>
    <p:sldLayoutId id="2147484765" r:id="rId2"/>
    <p:sldLayoutId id="2147484766" r:id="rId3"/>
    <p:sldLayoutId id="2147484767" r:id="rId4"/>
    <p:sldLayoutId id="2147484768" r:id="rId5"/>
    <p:sldLayoutId id="2147484769" r:id="rId6"/>
    <p:sldLayoutId id="2147484770" r:id="rId7"/>
    <p:sldLayoutId id="2147484771" r:id="rId8"/>
    <p:sldLayoutId id="2147484772" r:id="rId9"/>
    <p:sldLayoutId id="2147484773" r:id="rId10"/>
    <p:sldLayoutId id="2147484774" r:id="rId11"/>
    <p:sldLayoutId id="2147484781" r:id="rId12"/>
  </p:sldLayoutIdLst>
  <p:txStyles>
    <p:titleStyle>
      <a:lvl1pPr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5pPr>
      <a:lvl6pPr marL="457200" algn="ctr" rtl="0" eaLnBrk="1" fontAlgn="base" hangingPunct="1">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6pPr>
      <a:lvl7pPr marL="914400" algn="ctr" rtl="0" eaLnBrk="1" fontAlgn="base" hangingPunct="1">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7pPr>
      <a:lvl8pPr marL="1371600" algn="ctr" rtl="0" eaLnBrk="1" fontAlgn="base" hangingPunct="1">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8pPr>
      <a:lvl9pPr marL="1828800" algn="ctr" rtl="0" eaLnBrk="1" fontAlgn="base" hangingPunct="1">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9pPr>
    </p:titleStyle>
    <p:bodyStyle>
      <a:lvl1pPr marL="342900" indent="-342900" algn="l" rtl="0" eaLnBrk="0" fontAlgn="base" hangingPunct="0">
        <a:spcBef>
          <a:spcPct val="35000"/>
        </a:spcBef>
        <a:spcAft>
          <a:spcPct val="0"/>
        </a:spcAft>
        <a:buClr>
          <a:schemeClr val="tx2"/>
        </a:buClr>
        <a:buSzPct val="90000"/>
        <a:buFont typeface="Monotype Sorts" pitchFamily="2" charset="2"/>
        <a:buChar char="n"/>
        <a:defRPr kumimoji="1" sz="2800">
          <a:solidFill>
            <a:schemeClr val="tx1"/>
          </a:solidFill>
          <a:latin typeface="+mn-lt"/>
          <a:ea typeface="+mn-ea"/>
          <a:cs typeface="+mn-cs"/>
        </a:defRPr>
      </a:lvl1pPr>
      <a:lvl2pPr marL="742950" indent="-285750" algn="l" rtl="0" eaLnBrk="0" fontAlgn="base" hangingPunct="0">
        <a:spcBef>
          <a:spcPct val="35000"/>
        </a:spcBef>
        <a:spcAft>
          <a:spcPct val="0"/>
        </a:spcAft>
        <a:buClr>
          <a:schemeClr val="hlink"/>
        </a:buClr>
        <a:buSzPct val="80000"/>
        <a:buFont typeface="Monotype Sorts" pitchFamily="2" charset="2"/>
        <a:buChar char="l"/>
        <a:defRPr kumimoji="1" sz="2400">
          <a:solidFill>
            <a:schemeClr val="tx1"/>
          </a:solidFill>
          <a:latin typeface="+mn-lt"/>
        </a:defRPr>
      </a:lvl2pPr>
      <a:lvl3pPr marL="1085850" indent="-228600" algn="l" rtl="0" eaLnBrk="0" fontAlgn="base" hangingPunct="0">
        <a:spcBef>
          <a:spcPct val="35000"/>
        </a:spcBef>
        <a:spcAft>
          <a:spcPct val="0"/>
        </a:spcAft>
        <a:buClr>
          <a:srgbClr val="33CC33"/>
        </a:buClr>
        <a:buSzPct val="75000"/>
        <a:buFont typeface="Webdings" panose="05030102010509060703" pitchFamily="18" charset="2"/>
        <a:buChar char="4"/>
        <a:defRPr kumimoji="1" sz="2000">
          <a:solidFill>
            <a:schemeClr val="tx1"/>
          </a:solidFill>
          <a:latin typeface="+mn-lt"/>
        </a:defRPr>
      </a:lvl3pPr>
      <a:lvl4pPr marL="1428750" indent="-228600" algn="l" rtl="0" eaLnBrk="0" fontAlgn="base" hangingPunct="0">
        <a:spcBef>
          <a:spcPct val="35000"/>
        </a:spcBef>
        <a:spcAft>
          <a:spcPct val="0"/>
        </a:spcAft>
        <a:buClr>
          <a:schemeClr val="hlink"/>
        </a:buClr>
        <a:buChar char="–"/>
        <a:defRPr kumimoji="1">
          <a:solidFill>
            <a:schemeClr val="tx1"/>
          </a:solidFill>
          <a:latin typeface="+mn-lt"/>
        </a:defRPr>
      </a:lvl4pPr>
      <a:lvl5pPr marL="1771650" indent="-228600" algn="l" rtl="0" eaLnBrk="0" fontAlgn="base" hangingPunct="0">
        <a:spcBef>
          <a:spcPct val="35000"/>
        </a:spcBef>
        <a:spcAft>
          <a:spcPct val="0"/>
        </a:spcAft>
        <a:buClr>
          <a:schemeClr val="tx2"/>
        </a:buClr>
        <a:buSzPct val="75000"/>
        <a:buChar char="»"/>
        <a:defRPr kumimoji="1" sz="1600">
          <a:solidFill>
            <a:schemeClr val="tx1"/>
          </a:solidFill>
          <a:latin typeface="+mn-lt"/>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0.xml"/></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40.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0.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4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0.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44.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40.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4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0.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44.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4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0.xml"/></Relationships>
</file>

<file path=ppt/slides/_rels/slide2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8.xml"/><Relationship Id="rId1" Type="http://schemas.openxmlformats.org/officeDocument/2006/relationships/slideLayout" Target="../slideLayouts/slideLayout44.xml"/></Relationships>
</file>

<file path=ppt/slides/_rels/slide2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9.xml"/><Relationship Id="rId1" Type="http://schemas.openxmlformats.org/officeDocument/2006/relationships/slideLayout" Target="../slideLayouts/slideLayout44.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4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40.xml"/><Relationship Id="rId5" Type="http://schemas.openxmlformats.org/officeDocument/2006/relationships/image" Target="../media/image16.png"/><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40.xml"/><Relationship Id="rId5" Type="http://schemas.openxmlformats.org/officeDocument/2006/relationships/image" Target="../media/image16.png"/><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44.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4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0.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40.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40.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40.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40.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2.xml"/><Relationship Id="rId1" Type="http://schemas.openxmlformats.org/officeDocument/2006/relationships/slideLayout" Target="../slideLayouts/slideLayout40.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44.xml"/></Relationships>
</file>

<file path=ppt/slides/_rels/slide3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4.xml"/><Relationship Id="rId1" Type="http://schemas.openxmlformats.org/officeDocument/2006/relationships/slideLayout" Target="../slideLayouts/slideLayout40.xml"/></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5.xml"/><Relationship Id="rId1" Type="http://schemas.openxmlformats.org/officeDocument/2006/relationships/slideLayout" Target="../slideLayouts/slideLayout40.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0.xml"/></Relationships>
</file>

<file path=ppt/slides/_rels/slide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7.xml"/><Relationship Id="rId1" Type="http://schemas.openxmlformats.org/officeDocument/2006/relationships/slideLayout" Target="../slideLayouts/slideLayout4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0.xml"/></Relationships>
</file>

<file path=ppt/slides/_rels/slide4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0.xml"/></Relationships>
</file>

<file path=ppt/slides/_rels/slide4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9.xml"/><Relationship Id="rId1" Type="http://schemas.openxmlformats.org/officeDocument/2006/relationships/slideLayout" Target="../slideLayouts/slideLayout4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0.xml"/></Relationships>
</file>

<file path=ppt/slides/_rels/slide4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0.xml"/></Relationships>
</file>

<file path=ppt/slides/_rels/slide4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0.xml"/></Relationships>
</file>

<file path=ppt/slides/_rels/slide5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40.xml"/><Relationship Id="rId4" Type="http://schemas.openxmlformats.org/officeDocument/2006/relationships/image" Target="../media/image3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0.xml"/></Relationships>
</file>

<file path=ppt/slides/_rels/slide5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0.xml"/></Relationships>
</file>

<file path=ppt/slides/_rels/slide5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0.xml"/></Relationships>
</file>

<file path=ppt/slides/_rels/slide5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0.xml"/></Relationships>
</file>

<file path=ppt/slides/_rels/slide5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0.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0.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0.xml"/></Relationships>
</file>

<file path=ppt/slides/_rels/slide59.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43.xml"/><Relationship Id="rId1" Type="http://schemas.openxmlformats.org/officeDocument/2006/relationships/slideLayout" Target="../slideLayouts/slideLayout40.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0.xml"/></Relationships>
</file>

<file path=ppt/slides/_rels/slide61.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38.png"/><Relationship Id="rId1" Type="http://schemas.openxmlformats.org/officeDocument/2006/relationships/slideLayout" Target="../slideLayouts/slideLayout40.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0.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0.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0.xml"/></Relationships>
</file>

<file path=ppt/slides/_rels/slide6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0.xml"/></Relationships>
</file>

<file path=ppt/slides/_rels/slide6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40.xml"/></Relationships>
</file>

<file path=ppt/slides/_rels/slide6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6.png"/><Relationship Id="rId1" Type="http://schemas.openxmlformats.org/officeDocument/2006/relationships/slideLayout" Target="../slideLayouts/slideLayout40.xml"/></Relationships>
</file>

<file path=ppt/slides/_rels/slide6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40.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7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0.xml"/></Relationships>
</file>

<file path=ppt/slides/_rels/slide7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40.xml"/><Relationship Id="rId4" Type="http://schemas.openxmlformats.org/officeDocument/2006/relationships/image" Target="../media/image51.png"/></Relationships>
</file>

<file path=ppt/slides/_rels/slide7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40.xml"/><Relationship Id="rId4" Type="http://schemas.openxmlformats.org/officeDocument/2006/relationships/image" Target="../media/image51.png"/></Relationships>
</file>

<file path=ppt/slides/_rels/slide7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51.png"/><Relationship Id="rId1" Type="http://schemas.openxmlformats.org/officeDocument/2006/relationships/slideLayout" Target="../slideLayouts/slideLayout40.xml"/><Relationship Id="rId4" Type="http://schemas.openxmlformats.org/officeDocument/2006/relationships/image" Target="../media/image50.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7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8.xml"/><Relationship Id="rId1" Type="http://schemas.openxmlformats.org/officeDocument/2006/relationships/slideLayout" Target="../slideLayouts/slideLayout44.xml"/></Relationships>
</file>

<file path=ppt/slides/_rels/slide7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9.xml"/><Relationship Id="rId1" Type="http://schemas.openxmlformats.org/officeDocument/2006/relationships/slideLayout" Target="../slideLayouts/slideLayout40.xml"/></Relationships>
</file>

<file path=ppt/slides/_rels/slide7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0.xml"/><Relationship Id="rId1" Type="http://schemas.openxmlformats.org/officeDocument/2006/relationships/slideLayout" Target="../slideLayouts/slideLayout44.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0.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8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40.xml"/><Relationship Id="rId4" Type="http://schemas.openxmlformats.org/officeDocument/2006/relationships/image" Target="../media/image56.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8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40.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8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57.png"/><Relationship Id="rId1" Type="http://schemas.openxmlformats.org/officeDocument/2006/relationships/slideLayout" Target="../slideLayouts/slideLayout40.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0.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4.xml"/><Relationship Id="rId4" Type="http://schemas.openxmlformats.org/officeDocument/2006/relationships/image" Target="../media/image41.png"/></Relationships>
</file>

<file path=ppt/slides/_rels/slide9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4.xml"/><Relationship Id="rId4" Type="http://schemas.openxmlformats.org/officeDocument/2006/relationships/image" Target="../media/image41.png"/></Relationships>
</file>

<file path=ppt/slides/_rels/slide9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0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2" name="Rectangle 2">
            <a:extLst>
              <a:ext uri="{FF2B5EF4-FFF2-40B4-BE49-F238E27FC236}">
                <a16:creationId xmlns:a16="http://schemas.microsoft.com/office/drawing/2014/main" id="{D17070B4-15EC-41E7-BD1D-9E2CFC92E494}"/>
              </a:ext>
            </a:extLst>
          </p:cNvPr>
          <p:cNvSpPr>
            <a:spLocks noGrp="1" noChangeArrowheads="1"/>
          </p:cNvSpPr>
          <p:nvPr>
            <p:ph type="ctrTitle"/>
          </p:nvPr>
        </p:nvSpPr>
        <p:spPr/>
        <p:txBody>
          <a:bodyPr/>
          <a:lstStyle/>
          <a:p>
            <a:pPr eaLnBrk="1" hangingPunct="1">
              <a:defRPr/>
            </a:pPr>
            <a:r>
              <a:rPr lang="en-US" dirty="0"/>
              <a:t>Chapter 7:  Entity-Relationship Model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0" name="Rectangle 2">
            <a:extLst>
              <a:ext uri="{FF2B5EF4-FFF2-40B4-BE49-F238E27FC236}">
                <a16:creationId xmlns:a16="http://schemas.microsoft.com/office/drawing/2014/main" id="{0320E839-A39F-438D-A71E-EF93AAC5320E}"/>
              </a:ext>
            </a:extLst>
          </p:cNvPr>
          <p:cNvSpPr>
            <a:spLocks noGrp="1" noChangeArrowheads="1"/>
          </p:cNvSpPr>
          <p:nvPr>
            <p:ph type="title"/>
          </p:nvPr>
        </p:nvSpPr>
        <p:spPr/>
        <p:txBody>
          <a:bodyPr/>
          <a:lstStyle/>
          <a:p>
            <a:pPr>
              <a:defRPr/>
            </a:pPr>
            <a:r>
              <a:rPr lang="en-US"/>
              <a:t>Chapter 7:  Entity-Relationship Model</a:t>
            </a:r>
          </a:p>
        </p:txBody>
      </p:sp>
      <p:sp>
        <p:nvSpPr>
          <p:cNvPr id="16387" name="Rectangle 3">
            <a:extLst>
              <a:ext uri="{FF2B5EF4-FFF2-40B4-BE49-F238E27FC236}">
                <a16:creationId xmlns:a16="http://schemas.microsoft.com/office/drawing/2014/main" id="{D6309230-92CF-4FA5-9674-8C123018D782}"/>
              </a:ext>
            </a:extLst>
          </p:cNvPr>
          <p:cNvSpPr>
            <a:spLocks noGrp="1" noChangeArrowheads="1"/>
          </p:cNvSpPr>
          <p:nvPr>
            <p:ph idx="1"/>
          </p:nvPr>
        </p:nvSpPr>
        <p:spPr/>
        <p:txBody>
          <a:bodyPr/>
          <a:lstStyle/>
          <a:p>
            <a:r>
              <a:rPr lang="en-US" altLang="zh-CN">
                <a:ea typeface="ＭＳ Ｐゴシック" panose="020B0600070205080204" pitchFamily="34" charset="-128"/>
              </a:rPr>
              <a:t>Design Process</a:t>
            </a:r>
          </a:p>
          <a:p>
            <a:r>
              <a:rPr lang="en-US" altLang="zh-CN">
                <a:ea typeface="宋体" panose="02010600030101010101" pitchFamily="2" charset="-122"/>
              </a:rPr>
              <a:t>Outline of the ER Model</a:t>
            </a:r>
            <a:endParaRPr lang="en-US" altLang="zh-CN">
              <a:ea typeface="ＭＳ Ｐゴシック" panose="020B0600070205080204" pitchFamily="34" charset="-128"/>
            </a:endParaRPr>
          </a:p>
          <a:p>
            <a:r>
              <a:rPr lang="en-US" altLang="zh-CN">
                <a:ea typeface="ＭＳ Ｐゴシック" panose="020B0600070205080204" pitchFamily="34" charset="-128"/>
              </a:rPr>
              <a:t>Constraints</a:t>
            </a:r>
          </a:p>
          <a:p>
            <a:r>
              <a:rPr lang="en-US" altLang="zh-CN">
                <a:ea typeface="ＭＳ Ｐゴシック" panose="020B0600070205080204" pitchFamily="34" charset="-128"/>
              </a:rPr>
              <a:t>Redundant Attributes</a:t>
            </a:r>
          </a:p>
          <a:p>
            <a:r>
              <a:rPr lang="en-US" altLang="zh-CN">
                <a:ea typeface="ＭＳ Ｐゴシック" panose="020B0600070205080204" pitchFamily="34" charset="-128"/>
              </a:rPr>
              <a:t>E-R Diagram </a:t>
            </a:r>
          </a:p>
          <a:p>
            <a:r>
              <a:rPr lang="en-US" altLang="zh-CN">
                <a:ea typeface="ＭＳ Ｐゴシック" panose="020B0600070205080204" pitchFamily="34" charset="-128"/>
              </a:rPr>
              <a:t>Design Issues </a:t>
            </a:r>
          </a:p>
          <a:p>
            <a:r>
              <a:rPr lang="en-US" altLang="zh-CN">
                <a:ea typeface="ＭＳ Ｐゴシック" panose="020B0600070205080204" pitchFamily="34" charset="-128"/>
              </a:rPr>
              <a:t>Extended E-R Features</a:t>
            </a:r>
          </a:p>
          <a:p>
            <a:r>
              <a:rPr lang="en-US" altLang="zh-CN">
                <a:ea typeface="ＭＳ Ｐゴシック" panose="020B0600070205080204" pitchFamily="34" charset="-128"/>
              </a:rPr>
              <a:t>Design Process</a:t>
            </a:r>
          </a:p>
          <a:p>
            <a:r>
              <a:rPr lang="en-US" altLang="zh-CN">
                <a:ea typeface="ＭＳ Ｐゴシック" panose="020B0600070205080204" pitchFamily="34" charset="-128"/>
              </a:rPr>
              <a:t>Reduction to Relation Schemas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118750-5030-4647-93C6-D8656CBFE93C}"/>
              </a:ext>
            </a:extLst>
          </p:cNvPr>
          <p:cNvSpPr>
            <a:spLocks noGrp="1"/>
          </p:cNvSpPr>
          <p:nvPr>
            <p:ph type="title"/>
          </p:nvPr>
        </p:nvSpPr>
        <p:spPr/>
        <p:txBody>
          <a:bodyPr/>
          <a:lstStyle/>
          <a:p>
            <a:pPr>
              <a:defRPr/>
            </a:pPr>
            <a:r>
              <a:rPr lang="zh-CN" altLang="en-US" dirty="0">
                <a:ea typeface="宋体" panose="02010600030101010101" pitchFamily="2" charset="-122"/>
              </a:rPr>
              <a:t>数据库设计与实现全过程</a:t>
            </a:r>
          </a:p>
        </p:txBody>
      </p:sp>
      <p:grpSp>
        <p:nvGrpSpPr>
          <p:cNvPr id="12291" name="组合 6">
            <a:extLst>
              <a:ext uri="{FF2B5EF4-FFF2-40B4-BE49-F238E27FC236}">
                <a16:creationId xmlns:a16="http://schemas.microsoft.com/office/drawing/2014/main" id="{32ADCA7C-511D-4ABF-A7D9-2C964C12343B}"/>
              </a:ext>
            </a:extLst>
          </p:cNvPr>
          <p:cNvGrpSpPr>
            <a:grpSpLocks/>
          </p:cNvGrpSpPr>
          <p:nvPr/>
        </p:nvGrpSpPr>
        <p:grpSpPr bwMode="auto">
          <a:xfrm>
            <a:off x="588963" y="727075"/>
            <a:ext cx="2360612" cy="1709738"/>
            <a:chOff x="588963" y="727075"/>
            <a:chExt cx="2360299" cy="1710484"/>
          </a:xfrm>
        </p:grpSpPr>
        <p:pic>
          <p:nvPicPr>
            <p:cNvPr id="12318" name="图片 3">
              <a:extLst>
                <a:ext uri="{FF2B5EF4-FFF2-40B4-BE49-F238E27FC236}">
                  <a16:creationId xmlns:a16="http://schemas.microsoft.com/office/drawing/2014/main" id="{752CB49A-5E2D-486F-8A0F-C95A2204E7C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3868" y="1352003"/>
              <a:ext cx="627062"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19" name="图片 5">
              <a:extLst>
                <a:ext uri="{FF2B5EF4-FFF2-40B4-BE49-F238E27FC236}">
                  <a16:creationId xmlns:a16="http://schemas.microsoft.com/office/drawing/2014/main" id="{AC413EBB-FEC5-4412-B953-EAFDCA929AD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48080" y="1352003"/>
              <a:ext cx="625475"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20" name="图片 6">
              <a:extLst>
                <a:ext uri="{FF2B5EF4-FFF2-40B4-BE49-F238E27FC236}">
                  <a16:creationId xmlns:a16="http://schemas.microsoft.com/office/drawing/2014/main" id="{BD43F020-25A5-4D5E-9A30-DEAA9BBE58E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26736" y="1352003"/>
              <a:ext cx="627063" cy="62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21" name="文本框 9">
              <a:extLst>
                <a:ext uri="{FF2B5EF4-FFF2-40B4-BE49-F238E27FC236}">
                  <a16:creationId xmlns:a16="http://schemas.microsoft.com/office/drawing/2014/main" id="{64D63B44-17B2-4410-BFE6-A21C7310B727}"/>
                </a:ext>
              </a:extLst>
            </p:cNvPr>
            <p:cNvSpPr txBox="1">
              <a:spLocks noChangeArrowheads="1"/>
            </p:cNvSpPr>
            <p:nvPr/>
          </p:nvSpPr>
          <p:spPr bwMode="auto">
            <a:xfrm>
              <a:off x="1316318" y="732084"/>
              <a:ext cx="10064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r>
                <a:rPr kumimoji="0" lang="zh-CN" altLang="en-US" sz="1600">
                  <a:latin typeface="黑体" panose="02010609060101010101" pitchFamily="49" charset="-122"/>
                  <a:ea typeface="黑体" panose="02010609060101010101" pitchFamily="49" charset="-122"/>
                </a:rPr>
                <a:t>数据需求</a:t>
              </a:r>
            </a:p>
          </p:txBody>
        </p:sp>
        <p:sp>
          <p:nvSpPr>
            <p:cNvPr id="12322" name="矩形 5">
              <a:extLst>
                <a:ext uri="{FF2B5EF4-FFF2-40B4-BE49-F238E27FC236}">
                  <a16:creationId xmlns:a16="http://schemas.microsoft.com/office/drawing/2014/main" id="{14065AD3-35F9-47AA-A9B5-ED066EBE3AD9}"/>
                </a:ext>
              </a:extLst>
            </p:cNvPr>
            <p:cNvSpPr>
              <a:spLocks noChangeArrowheads="1"/>
            </p:cNvSpPr>
            <p:nvPr/>
          </p:nvSpPr>
          <p:spPr bwMode="auto">
            <a:xfrm>
              <a:off x="588963" y="727075"/>
              <a:ext cx="2360299" cy="1710484"/>
            </a:xfrm>
            <a:prstGeom prst="rect">
              <a:avLst/>
            </a:prstGeom>
            <a:noFill/>
            <a:ln w="127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endParaRPr lang="zh-CN" altLang="en-US">
                <a:ea typeface="宋体" panose="02010600030101010101" pitchFamily="2" charset="-122"/>
              </a:endParaRPr>
            </a:p>
          </p:txBody>
        </p:sp>
      </p:grpSp>
      <p:grpSp>
        <p:nvGrpSpPr>
          <p:cNvPr id="8" name="组合 7">
            <a:extLst>
              <a:ext uri="{FF2B5EF4-FFF2-40B4-BE49-F238E27FC236}">
                <a16:creationId xmlns:a16="http://schemas.microsoft.com/office/drawing/2014/main" id="{C4C56B61-F5C5-45BE-AB7A-A1002C0CEC82}"/>
              </a:ext>
            </a:extLst>
          </p:cNvPr>
          <p:cNvGrpSpPr>
            <a:grpSpLocks/>
          </p:cNvGrpSpPr>
          <p:nvPr/>
        </p:nvGrpSpPr>
        <p:grpSpPr bwMode="auto">
          <a:xfrm>
            <a:off x="3419475" y="727075"/>
            <a:ext cx="4713288" cy="1774825"/>
            <a:chOff x="3418961" y="727075"/>
            <a:chExt cx="4714048" cy="1775534"/>
          </a:xfrm>
        </p:grpSpPr>
        <p:pic>
          <p:nvPicPr>
            <p:cNvPr id="12314" name="图片 4">
              <a:extLst>
                <a:ext uri="{FF2B5EF4-FFF2-40B4-BE49-F238E27FC236}">
                  <a16:creationId xmlns:a16="http://schemas.microsoft.com/office/drawing/2014/main" id="{D51EECDF-A57E-4298-99AF-B0802A30CEF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806948" y="888310"/>
              <a:ext cx="3097215" cy="1549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15" name="文本框 10">
              <a:extLst>
                <a:ext uri="{FF2B5EF4-FFF2-40B4-BE49-F238E27FC236}">
                  <a16:creationId xmlns:a16="http://schemas.microsoft.com/office/drawing/2014/main" id="{63C76313-5C70-4F01-9D5A-C59144B04D46}"/>
                </a:ext>
              </a:extLst>
            </p:cNvPr>
            <p:cNvSpPr txBox="1">
              <a:spLocks noChangeArrowheads="1"/>
            </p:cNvSpPr>
            <p:nvPr/>
          </p:nvSpPr>
          <p:spPr bwMode="auto">
            <a:xfrm>
              <a:off x="4375942" y="732084"/>
              <a:ext cx="90281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r>
                <a:rPr kumimoji="0" lang="en-US" altLang="zh-CN" sz="1600">
                  <a:latin typeface="黑体" panose="02010609060101010101" pitchFamily="49" charset="-122"/>
                  <a:ea typeface="黑体" panose="02010609060101010101" pitchFamily="49" charset="-122"/>
                </a:rPr>
                <a:t>E-R</a:t>
              </a:r>
              <a:r>
                <a:rPr kumimoji="0" lang="zh-CN" altLang="en-US" sz="1600">
                  <a:latin typeface="黑体" panose="02010609060101010101" pitchFamily="49" charset="-122"/>
                  <a:ea typeface="黑体" panose="02010609060101010101" pitchFamily="49" charset="-122"/>
                </a:rPr>
                <a:t>设计</a:t>
              </a:r>
            </a:p>
          </p:txBody>
        </p:sp>
        <p:sp>
          <p:nvSpPr>
            <p:cNvPr id="12316" name="下箭头 16">
              <a:extLst>
                <a:ext uri="{FF2B5EF4-FFF2-40B4-BE49-F238E27FC236}">
                  <a16:creationId xmlns:a16="http://schemas.microsoft.com/office/drawing/2014/main" id="{C8EE6359-DEED-43AA-B09C-4FC8F872BCA3}"/>
                </a:ext>
              </a:extLst>
            </p:cNvPr>
            <p:cNvSpPr>
              <a:spLocks noChangeArrowheads="1"/>
            </p:cNvSpPr>
            <p:nvPr/>
          </p:nvSpPr>
          <p:spPr bwMode="auto">
            <a:xfrm rot="-5400000">
              <a:off x="3528499" y="1242465"/>
              <a:ext cx="360362" cy="579437"/>
            </a:xfrm>
            <a:prstGeom prst="downArrow">
              <a:avLst>
                <a:gd name="adj1" fmla="val 50000"/>
                <a:gd name="adj2" fmla="val 49972"/>
              </a:avLst>
            </a:prstGeom>
            <a:solidFill>
              <a:srgbClr val="00B0F0"/>
            </a:solidFill>
            <a:ln w="9525" algn="ctr">
              <a:solidFill>
                <a:schemeClr val="tx1"/>
              </a:solidFill>
              <a:round/>
              <a:headEnd/>
              <a:tailEnd/>
            </a:ln>
          </p:spPr>
          <p:txBody>
            <a:bodyPr wrap="none"/>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endParaRPr kumimoji="0" lang="zh-CN" altLang="en-US" sz="1600">
                <a:ea typeface="宋体" panose="02010600030101010101" pitchFamily="2" charset="-122"/>
              </a:endParaRPr>
            </a:p>
          </p:txBody>
        </p:sp>
        <p:sp>
          <p:nvSpPr>
            <p:cNvPr id="12317" name="矩形 23">
              <a:extLst>
                <a:ext uri="{FF2B5EF4-FFF2-40B4-BE49-F238E27FC236}">
                  <a16:creationId xmlns:a16="http://schemas.microsoft.com/office/drawing/2014/main" id="{D9BF374B-1802-4930-889D-9716256D8706}"/>
                </a:ext>
              </a:extLst>
            </p:cNvPr>
            <p:cNvSpPr>
              <a:spLocks noChangeArrowheads="1"/>
            </p:cNvSpPr>
            <p:nvPr/>
          </p:nvSpPr>
          <p:spPr bwMode="auto">
            <a:xfrm>
              <a:off x="4323837" y="727075"/>
              <a:ext cx="3809172" cy="1775534"/>
            </a:xfrm>
            <a:prstGeom prst="rect">
              <a:avLst/>
            </a:prstGeom>
            <a:noFill/>
            <a:ln w="127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endParaRPr lang="zh-CN" altLang="en-US">
                <a:ea typeface="宋体" panose="02010600030101010101" pitchFamily="2" charset="-122"/>
              </a:endParaRPr>
            </a:p>
          </p:txBody>
        </p:sp>
      </p:grpSp>
      <p:grpSp>
        <p:nvGrpSpPr>
          <p:cNvPr id="10" name="组合 9">
            <a:extLst>
              <a:ext uri="{FF2B5EF4-FFF2-40B4-BE49-F238E27FC236}">
                <a16:creationId xmlns:a16="http://schemas.microsoft.com/office/drawing/2014/main" id="{66AD7348-5338-43E4-AAD7-418192526235}"/>
              </a:ext>
            </a:extLst>
          </p:cNvPr>
          <p:cNvGrpSpPr>
            <a:grpSpLocks/>
          </p:cNvGrpSpPr>
          <p:nvPr/>
        </p:nvGrpSpPr>
        <p:grpSpPr bwMode="auto">
          <a:xfrm>
            <a:off x="4270375" y="2519363"/>
            <a:ext cx="4208463" cy="2039937"/>
            <a:chOff x="4269634" y="2519412"/>
            <a:chExt cx="4208945" cy="2040512"/>
          </a:xfrm>
        </p:grpSpPr>
        <p:sp>
          <p:nvSpPr>
            <p:cNvPr id="12310" name="矩形 8">
              <a:extLst>
                <a:ext uri="{FF2B5EF4-FFF2-40B4-BE49-F238E27FC236}">
                  <a16:creationId xmlns:a16="http://schemas.microsoft.com/office/drawing/2014/main" id="{BA7B061C-1658-43CC-9B2C-BAE63FFBFDC3}"/>
                </a:ext>
              </a:extLst>
            </p:cNvPr>
            <p:cNvSpPr>
              <a:spLocks noChangeArrowheads="1"/>
            </p:cNvSpPr>
            <p:nvPr/>
          </p:nvSpPr>
          <p:spPr bwMode="auto">
            <a:xfrm>
              <a:off x="4309804" y="3196082"/>
              <a:ext cx="4168775" cy="132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r>
                <a:rPr kumimoji="0" lang="en-US" altLang="zh-CN" sz="2000" b="1">
                  <a:latin typeface="Microsoft Yi Baiti" panose="03000500000000000000" pitchFamily="66" charset="0"/>
                  <a:ea typeface="宋体" panose="02010600030101010101" pitchFamily="2" charset="-122"/>
                </a:rPr>
                <a:t>instructor (</a:t>
              </a:r>
              <a:r>
                <a:rPr kumimoji="0" lang="en-US" altLang="zh-CN" sz="2000" b="1" u="sng">
                  <a:latin typeface="Microsoft Yi Baiti" panose="03000500000000000000" pitchFamily="66" charset="0"/>
                  <a:ea typeface="宋体" panose="02010600030101010101" pitchFamily="2" charset="-122"/>
                </a:rPr>
                <a:t>ID</a:t>
              </a:r>
              <a:r>
                <a:rPr kumimoji="0" lang="en-US" altLang="zh-CN" sz="2000" b="1">
                  <a:latin typeface="Microsoft Yi Baiti" panose="03000500000000000000" pitchFamily="66" charset="0"/>
                  <a:ea typeface="宋体" panose="02010600030101010101" pitchFamily="2" charset="-122"/>
                </a:rPr>
                <a:t>, name, dept_name, salary )</a:t>
              </a:r>
              <a:endParaRPr kumimoji="0" lang="zh-CN" altLang="en-US" sz="2000" b="1">
                <a:latin typeface="Microsoft Yi Baiti" panose="03000500000000000000" pitchFamily="66" charset="0"/>
                <a:ea typeface="宋体" panose="02010600030101010101" pitchFamily="2" charset="-122"/>
              </a:endParaRPr>
            </a:p>
            <a:p>
              <a:pPr>
                <a:spcBef>
                  <a:spcPct val="0"/>
                </a:spcBef>
                <a:buClrTx/>
                <a:buSzTx/>
                <a:buFontTx/>
                <a:buNone/>
              </a:pPr>
              <a:r>
                <a:rPr kumimoji="0" lang="en-US" altLang="zh-CN" sz="2000" b="1">
                  <a:latin typeface="Microsoft Yi Baiti" panose="03000500000000000000" pitchFamily="66" charset="0"/>
                  <a:ea typeface="宋体" panose="02010600030101010101" pitchFamily="2" charset="-122"/>
                </a:rPr>
                <a:t>student(</a:t>
              </a:r>
              <a:r>
                <a:rPr kumimoji="0" lang="en-US" altLang="zh-CN" sz="2000" b="1" u="sng">
                  <a:latin typeface="Microsoft Yi Baiti" panose="03000500000000000000" pitchFamily="66" charset="0"/>
                  <a:ea typeface="宋体" panose="02010600030101010101" pitchFamily="2" charset="-122"/>
                </a:rPr>
                <a:t>ID</a:t>
              </a:r>
              <a:r>
                <a:rPr kumimoji="0" lang="en-US" altLang="zh-CN" sz="2000" b="1">
                  <a:latin typeface="Microsoft Yi Baiti" panose="03000500000000000000" pitchFamily="66" charset="0"/>
                  <a:ea typeface="宋体" panose="02010600030101010101" pitchFamily="2" charset="-122"/>
                </a:rPr>
                <a:t>, name, dept_name,tot_cred)</a:t>
              </a:r>
              <a:endParaRPr kumimoji="0" lang="zh-CN" altLang="en-US" sz="2000" b="1">
                <a:latin typeface="Microsoft Yi Baiti" panose="03000500000000000000" pitchFamily="66" charset="0"/>
                <a:ea typeface="宋体" panose="02010600030101010101" pitchFamily="2" charset="-122"/>
              </a:endParaRPr>
            </a:p>
            <a:p>
              <a:pPr>
                <a:spcBef>
                  <a:spcPct val="0"/>
                </a:spcBef>
                <a:buClrTx/>
                <a:buSzTx/>
                <a:buFontTx/>
                <a:buNone/>
              </a:pPr>
              <a:r>
                <a:rPr kumimoji="0" lang="en-US" altLang="zh-CN" sz="2000" b="1">
                  <a:latin typeface="Microsoft Yi Baiti" panose="03000500000000000000" pitchFamily="66" charset="0"/>
                  <a:ea typeface="宋体" panose="02010600030101010101" pitchFamily="2" charset="-122"/>
                </a:rPr>
                <a:t>advisor(</a:t>
              </a:r>
              <a:r>
                <a:rPr kumimoji="0" lang="en-US" altLang="zh-CN" sz="2000" b="1" u="sng">
                  <a:latin typeface="Microsoft Yi Baiti" panose="03000500000000000000" pitchFamily="66" charset="0"/>
                  <a:ea typeface="宋体" panose="02010600030101010101" pitchFamily="2" charset="-122"/>
                </a:rPr>
                <a:t>s_ID,i_ID</a:t>
              </a:r>
              <a:r>
                <a:rPr kumimoji="0" lang="en-US" altLang="zh-CN" sz="2000" b="1">
                  <a:latin typeface="Microsoft Yi Baiti" panose="03000500000000000000" pitchFamily="66" charset="0"/>
                  <a:ea typeface="宋体" panose="02010600030101010101" pitchFamily="2" charset="-122"/>
                </a:rPr>
                <a:t>)</a:t>
              </a:r>
              <a:endParaRPr kumimoji="0" lang="zh-CN" altLang="en-US" sz="2000" b="1">
                <a:latin typeface="Microsoft Yi Baiti" panose="03000500000000000000" pitchFamily="66" charset="0"/>
                <a:ea typeface="宋体" panose="02010600030101010101" pitchFamily="2" charset="-122"/>
              </a:endParaRPr>
            </a:p>
            <a:p>
              <a:pPr>
                <a:spcBef>
                  <a:spcPct val="0"/>
                </a:spcBef>
                <a:buClrTx/>
                <a:buSzTx/>
                <a:buFontTx/>
                <a:buNone/>
              </a:pPr>
              <a:r>
                <a:rPr kumimoji="0" lang="en-US" altLang="zh-CN" sz="2000" b="1">
                  <a:latin typeface="Microsoft Yi Baiti" panose="03000500000000000000" pitchFamily="66" charset="0"/>
                  <a:ea typeface="宋体" panose="02010600030101010101" pitchFamily="2" charset="-122"/>
                </a:rPr>
                <a:t>department(</a:t>
              </a:r>
              <a:r>
                <a:rPr kumimoji="0" lang="en-US" altLang="zh-CN" sz="2000" b="1" u="sng">
                  <a:latin typeface="Microsoft Yi Baiti" panose="03000500000000000000" pitchFamily="66" charset="0"/>
                  <a:ea typeface="宋体" panose="02010600030101010101" pitchFamily="2" charset="-122"/>
                </a:rPr>
                <a:t>dept_name</a:t>
              </a:r>
              <a:r>
                <a:rPr kumimoji="0" lang="en-US" altLang="zh-CN" sz="2000" b="1">
                  <a:latin typeface="Microsoft Yi Baiti" panose="03000500000000000000" pitchFamily="66" charset="0"/>
                  <a:ea typeface="宋体" panose="02010600030101010101" pitchFamily="2" charset="-122"/>
                </a:rPr>
                <a:t>,building, budget)</a:t>
              </a:r>
              <a:endParaRPr kumimoji="0" lang="zh-CN" altLang="en-US" sz="2000" b="1">
                <a:latin typeface="Microsoft Yi Baiti" panose="03000500000000000000" pitchFamily="66" charset="0"/>
                <a:ea typeface="宋体" panose="02010600030101010101" pitchFamily="2" charset="-122"/>
              </a:endParaRPr>
            </a:p>
          </p:txBody>
        </p:sp>
        <p:sp>
          <p:nvSpPr>
            <p:cNvPr id="12311" name="文本框 11">
              <a:extLst>
                <a:ext uri="{FF2B5EF4-FFF2-40B4-BE49-F238E27FC236}">
                  <a16:creationId xmlns:a16="http://schemas.microsoft.com/office/drawing/2014/main" id="{C984A0EF-F5B4-4037-BEBB-F007320C96A1}"/>
                </a:ext>
              </a:extLst>
            </p:cNvPr>
            <p:cNvSpPr txBox="1">
              <a:spLocks noChangeArrowheads="1"/>
            </p:cNvSpPr>
            <p:nvPr/>
          </p:nvSpPr>
          <p:spPr bwMode="auto">
            <a:xfrm>
              <a:off x="4309804" y="2853310"/>
              <a:ext cx="14319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r>
                <a:rPr kumimoji="0" lang="zh-CN" altLang="en-US" sz="1600">
                  <a:latin typeface="黑体" panose="02010609060101010101" pitchFamily="49" charset="-122"/>
                  <a:ea typeface="黑体" panose="02010609060101010101" pitchFamily="49" charset="-122"/>
                </a:rPr>
                <a:t>关系模式设计</a:t>
              </a:r>
            </a:p>
          </p:txBody>
        </p:sp>
        <p:sp>
          <p:nvSpPr>
            <p:cNvPr id="12312" name="下箭头 15">
              <a:extLst>
                <a:ext uri="{FF2B5EF4-FFF2-40B4-BE49-F238E27FC236}">
                  <a16:creationId xmlns:a16="http://schemas.microsoft.com/office/drawing/2014/main" id="{C5354B7B-4BAF-4229-83EF-577FC0CC8900}"/>
                </a:ext>
              </a:extLst>
            </p:cNvPr>
            <p:cNvSpPr>
              <a:spLocks noChangeArrowheads="1"/>
            </p:cNvSpPr>
            <p:nvPr/>
          </p:nvSpPr>
          <p:spPr bwMode="auto">
            <a:xfrm>
              <a:off x="6175372" y="2519412"/>
              <a:ext cx="360363" cy="244987"/>
            </a:xfrm>
            <a:prstGeom prst="downArrow">
              <a:avLst>
                <a:gd name="adj1" fmla="val 50000"/>
                <a:gd name="adj2" fmla="val 49972"/>
              </a:avLst>
            </a:prstGeom>
            <a:solidFill>
              <a:srgbClr val="00B0F0"/>
            </a:solidFill>
            <a:ln w="9525" algn="ctr">
              <a:solidFill>
                <a:schemeClr val="tx1"/>
              </a:solidFill>
              <a:round/>
              <a:headEnd/>
              <a:tailEnd/>
            </a:ln>
          </p:spPr>
          <p:txBody>
            <a:bodyPr wrap="none"/>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endParaRPr lang="zh-CN" altLang="en-US">
                <a:ea typeface="宋体" panose="02010600030101010101" pitchFamily="2" charset="-122"/>
              </a:endParaRPr>
            </a:p>
          </p:txBody>
        </p:sp>
        <p:sp>
          <p:nvSpPr>
            <p:cNvPr id="12313" name="矩形 24">
              <a:extLst>
                <a:ext uri="{FF2B5EF4-FFF2-40B4-BE49-F238E27FC236}">
                  <a16:creationId xmlns:a16="http://schemas.microsoft.com/office/drawing/2014/main" id="{826A2DD1-6048-4AEB-B74D-B929D24C6F24}"/>
                </a:ext>
              </a:extLst>
            </p:cNvPr>
            <p:cNvSpPr>
              <a:spLocks noChangeArrowheads="1"/>
            </p:cNvSpPr>
            <p:nvPr/>
          </p:nvSpPr>
          <p:spPr bwMode="auto">
            <a:xfrm>
              <a:off x="4269634" y="2784390"/>
              <a:ext cx="4017920" cy="1775534"/>
            </a:xfrm>
            <a:prstGeom prst="rect">
              <a:avLst/>
            </a:prstGeom>
            <a:noFill/>
            <a:ln w="127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endParaRPr lang="zh-CN" altLang="en-US">
                <a:ea typeface="宋体" panose="02010600030101010101" pitchFamily="2" charset="-122"/>
              </a:endParaRPr>
            </a:p>
          </p:txBody>
        </p:sp>
      </p:grpSp>
      <p:grpSp>
        <p:nvGrpSpPr>
          <p:cNvPr id="15" name="组合 14">
            <a:extLst>
              <a:ext uri="{FF2B5EF4-FFF2-40B4-BE49-F238E27FC236}">
                <a16:creationId xmlns:a16="http://schemas.microsoft.com/office/drawing/2014/main" id="{9FBF3498-70E5-4EF6-BFCD-D7B54F88E12D}"/>
              </a:ext>
            </a:extLst>
          </p:cNvPr>
          <p:cNvGrpSpPr>
            <a:grpSpLocks/>
          </p:cNvGrpSpPr>
          <p:nvPr/>
        </p:nvGrpSpPr>
        <p:grpSpPr bwMode="auto">
          <a:xfrm>
            <a:off x="393700" y="2763838"/>
            <a:ext cx="3622675" cy="1795462"/>
            <a:chOff x="393731" y="2764399"/>
            <a:chExt cx="3623269" cy="1795525"/>
          </a:xfrm>
        </p:grpSpPr>
        <p:sp>
          <p:nvSpPr>
            <p:cNvPr id="12306" name="文本框 12">
              <a:extLst>
                <a:ext uri="{FF2B5EF4-FFF2-40B4-BE49-F238E27FC236}">
                  <a16:creationId xmlns:a16="http://schemas.microsoft.com/office/drawing/2014/main" id="{97B97C87-4CEE-4446-8A7F-1AB311A77C46}"/>
                </a:ext>
              </a:extLst>
            </p:cNvPr>
            <p:cNvSpPr txBox="1">
              <a:spLocks noChangeArrowheads="1"/>
            </p:cNvSpPr>
            <p:nvPr/>
          </p:nvSpPr>
          <p:spPr bwMode="auto">
            <a:xfrm>
              <a:off x="997329" y="2764399"/>
              <a:ext cx="162083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r>
                <a:rPr kumimoji="0" lang="zh-CN" altLang="en-US" sz="1600" dirty="0">
                  <a:latin typeface="黑体" panose="02010609060101010101" pitchFamily="49" charset="-122"/>
                  <a:ea typeface="黑体" panose="02010609060101010101" pitchFamily="49" charset="-122"/>
                </a:rPr>
                <a:t>关系模式规范化</a:t>
              </a:r>
            </a:p>
          </p:txBody>
        </p:sp>
        <p:sp>
          <p:nvSpPr>
            <p:cNvPr id="12307" name="文本框 13">
              <a:extLst>
                <a:ext uri="{FF2B5EF4-FFF2-40B4-BE49-F238E27FC236}">
                  <a16:creationId xmlns:a16="http://schemas.microsoft.com/office/drawing/2014/main" id="{B853C597-BC73-4BFC-89AE-B520DE1E24ED}"/>
                </a:ext>
              </a:extLst>
            </p:cNvPr>
            <p:cNvSpPr txBox="1">
              <a:spLocks noChangeArrowheads="1"/>
            </p:cNvSpPr>
            <p:nvPr/>
          </p:nvSpPr>
          <p:spPr bwMode="auto">
            <a:xfrm>
              <a:off x="530787" y="3067274"/>
              <a:ext cx="2652837" cy="1438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25000"/>
                </a:lnSpc>
                <a:spcBef>
                  <a:spcPct val="0"/>
                </a:spcBef>
                <a:buClrTx/>
                <a:buSzTx/>
                <a:buFontTx/>
                <a:buNone/>
              </a:pPr>
              <a:r>
                <a:rPr kumimoji="0" lang="en-US" altLang="zh-CN" sz="1400" dirty="0">
                  <a:ea typeface="宋体" panose="02010600030101010101" pitchFamily="2" charset="-122"/>
                </a:rPr>
                <a:t>1</a:t>
              </a:r>
              <a:r>
                <a:rPr kumimoji="0" lang="zh-CN" altLang="en-US" sz="1400" dirty="0">
                  <a:ea typeface="宋体" panose="02010600030101010101" pitchFamily="2" charset="-122"/>
                </a:rPr>
                <a:t>、有无各种数据异常？</a:t>
              </a:r>
              <a:endParaRPr kumimoji="0" lang="en-US" altLang="zh-CN" sz="1400" dirty="0">
                <a:ea typeface="宋体" panose="02010600030101010101" pitchFamily="2" charset="-122"/>
              </a:endParaRPr>
            </a:p>
            <a:p>
              <a:pPr>
                <a:lnSpc>
                  <a:spcPct val="125000"/>
                </a:lnSpc>
                <a:spcBef>
                  <a:spcPct val="0"/>
                </a:spcBef>
                <a:buClrTx/>
                <a:buSzTx/>
                <a:buFontTx/>
                <a:buNone/>
              </a:pPr>
              <a:r>
                <a:rPr kumimoji="0" lang="en-US" altLang="zh-CN" sz="1400" dirty="0">
                  <a:ea typeface="宋体" panose="02010600030101010101" pitchFamily="2" charset="-122"/>
                </a:rPr>
                <a:t>2</a:t>
              </a:r>
              <a:r>
                <a:rPr kumimoji="0" lang="zh-CN" altLang="en-US" sz="1400" dirty="0">
                  <a:ea typeface="宋体" panose="02010600030101010101" pitchFamily="2" charset="-122"/>
                </a:rPr>
                <a:t>、符合哪级范式？</a:t>
              </a:r>
              <a:endParaRPr kumimoji="0" lang="en-US" altLang="zh-CN" sz="1400" dirty="0">
                <a:ea typeface="宋体" panose="02010600030101010101" pitchFamily="2" charset="-122"/>
              </a:endParaRPr>
            </a:p>
            <a:p>
              <a:pPr>
                <a:lnSpc>
                  <a:spcPct val="125000"/>
                </a:lnSpc>
                <a:spcBef>
                  <a:spcPct val="0"/>
                </a:spcBef>
                <a:buClrTx/>
                <a:buSzTx/>
                <a:buFontTx/>
                <a:buNone/>
              </a:pPr>
              <a:r>
                <a:rPr kumimoji="0" lang="en-US" altLang="zh-CN" sz="1400" dirty="0">
                  <a:ea typeface="宋体" panose="02010600030101010101" pitchFamily="2" charset="-122"/>
                </a:rPr>
                <a:t>3</a:t>
              </a:r>
              <a:r>
                <a:rPr kumimoji="0" lang="zh-CN" altLang="en-US" sz="1400" dirty="0">
                  <a:ea typeface="宋体" panose="02010600030101010101" pitchFamily="2" charset="-122"/>
                </a:rPr>
                <a:t>、是否需要改造为更高范式？</a:t>
              </a:r>
              <a:endParaRPr kumimoji="0" lang="en-US" altLang="zh-CN" sz="1400" dirty="0">
                <a:ea typeface="宋体" panose="02010600030101010101" pitchFamily="2" charset="-122"/>
              </a:endParaRPr>
            </a:p>
            <a:p>
              <a:pPr>
                <a:lnSpc>
                  <a:spcPct val="125000"/>
                </a:lnSpc>
                <a:spcBef>
                  <a:spcPct val="0"/>
                </a:spcBef>
                <a:buClrTx/>
                <a:buSzTx/>
                <a:buFontTx/>
                <a:buNone/>
              </a:pPr>
              <a:r>
                <a:rPr kumimoji="0" lang="en-US" altLang="zh-CN" sz="1400" dirty="0">
                  <a:ea typeface="宋体" panose="02010600030101010101" pitchFamily="2" charset="-122"/>
                </a:rPr>
                <a:t>4</a:t>
              </a:r>
              <a:r>
                <a:rPr kumimoji="0" lang="zh-CN" altLang="en-US" sz="1400" dirty="0">
                  <a:ea typeface="宋体" panose="02010600030101010101" pitchFamily="2" charset="-122"/>
                </a:rPr>
                <a:t>、进一步改造修正关系模式的设计直至符合要求。</a:t>
              </a:r>
            </a:p>
          </p:txBody>
        </p:sp>
        <p:sp>
          <p:nvSpPr>
            <p:cNvPr id="12308" name="下箭头 17">
              <a:extLst>
                <a:ext uri="{FF2B5EF4-FFF2-40B4-BE49-F238E27FC236}">
                  <a16:creationId xmlns:a16="http://schemas.microsoft.com/office/drawing/2014/main" id="{C874B36C-4548-4AE2-ABA6-203B17C4AA86}"/>
                </a:ext>
              </a:extLst>
            </p:cNvPr>
            <p:cNvSpPr>
              <a:spLocks noChangeArrowheads="1"/>
            </p:cNvSpPr>
            <p:nvPr/>
          </p:nvSpPr>
          <p:spPr bwMode="auto">
            <a:xfrm rot="5400000">
              <a:off x="3547893" y="3456135"/>
              <a:ext cx="360363" cy="577850"/>
            </a:xfrm>
            <a:prstGeom prst="downArrow">
              <a:avLst>
                <a:gd name="adj1" fmla="val 50000"/>
                <a:gd name="adj2" fmla="val 49835"/>
              </a:avLst>
            </a:prstGeom>
            <a:solidFill>
              <a:srgbClr val="FF0000"/>
            </a:solidFill>
            <a:ln w="9525" algn="ctr">
              <a:solidFill>
                <a:schemeClr val="tx1"/>
              </a:solidFill>
              <a:round/>
              <a:headEnd/>
              <a:tailEnd/>
            </a:ln>
          </p:spPr>
          <p:txBody>
            <a:bodyPr wrap="none"/>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endParaRPr lang="zh-CN" altLang="en-US">
                <a:ea typeface="宋体" panose="02010600030101010101" pitchFamily="2" charset="-122"/>
              </a:endParaRPr>
            </a:p>
          </p:txBody>
        </p:sp>
        <p:sp>
          <p:nvSpPr>
            <p:cNvPr id="12309" name="矩形 25">
              <a:extLst>
                <a:ext uri="{FF2B5EF4-FFF2-40B4-BE49-F238E27FC236}">
                  <a16:creationId xmlns:a16="http://schemas.microsoft.com/office/drawing/2014/main" id="{07808534-C1E3-4394-AF2C-B728B877499E}"/>
                </a:ext>
              </a:extLst>
            </p:cNvPr>
            <p:cNvSpPr>
              <a:spLocks noChangeArrowheads="1"/>
            </p:cNvSpPr>
            <p:nvPr/>
          </p:nvSpPr>
          <p:spPr bwMode="auto">
            <a:xfrm>
              <a:off x="393731" y="2784390"/>
              <a:ext cx="2975299" cy="1775534"/>
            </a:xfrm>
            <a:prstGeom prst="rect">
              <a:avLst/>
            </a:prstGeom>
            <a:noFill/>
            <a:ln w="127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endParaRPr lang="zh-CN" altLang="en-US">
                <a:ea typeface="宋体" panose="02010600030101010101" pitchFamily="2" charset="-122"/>
              </a:endParaRPr>
            </a:p>
          </p:txBody>
        </p:sp>
      </p:grpSp>
      <p:grpSp>
        <p:nvGrpSpPr>
          <p:cNvPr id="29" name="组合 28">
            <a:extLst>
              <a:ext uri="{FF2B5EF4-FFF2-40B4-BE49-F238E27FC236}">
                <a16:creationId xmlns:a16="http://schemas.microsoft.com/office/drawing/2014/main" id="{355DB363-E7C5-40DD-A6DF-07695B908D78}"/>
              </a:ext>
            </a:extLst>
          </p:cNvPr>
          <p:cNvGrpSpPr>
            <a:grpSpLocks/>
          </p:cNvGrpSpPr>
          <p:nvPr/>
        </p:nvGrpSpPr>
        <p:grpSpPr bwMode="auto">
          <a:xfrm>
            <a:off x="369888" y="4649788"/>
            <a:ext cx="4829175" cy="1630362"/>
            <a:chOff x="370060" y="4650204"/>
            <a:chExt cx="4829206" cy="1629872"/>
          </a:xfrm>
        </p:grpSpPr>
        <p:sp>
          <p:nvSpPr>
            <p:cNvPr id="3" name="直角上箭头 2">
              <a:extLst>
                <a:ext uri="{FF2B5EF4-FFF2-40B4-BE49-F238E27FC236}">
                  <a16:creationId xmlns:a16="http://schemas.microsoft.com/office/drawing/2014/main" id="{76412051-032A-48C7-9495-75DBBB105F58}"/>
                </a:ext>
              </a:extLst>
            </p:cNvPr>
            <p:cNvSpPr/>
            <p:nvPr/>
          </p:nvSpPr>
          <p:spPr bwMode="auto">
            <a:xfrm rot="5400000">
              <a:off x="256663" y="4814385"/>
              <a:ext cx="717334" cy="490540"/>
            </a:xfrm>
            <a:prstGeom prst="bentUpArrow">
              <a:avLst>
                <a:gd name="adj1" fmla="val 35431"/>
                <a:gd name="adj2" fmla="val 25000"/>
                <a:gd name="adj3" fmla="val 25000"/>
              </a:avLst>
            </a:prstGeom>
            <a:solidFill>
              <a:srgbClr val="00B0F0"/>
            </a:solidFill>
            <a:ln w="9525" algn="ctr">
              <a:solidFill>
                <a:schemeClr val="tx1"/>
              </a:solidFill>
              <a:round/>
              <a:headEnd/>
              <a:tailEnd/>
            </a:ln>
          </p:spPr>
          <p:txBody>
            <a:bodyPr wrap="none"/>
            <a:lstStyle/>
            <a:p>
              <a:pPr>
                <a:defRPr/>
              </a:pPr>
              <a:endParaRPr lang="zh-CN" altLang="en-US">
                <a:ea typeface="宋体" panose="02010600030101010101" pitchFamily="2" charset="-122"/>
              </a:endParaRPr>
            </a:p>
          </p:txBody>
        </p:sp>
        <p:sp>
          <p:nvSpPr>
            <p:cNvPr id="12303" name="矩形 18">
              <a:extLst>
                <a:ext uri="{FF2B5EF4-FFF2-40B4-BE49-F238E27FC236}">
                  <a16:creationId xmlns:a16="http://schemas.microsoft.com/office/drawing/2014/main" id="{7FFC29B3-3F62-4D1D-B848-65AF28F01549}"/>
                </a:ext>
              </a:extLst>
            </p:cNvPr>
            <p:cNvSpPr>
              <a:spLocks noChangeArrowheads="1"/>
            </p:cNvSpPr>
            <p:nvPr/>
          </p:nvSpPr>
          <p:spPr bwMode="auto">
            <a:xfrm>
              <a:off x="913859" y="4956637"/>
              <a:ext cx="4285407"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r>
                <a:rPr kumimoji="0" lang="en-US" altLang="zh-CN" sz="2000" b="1">
                  <a:latin typeface="Microsoft Yi Baiti" panose="03000500000000000000" pitchFamily="66" charset="0"/>
                  <a:ea typeface="宋体" panose="02010600030101010101" pitchFamily="2" charset="-122"/>
                </a:rPr>
                <a:t>create table </a:t>
              </a:r>
              <a:r>
                <a:rPr kumimoji="0" lang="en-US" altLang="zh-CN" sz="2000" b="1" i="1">
                  <a:latin typeface="Microsoft Yi Baiti" panose="03000500000000000000" pitchFamily="66" charset="0"/>
                  <a:ea typeface="宋体" panose="02010600030101010101" pitchFamily="2" charset="-122"/>
                </a:rPr>
                <a:t>instructor</a:t>
              </a:r>
              <a:r>
                <a:rPr kumimoji="0" lang="en-US" altLang="zh-CN" sz="2000" b="1">
                  <a:latin typeface="Microsoft Yi Baiti" panose="03000500000000000000" pitchFamily="66" charset="0"/>
                  <a:ea typeface="宋体" panose="02010600030101010101" pitchFamily="2" charset="-122"/>
                </a:rPr>
                <a:t> (ID varchar(5),……)</a:t>
              </a:r>
            </a:p>
            <a:p>
              <a:pPr>
                <a:spcBef>
                  <a:spcPct val="0"/>
                </a:spcBef>
                <a:buClrTx/>
                <a:buSzTx/>
                <a:buFontTx/>
                <a:buNone/>
              </a:pPr>
              <a:r>
                <a:rPr kumimoji="0" lang="en-US" altLang="zh-CN" sz="2000" b="1">
                  <a:latin typeface="Microsoft Yi Baiti" panose="03000500000000000000" pitchFamily="66" charset="0"/>
                  <a:ea typeface="宋体" panose="02010600030101010101" pitchFamily="2" charset="-122"/>
                </a:rPr>
                <a:t>create table </a:t>
              </a:r>
              <a:r>
                <a:rPr kumimoji="0" lang="en-US" altLang="zh-CN" sz="2000" b="1" i="1">
                  <a:latin typeface="Microsoft Yi Baiti" panose="03000500000000000000" pitchFamily="66" charset="0"/>
                  <a:ea typeface="宋体" panose="02010600030101010101" pitchFamily="2" charset="-122"/>
                </a:rPr>
                <a:t>student</a:t>
              </a:r>
              <a:r>
                <a:rPr kumimoji="0" lang="en-US" altLang="zh-CN" sz="2000" b="1">
                  <a:latin typeface="Microsoft Yi Baiti" panose="03000500000000000000" pitchFamily="66" charset="0"/>
                  <a:ea typeface="宋体" panose="02010600030101010101" pitchFamily="2" charset="-122"/>
                </a:rPr>
                <a:t>(ID varchar(5),……)</a:t>
              </a:r>
            </a:p>
            <a:p>
              <a:pPr>
                <a:spcBef>
                  <a:spcPct val="0"/>
                </a:spcBef>
                <a:buClrTx/>
                <a:buSzTx/>
                <a:buFontTx/>
                <a:buNone/>
              </a:pPr>
              <a:r>
                <a:rPr kumimoji="0" lang="en-US" altLang="zh-CN" sz="2000" b="1">
                  <a:latin typeface="Microsoft Yi Baiti" panose="03000500000000000000" pitchFamily="66" charset="0"/>
                  <a:ea typeface="宋体" panose="02010600030101010101" pitchFamily="2" charset="-122"/>
                </a:rPr>
                <a:t>create table </a:t>
              </a:r>
              <a:r>
                <a:rPr kumimoji="0" lang="en-US" altLang="zh-CN" sz="2000" b="1" i="1">
                  <a:latin typeface="Microsoft Yi Baiti" panose="03000500000000000000" pitchFamily="66" charset="0"/>
                  <a:ea typeface="宋体" panose="02010600030101010101" pitchFamily="2" charset="-122"/>
                </a:rPr>
                <a:t>advisor</a:t>
              </a:r>
              <a:r>
                <a:rPr kumimoji="0" lang="en-US" altLang="zh-CN" sz="2000" b="1">
                  <a:latin typeface="Microsoft Yi Baiti" panose="03000500000000000000" pitchFamily="66" charset="0"/>
                  <a:ea typeface="宋体" panose="02010600030101010101" pitchFamily="2" charset="-122"/>
                </a:rPr>
                <a:t>(s_ID varchar(5),……)</a:t>
              </a:r>
            </a:p>
            <a:p>
              <a:pPr>
                <a:spcBef>
                  <a:spcPct val="0"/>
                </a:spcBef>
                <a:buClrTx/>
                <a:buSzTx/>
                <a:buFontTx/>
                <a:buNone/>
              </a:pPr>
              <a:r>
                <a:rPr kumimoji="0" lang="en-US" altLang="zh-CN" sz="2000" b="1">
                  <a:latin typeface="Microsoft Yi Baiti" panose="03000500000000000000" pitchFamily="66" charset="0"/>
                  <a:ea typeface="宋体" panose="02010600030101010101" pitchFamily="2" charset="-122"/>
                </a:rPr>
                <a:t>create table </a:t>
              </a:r>
              <a:r>
                <a:rPr kumimoji="0" lang="en-US" altLang="zh-CN" sz="2000" b="1" i="1">
                  <a:latin typeface="Microsoft Yi Baiti" panose="03000500000000000000" pitchFamily="66" charset="0"/>
                  <a:ea typeface="宋体" panose="02010600030101010101" pitchFamily="2" charset="-122"/>
                </a:rPr>
                <a:t>department</a:t>
              </a:r>
              <a:r>
                <a:rPr kumimoji="0" lang="en-US" altLang="zh-CN" sz="2000" b="1">
                  <a:latin typeface="Microsoft Yi Baiti" panose="03000500000000000000" pitchFamily="66" charset="0"/>
                  <a:ea typeface="宋体" panose="02010600030101010101" pitchFamily="2" charset="-122"/>
                </a:rPr>
                <a:t>(dept_name……)</a:t>
              </a:r>
              <a:endParaRPr kumimoji="0" lang="zh-CN" altLang="en-US" sz="2000" b="1">
                <a:latin typeface="Microsoft Yi Baiti" panose="03000500000000000000" pitchFamily="66" charset="0"/>
                <a:ea typeface="宋体" panose="02010600030101010101" pitchFamily="2" charset="-122"/>
              </a:endParaRPr>
            </a:p>
          </p:txBody>
        </p:sp>
        <p:sp>
          <p:nvSpPr>
            <p:cNvPr id="12304" name="文本框 20">
              <a:extLst>
                <a:ext uri="{FF2B5EF4-FFF2-40B4-BE49-F238E27FC236}">
                  <a16:creationId xmlns:a16="http://schemas.microsoft.com/office/drawing/2014/main" id="{FAD9F66E-BA16-4B46-8251-7BC058BE9DF2}"/>
                </a:ext>
              </a:extLst>
            </p:cNvPr>
            <p:cNvSpPr txBox="1">
              <a:spLocks noChangeArrowheads="1"/>
            </p:cNvSpPr>
            <p:nvPr/>
          </p:nvSpPr>
          <p:spPr bwMode="auto">
            <a:xfrm>
              <a:off x="2088435" y="4650204"/>
              <a:ext cx="12105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r>
                <a:rPr kumimoji="0" lang="zh-CN" altLang="en-US" sz="1600">
                  <a:latin typeface="黑体" panose="02010609060101010101" pitchFamily="49" charset="-122"/>
                  <a:ea typeface="黑体" panose="02010609060101010101" pitchFamily="49" charset="-122"/>
                </a:rPr>
                <a:t>数据库定义</a:t>
              </a:r>
            </a:p>
          </p:txBody>
        </p:sp>
        <p:sp>
          <p:nvSpPr>
            <p:cNvPr id="12305" name="矩形 26">
              <a:extLst>
                <a:ext uri="{FF2B5EF4-FFF2-40B4-BE49-F238E27FC236}">
                  <a16:creationId xmlns:a16="http://schemas.microsoft.com/office/drawing/2014/main" id="{C0A1C74D-56BF-4C0B-8115-8B3E9AB95F25}"/>
                </a:ext>
              </a:extLst>
            </p:cNvPr>
            <p:cNvSpPr>
              <a:spLocks noChangeArrowheads="1"/>
            </p:cNvSpPr>
            <p:nvPr/>
          </p:nvSpPr>
          <p:spPr bwMode="auto">
            <a:xfrm>
              <a:off x="940302" y="4700504"/>
              <a:ext cx="4095337" cy="1579572"/>
            </a:xfrm>
            <a:prstGeom prst="rect">
              <a:avLst/>
            </a:prstGeom>
            <a:noFill/>
            <a:ln w="127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endParaRPr lang="zh-CN" altLang="en-US">
                <a:ea typeface="宋体" panose="02010600030101010101" pitchFamily="2" charset="-122"/>
              </a:endParaRPr>
            </a:p>
          </p:txBody>
        </p:sp>
      </p:grpSp>
      <p:grpSp>
        <p:nvGrpSpPr>
          <p:cNvPr id="30" name="组合 29">
            <a:extLst>
              <a:ext uri="{FF2B5EF4-FFF2-40B4-BE49-F238E27FC236}">
                <a16:creationId xmlns:a16="http://schemas.microsoft.com/office/drawing/2014/main" id="{133730FF-E108-4D02-A34F-9B169B4B30E6}"/>
              </a:ext>
            </a:extLst>
          </p:cNvPr>
          <p:cNvGrpSpPr>
            <a:grpSpLocks/>
          </p:cNvGrpSpPr>
          <p:nvPr/>
        </p:nvGrpSpPr>
        <p:grpSpPr bwMode="auto">
          <a:xfrm>
            <a:off x="5468938" y="4649788"/>
            <a:ext cx="2819400" cy="1630362"/>
            <a:chOff x="5469126" y="4650204"/>
            <a:chExt cx="2818429" cy="1629872"/>
          </a:xfrm>
        </p:grpSpPr>
        <p:pic>
          <p:nvPicPr>
            <p:cNvPr id="12297" name="Picture 8" descr="2">
              <a:extLst>
                <a:ext uri="{FF2B5EF4-FFF2-40B4-BE49-F238E27FC236}">
                  <a16:creationId xmlns:a16="http://schemas.microsoft.com/office/drawing/2014/main" id="{92E715D0-C102-4DB3-9F15-F0C5A92F4AD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b="50357"/>
            <a:stretch>
              <a:fillRect/>
            </a:stretch>
          </p:blipFill>
          <p:spPr bwMode="auto">
            <a:xfrm>
              <a:off x="6306751" y="5170793"/>
              <a:ext cx="1836753" cy="684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8" name="下箭头 19">
              <a:extLst>
                <a:ext uri="{FF2B5EF4-FFF2-40B4-BE49-F238E27FC236}">
                  <a16:creationId xmlns:a16="http://schemas.microsoft.com/office/drawing/2014/main" id="{FAE9BFA9-85C4-4469-BF70-D24A095DAAA1}"/>
                </a:ext>
              </a:extLst>
            </p:cNvPr>
            <p:cNvSpPr>
              <a:spLocks noChangeArrowheads="1"/>
            </p:cNvSpPr>
            <p:nvPr/>
          </p:nvSpPr>
          <p:spPr bwMode="auto">
            <a:xfrm rot="-5400000">
              <a:off x="5578664" y="5230018"/>
              <a:ext cx="360362" cy="579437"/>
            </a:xfrm>
            <a:prstGeom prst="downArrow">
              <a:avLst>
                <a:gd name="adj1" fmla="val 50000"/>
                <a:gd name="adj2" fmla="val 49972"/>
              </a:avLst>
            </a:prstGeom>
            <a:solidFill>
              <a:srgbClr val="00B0F0"/>
            </a:solidFill>
            <a:ln w="9525" algn="ctr">
              <a:solidFill>
                <a:schemeClr val="tx1"/>
              </a:solidFill>
              <a:round/>
              <a:headEnd/>
              <a:tailEnd/>
            </a:ln>
          </p:spPr>
          <p:txBody>
            <a:bodyPr wrap="none"/>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endParaRPr lang="zh-CN" altLang="en-US">
                <a:ea typeface="宋体" panose="02010600030101010101" pitchFamily="2" charset="-122"/>
              </a:endParaRPr>
            </a:p>
          </p:txBody>
        </p:sp>
        <p:sp>
          <p:nvSpPr>
            <p:cNvPr id="4" name="流程图: 磁盘 3">
              <a:extLst>
                <a:ext uri="{FF2B5EF4-FFF2-40B4-BE49-F238E27FC236}">
                  <a16:creationId xmlns:a16="http://schemas.microsoft.com/office/drawing/2014/main" id="{FA2391B2-6C13-4F76-AE92-95FE40BCC019}"/>
                </a:ext>
              </a:extLst>
            </p:cNvPr>
            <p:cNvSpPr/>
            <p:nvPr/>
          </p:nvSpPr>
          <p:spPr bwMode="auto">
            <a:xfrm>
              <a:off x="6622841" y="5413562"/>
              <a:ext cx="1255281" cy="698290"/>
            </a:xfrm>
            <a:prstGeom prst="flowChartMagneticDisk">
              <a:avLst/>
            </a:prstGeom>
            <a:solidFill>
              <a:schemeClr val="bg1">
                <a:lumMod val="75000"/>
              </a:schemeClr>
            </a:solidFill>
            <a:ln w="28575" cap="flat" cmpd="sng" algn="ctr">
              <a:solidFill>
                <a:schemeClr val="bg1">
                  <a:lumMod val="25000"/>
                </a:schemeClr>
              </a:solidFill>
              <a:prstDash val="solid"/>
              <a:round/>
              <a:headEnd type="none" w="med" len="med"/>
              <a:tailEnd type="none" w="med" len="med"/>
            </a:ln>
            <a:effectLst/>
          </p:spPr>
          <p:txBody>
            <a:bodyPr wrap="none"/>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endParaRPr lang="zh-CN" altLang="en-US">
                <a:ea typeface="宋体" panose="02010600030101010101" pitchFamily="2" charset="-122"/>
              </a:endParaRPr>
            </a:p>
          </p:txBody>
        </p:sp>
        <p:sp>
          <p:nvSpPr>
            <p:cNvPr id="12300" name="文本框 21">
              <a:extLst>
                <a:ext uri="{FF2B5EF4-FFF2-40B4-BE49-F238E27FC236}">
                  <a16:creationId xmlns:a16="http://schemas.microsoft.com/office/drawing/2014/main" id="{B132B105-1381-4767-BFAB-BF6412ED244D}"/>
                </a:ext>
              </a:extLst>
            </p:cNvPr>
            <p:cNvSpPr txBox="1">
              <a:spLocks noChangeArrowheads="1"/>
            </p:cNvSpPr>
            <p:nvPr/>
          </p:nvSpPr>
          <p:spPr bwMode="auto">
            <a:xfrm>
              <a:off x="6417886" y="4650204"/>
              <a:ext cx="12105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r>
                <a:rPr kumimoji="0" lang="zh-CN" altLang="en-US" sz="1600">
                  <a:latin typeface="黑体" panose="02010609060101010101" pitchFamily="49" charset="-122"/>
                  <a:ea typeface="黑体" panose="02010609060101010101" pitchFamily="49" charset="-122"/>
                </a:rPr>
                <a:t>数据库存储</a:t>
              </a:r>
            </a:p>
          </p:txBody>
        </p:sp>
        <p:sp>
          <p:nvSpPr>
            <p:cNvPr id="12301" name="矩形 27">
              <a:extLst>
                <a:ext uri="{FF2B5EF4-FFF2-40B4-BE49-F238E27FC236}">
                  <a16:creationId xmlns:a16="http://schemas.microsoft.com/office/drawing/2014/main" id="{2F472C78-265A-427D-9520-AB9DE260D619}"/>
                </a:ext>
              </a:extLst>
            </p:cNvPr>
            <p:cNvSpPr>
              <a:spLocks noChangeArrowheads="1"/>
            </p:cNvSpPr>
            <p:nvPr/>
          </p:nvSpPr>
          <p:spPr bwMode="auto">
            <a:xfrm>
              <a:off x="6183773" y="4700504"/>
              <a:ext cx="2103782" cy="1579572"/>
            </a:xfrm>
            <a:prstGeom prst="rect">
              <a:avLst/>
            </a:prstGeom>
            <a:noFill/>
            <a:ln w="127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endParaRPr lang="zh-CN" altLang="en-US">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up)">
                                      <p:cBhvr>
                                        <p:cTn id="12" dur="500"/>
                                        <p:tgtEl>
                                          <p:spTgt spid="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2"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right)">
                                      <p:cBhvr>
                                        <p:cTn id="17" dur="500"/>
                                        <p:tgtEl>
                                          <p:spTgt spid="1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wipe(left)">
                                      <p:cBhvr>
                                        <p:cTn id="22" dur="500"/>
                                        <p:tgtEl>
                                          <p:spTgt spid="2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wipe(left)">
                                      <p:cBhvr>
                                        <p:cTn id="2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9289CFD4-8C4D-47ED-A4AF-102C8C3FD5DC}"/>
              </a:ext>
            </a:extLst>
          </p:cNvPr>
          <p:cNvSpPr>
            <a:spLocks noGrp="1"/>
          </p:cNvSpPr>
          <p:nvPr>
            <p:ph type="ctrTitle"/>
          </p:nvPr>
        </p:nvSpPr>
        <p:spPr/>
        <p:txBody>
          <a:bodyPr/>
          <a:lstStyle/>
          <a:p>
            <a:pPr>
              <a:defRPr/>
            </a:pPr>
            <a:r>
              <a:rPr lang="en-US" altLang="zh-CN">
                <a:ea typeface="ＭＳ Ｐゴシック" panose="020B0600070205080204" pitchFamily="34" charset="-128"/>
              </a:rPr>
              <a:t>Design </a:t>
            </a:r>
            <a:r>
              <a:rPr lang="en-US" altLang="en-US">
                <a:ea typeface="ＭＳ Ｐゴシック" panose="020B0600070205080204" pitchFamily="34" charset="-128"/>
              </a:rPr>
              <a:t>Phases</a:t>
            </a:r>
            <a:endParaRPr lang="zh-CN" altLang="en-US">
              <a:ea typeface="宋体" panose="02010600030101010101" pitchFamily="2" charset="-122"/>
            </a:endParaRPr>
          </a:p>
        </p:txBody>
      </p:sp>
      <p:sp>
        <p:nvSpPr>
          <p:cNvPr id="18435" name="副标题 4">
            <a:extLst>
              <a:ext uri="{FF2B5EF4-FFF2-40B4-BE49-F238E27FC236}">
                <a16:creationId xmlns:a16="http://schemas.microsoft.com/office/drawing/2014/main" id="{7E3D157F-883B-4C91-BE6C-3EECAF0CB3E1}"/>
              </a:ext>
            </a:extLst>
          </p:cNvPr>
          <p:cNvSpPr>
            <a:spLocks noGrp="1" noChangeArrowheads="1"/>
          </p:cNvSpPr>
          <p:nvPr>
            <p:ph type="subTitle" idx="1"/>
          </p:nvPr>
        </p:nvSpPr>
        <p:spPr/>
        <p:txBody>
          <a:bodyPr/>
          <a:lstStyle/>
          <a:p>
            <a:endParaRPr lang="zh-CN" altLang="en-US">
              <a:ea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D4CF9A7E-362C-47D7-8CAD-E4C88DBB3D38}"/>
              </a:ext>
            </a:extLst>
          </p:cNvPr>
          <p:cNvSpPr>
            <a:spLocks noGrp="1" noChangeArrowheads="1"/>
          </p:cNvSpPr>
          <p:nvPr>
            <p:ph type="title"/>
          </p:nvPr>
        </p:nvSpPr>
        <p:spPr/>
        <p:txBody>
          <a:bodyPr/>
          <a:lstStyle/>
          <a:p>
            <a:pPr>
              <a:defRPr/>
            </a:pPr>
            <a:r>
              <a:rPr lang="en-US" altLang="en-US" dirty="0">
                <a:ea typeface="ＭＳ Ｐゴシック" panose="020B0600070205080204" pitchFamily="34" charset="-128"/>
              </a:rPr>
              <a:t>Design Phases</a:t>
            </a:r>
          </a:p>
        </p:txBody>
      </p:sp>
      <p:sp>
        <p:nvSpPr>
          <p:cNvPr id="19459" name="Rectangle 3">
            <a:extLst>
              <a:ext uri="{FF2B5EF4-FFF2-40B4-BE49-F238E27FC236}">
                <a16:creationId xmlns:a16="http://schemas.microsoft.com/office/drawing/2014/main" id="{9FC3EE27-A62D-4D19-925F-CC2713A3DF4D}"/>
              </a:ext>
            </a:extLst>
          </p:cNvPr>
          <p:cNvSpPr>
            <a:spLocks noGrp="1" noChangeArrowheads="1"/>
          </p:cNvSpPr>
          <p:nvPr>
            <p:ph idx="1"/>
          </p:nvPr>
        </p:nvSpPr>
        <p:spPr>
          <a:xfrm>
            <a:off x="228600" y="1074738"/>
            <a:ext cx="8610600" cy="5257800"/>
          </a:xfrm>
        </p:spPr>
        <p:txBody>
          <a:bodyPr>
            <a:normAutofit fontScale="92500" lnSpcReduction="10000"/>
          </a:bodyPr>
          <a:lstStyle/>
          <a:p>
            <a:pPr algn="just">
              <a:spcBef>
                <a:spcPts val="1200"/>
              </a:spcBef>
              <a:defRPr/>
            </a:pPr>
            <a:r>
              <a:rPr lang="en-US" altLang="en-US" sz="2400">
                <a:ea typeface="ＭＳ Ｐゴシック" panose="020B0600070205080204" pitchFamily="34" charset="-128"/>
              </a:rPr>
              <a:t>The initial phase of database design is to characterize fully the data needs of the prospective database users. </a:t>
            </a:r>
          </a:p>
          <a:p>
            <a:pPr algn="just">
              <a:spcBef>
                <a:spcPts val="1200"/>
              </a:spcBef>
              <a:defRPr/>
            </a:pPr>
            <a:r>
              <a:rPr lang="en-US" altLang="en-US" sz="2400">
                <a:ea typeface="ＭＳ Ｐゴシック" panose="020B0600070205080204" pitchFamily="34" charset="-128"/>
              </a:rPr>
              <a:t>Next, the designer chooses a data model and, by applying the concepts of the chosen data model, translates these requirements into a conceptual schema of the database.</a:t>
            </a:r>
          </a:p>
          <a:p>
            <a:pPr algn="just">
              <a:spcBef>
                <a:spcPts val="1200"/>
              </a:spcBef>
              <a:defRPr/>
            </a:pPr>
            <a:r>
              <a:rPr lang="en-US" altLang="en-US" sz="2400">
                <a:ea typeface="ＭＳ Ｐゴシック" panose="020B0600070205080204" pitchFamily="34" charset="-128"/>
              </a:rPr>
              <a:t>A fully developed conceptual schema also indicates the functional requirements of the enterprise. In a “specification of functional requirements”, users describe the kinds of operations (or transactions) that will be performed on the data.</a:t>
            </a:r>
          </a:p>
          <a:p>
            <a:pPr algn="just">
              <a:spcBef>
                <a:spcPts val="1200"/>
              </a:spcBef>
              <a:defRPr/>
            </a:pPr>
            <a:endParaRPr lang="en-US" altLang="en-US" sz="2400">
              <a:ea typeface="ＭＳ Ｐゴシック" panose="020B0600070205080204" pitchFamily="34" charset="-128"/>
            </a:endParaRPr>
          </a:p>
          <a:p>
            <a:pPr algn="just">
              <a:spcBef>
                <a:spcPts val="1200"/>
              </a:spcBef>
              <a:defRPr/>
            </a:pPr>
            <a:endParaRPr lang="en-US" altLang="en-US" sz="2400">
              <a:ea typeface="ＭＳ Ｐゴシック" panose="020B0600070205080204" pitchFamily="34" charset="-128"/>
            </a:endParaRPr>
          </a:p>
          <a:p>
            <a:pPr algn="just">
              <a:spcBef>
                <a:spcPts val="1200"/>
              </a:spcBef>
              <a:buFont typeface="Monotype Sorts" pitchFamily="2" charset="2"/>
              <a:buNone/>
              <a:defRPr/>
            </a:pPr>
            <a:endParaRPr lang="en-US" altLang="en-US" sz="2400">
              <a:ea typeface="ＭＳ Ｐゴシック" panose="020B0600070205080204" pitchFamily="34" charset="-128"/>
            </a:endParaRPr>
          </a:p>
          <a:p>
            <a:pPr algn="just">
              <a:spcBef>
                <a:spcPts val="1200"/>
              </a:spcBef>
              <a:buFont typeface="Monotype Sorts" pitchFamily="2" charset="2"/>
              <a:buNone/>
              <a:defRPr/>
            </a:pPr>
            <a:r>
              <a:rPr lang="en-US" altLang="en-US" sz="2400">
                <a:ea typeface="ＭＳ Ｐゴシック" panose="020B0600070205080204" pitchFamily="34" charset="-128"/>
                <a:sym typeface="Symbol" panose="05050102010706020507" pitchFamily="18" charset="2"/>
              </a:rPr>
              <a:t>     </a:t>
            </a:r>
          </a:p>
        </p:txBody>
      </p:sp>
      <p:sp>
        <p:nvSpPr>
          <p:cNvPr id="19460" name="Rectangle 3">
            <a:extLst>
              <a:ext uri="{FF2B5EF4-FFF2-40B4-BE49-F238E27FC236}">
                <a16:creationId xmlns:a16="http://schemas.microsoft.com/office/drawing/2014/main" id="{7018CAAD-DBD0-4745-AE62-3D60AB36C013}"/>
              </a:ext>
            </a:extLst>
          </p:cNvPr>
          <p:cNvSpPr>
            <a:spLocks noChangeArrowheads="1"/>
          </p:cNvSpPr>
          <p:nvPr/>
        </p:nvSpPr>
        <p:spPr bwMode="auto">
          <a:xfrm>
            <a:off x="927100" y="1074738"/>
            <a:ext cx="73279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 typeface="Monotype Sorts" pitchFamily="2" charset="2"/>
              <a:buNone/>
            </a:pPr>
            <a:endParaRPr kumimoji="0" lang="en-US" altLang="en-US" sz="1600"/>
          </a:p>
          <a:p>
            <a:pPr>
              <a:spcBef>
                <a:spcPct val="0"/>
              </a:spcBef>
              <a:buClrTx/>
              <a:buSzTx/>
              <a:buFont typeface="Monotype Sorts" pitchFamily="2" charset="2"/>
              <a:buNone/>
            </a:pPr>
            <a:r>
              <a:rPr kumimoji="0" lang="en-US" altLang="en-US" sz="1600">
                <a:sym typeface="Symbol" panose="05050102010706020507" pitchFamily="18" charset="2"/>
              </a:rPr>
              <a:t> </a:t>
            </a:r>
            <a:endParaRPr kumimoji="0" lang="en-US" altLang="en-US" sz="16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10938CAA-0DBB-4EFF-8B3B-8C01807B0BE6}"/>
              </a:ext>
            </a:extLst>
          </p:cNvPr>
          <p:cNvSpPr>
            <a:spLocks noGrp="1" noChangeArrowheads="1"/>
          </p:cNvSpPr>
          <p:nvPr>
            <p:ph type="title"/>
          </p:nvPr>
        </p:nvSpPr>
        <p:spPr/>
        <p:txBody>
          <a:bodyPr/>
          <a:lstStyle/>
          <a:p>
            <a:pPr>
              <a:defRPr/>
            </a:pPr>
            <a:r>
              <a:rPr lang="en-US" altLang="en-US" dirty="0">
                <a:ea typeface="ＭＳ Ｐゴシック" panose="020B0600070205080204" pitchFamily="34" charset="-128"/>
              </a:rPr>
              <a:t>Design Phases (Cont.)</a:t>
            </a:r>
          </a:p>
        </p:txBody>
      </p:sp>
      <p:sp>
        <p:nvSpPr>
          <p:cNvPr id="21507" name="Rectangle 3">
            <a:extLst>
              <a:ext uri="{FF2B5EF4-FFF2-40B4-BE49-F238E27FC236}">
                <a16:creationId xmlns:a16="http://schemas.microsoft.com/office/drawing/2014/main" id="{E59E2E97-8C7C-4701-8F15-782EA1EC6199}"/>
              </a:ext>
            </a:extLst>
          </p:cNvPr>
          <p:cNvSpPr>
            <a:spLocks noGrp="1" noChangeArrowheads="1"/>
          </p:cNvSpPr>
          <p:nvPr>
            <p:ph idx="1"/>
          </p:nvPr>
        </p:nvSpPr>
        <p:spPr>
          <a:xfrm>
            <a:off x="228600" y="947738"/>
            <a:ext cx="8610600" cy="5376862"/>
          </a:xfrm>
        </p:spPr>
        <p:txBody>
          <a:bodyPr>
            <a:normAutofit fontScale="92500"/>
          </a:bodyPr>
          <a:lstStyle/>
          <a:p>
            <a:pPr marL="0" indent="0">
              <a:spcBef>
                <a:spcPts val="1200"/>
              </a:spcBef>
              <a:buFont typeface="Monotype Sorts" charset="2"/>
              <a:buNone/>
              <a:defRPr/>
            </a:pPr>
            <a:r>
              <a:rPr kumimoji="0" lang="en-US" altLang="en-US" i="1" dirty="0"/>
              <a:t>The process of moving from an abstract data model to the implementation of the database proceeds in two final design phases.</a:t>
            </a:r>
            <a:endParaRPr lang="en-US" altLang="en-US" i="1" dirty="0">
              <a:ea typeface="ＭＳ Ｐゴシック" panose="020B0600070205080204" pitchFamily="34" charset="-128"/>
            </a:endParaRPr>
          </a:p>
          <a:p>
            <a:pPr>
              <a:spcBef>
                <a:spcPts val="1200"/>
              </a:spcBef>
              <a:buFont typeface="Monotype Sorts" charset="2"/>
              <a:buChar char="n"/>
              <a:defRPr/>
            </a:pPr>
            <a:r>
              <a:rPr lang="en-US" altLang="en-US" sz="2400" dirty="0">
                <a:ea typeface="ＭＳ Ｐゴシック" panose="020B0600070205080204" pitchFamily="34" charset="-128"/>
              </a:rPr>
              <a:t>Logical Design –  Deciding on the database schema. Database design requires that we find a “good” collection of relation schemas.</a:t>
            </a:r>
          </a:p>
          <a:p>
            <a:pPr lvl="1">
              <a:spcBef>
                <a:spcPts val="1200"/>
              </a:spcBef>
              <a:buFont typeface="Monotype Sorts" charset="2"/>
              <a:buChar char="l"/>
              <a:defRPr/>
            </a:pPr>
            <a:r>
              <a:rPr lang="en-US" altLang="en-US" sz="1800" dirty="0">
                <a:ea typeface="ＭＳ Ｐゴシック" panose="020B0600070205080204" pitchFamily="34" charset="-128"/>
              </a:rPr>
              <a:t>Business decision – What attributes should we record in the database?</a:t>
            </a:r>
          </a:p>
          <a:p>
            <a:pPr lvl="1">
              <a:spcBef>
                <a:spcPts val="1200"/>
              </a:spcBef>
              <a:buFont typeface="Monotype Sorts" charset="2"/>
              <a:buChar char="l"/>
              <a:defRPr/>
            </a:pPr>
            <a:r>
              <a:rPr lang="en-US" altLang="en-US" sz="1800" dirty="0">
                <a:ea typeface="ＭＳ Ｐゴシック" panose="020B0600070205080204" pitchFamily="34" charset="-128"/>
              </a:rPr>
              <a:t>Computer Science decision –  What relation schemas should we have and how should the attributes be distributed among the various relation schemas?</a:t>
            </a:r>
          </a:p>
          <a:p>
            <a:pPr>
              <a:spcBef>
                <a:spcPts val="1200"/>
              </a:spcBef>
              <a:buFont typeface="Monotype Sorts" charset="2"/>
              <a:buChar char="n"/>
              <a:defRPr/>
            </a:pPr>
            <a:r>
              <a:rPr lang="en-US" altLang="en-US" sz="2400" dirty="0">
                <a:ea typeface="ＭＳ Ｐゴシック" panose="020B0600070205080204" pitchFamily="34" charset="-128"/>
              </a:rPr>
              <a:t>Physical Design – Deciding on the physical layout of the database   </a:t>
            </a:r>
          </a:p>
          <a:p>
            <a:pPr>
              <a:spcBef>
                <a:spcPts val="1200"/>
              </a:spcBef>
              <a:buFont typeface="Monotype Sorts" charset="2"/>
              <a:buNone/>
              <a:defRPr/>
            </a:pPr>
            <a:endParaRPr lang="en-US" altLang="en-US" sz="2400" dirty="0">
              <a:ea typeface="ＭＳ Ｐゴシック" panose="020B0600070205080204" pitchFamily="34" charset="-128"/>
            </a:endParaRPr>
          </a:p>
          <a:p>
            <a:pPr>
              <a:spcBef>
                <a:spcPts val="1200"/>
              </a:spcBef>
              <a:buFont typeface="Monotype Sorts" charset="2"/>
              <a:buNone/>
              <a:defRPr/>
            </a:pPr>
            <a:r>
              <a:rPr lang="en-US" altLang="en-US" sz="2400" dirty="0">
                <a:ea typeface="ＭＳ Ｐゴシック" panose="020B0600070205080204" pitchFamily="34" charset="-128"/>
                <a:sym typeface="Symbol" panose="05050102010706020507" pitchFamily="18" charset="2"/>
              </a:rPr>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C319319A-DF98-4A64-89E9-D0D494F1506E}"/>
              </a:ext>
            </a:extLst>
          </p:cNvPr>
          <p:cNvSpPr>
            <a:spLocks noGrp="1" noChangeArrowheads="1"/>
          </p:cNvSpPr>
          <p:nvPr>
            <p:ph type="title"/>
          </p:nvPr>
        </p:nvSpPr>
        <p:spPr/>
        <p:txBody>
          <a:bodyPr/>
          <a:lstStyle/>
          <a:p>
            <a:pPr>
              <a:defRPr/>
            </a:pPr>
            <a:r>
              <a:rPr lang="en-US" altLang="en-US" dirty="0">
                <a:ea typeface="ＭＳ Ｐゴシック" panose="020B0600070205080204" pitchFamily="34" charset="-128"/>
              </a:rPr>
              <a:t>Design Approaches</a:t>
            </a:r>
          </a:p>
        </p:txBody>
      </p:sp>
      <p:sp>
        <p:nvSpPr>
          <p:cNvPr id="23555" name="Rectangle 3">
            <a:extLst>
              <a:ext uri="{FF2B5EF4-FFF2-40B4-BE49-F238E27FC236}">
                <a16:creationId xmlns:a16="http://schemas.microsoft.com/office/drawing/2014/main" id="{5915549D-6D15-44CF-9C09-833FAFFDA915}"/>
              </a:ext>
            </a:extLst>
          </p:cNvPr>
          <p:cNvSpPr>
            <a:spLocks noGrp="1" noChangeArrowheads="1"/>
          </p:cNvSpPr>
          <p:nvPr>
            <p:ph idx="1"/>
          </p:nvPr>
        </p:nvSpPr>
        <p:spPr/>
        <p:txBody>
          <a:bodyPr/>
          <a:lstStyle/>
          <a:p>
            <a:r>
              <a:rPr lang="en-US" altLang="en-US">
                <a:ea typeface="ＭＳ Ｐゴシック" panose="020B0600070205080204" pitchFamily="34" charset="-128"/>
              </a:rPr>
              <a:t>Entity Relationship Model (covered in this chapter)</a:t>
            </a:r>
          </a:p>
          <a:p>
            <a:pPr lvl="1"/>
            <a:r>
              <a:rPr lang="en-US" altLang="en-US">
                <a:ea typeface="ＭＳ Ｐゴシック" panose="020B0600070205080204" pitchFamily="34" charset="-128"/>
              </a:rPr>
              <a:t>Models an enterprise as a collection of </a:t>
            </a:r>
            <a:r>
              <a:rPr lang="en-US" altLang="en-US" i="1">
                <a:ea typeface="ＭＳ Ｐゴシック" panose="020B0600070205080204" pitchFamily="34" charset="-128"/>
              </a:rPr>
              <a:t>entities </a:t>
            </a:r>
            <a:r>
              <a:rPr lang="en-US" altLang="en-US">
                <a:ea typeface="ＭＳ Ｐゴシック" panose="020B0600070205080204" pitchFamily="34" charset="-128"/>
              </a:rPr>
              <a:t>and </a:t>
            </a:r>
            <a:r>
              <a:rPr lang="en-US" altLang="en-US" i="1">
                <a:ea typeface="ＭＳ Ｐゴシック" panose="020B0600070205080204" pitchFamily="34" charset="-128"/>
              </a:rPr>
              <a:t>relationships</a:t>
            </a:r>
          </a:p>
          <a:p>
            <a:pPr lvl="2"/>
            <a:r>
              <a:rPr lang="en-US" altLang="en-US">
                <a:ea typeface="ＭＳ Ｐゴシック" panose="020B0600070205080204" pitchFamily="34" charset="-128"/>
              </a:rPr>
              <a:t>Entity: a “thing” or “object” in the enterprise that is distinguishable from other objects</a:t>
            </a:r>
          </a:p>
          <a:p>
            <a:pPr lvl="3"/>
            <a:r>
              <a:rPr lang="en-US" altLang="en-US">
                <a:ea typeface="ＭＳ Ｐゴシック" panose="020B0600070205080204" pitchFamily="34" charset="-128"/>
              </a:rPr>
              <a:t>Described by a set of </a:t>
            </a:r>
            <a:r>
              <a:rPr lang="en-US" altLang="en-US" i="1">
                <a:ea typeface="ＭＳ Ｐゴシック" panose="020B0600070205080204" pitchFamily="34" charset="-128"/>
              </a:rPr>
              <a:t>attributes</a:t>
            </a:r>
            <a:endParaRPr lang="en-US" altLang="en-US">
              <a:ea typeface="ＭＳ Ｐゴシック" panose="020B0600070205080204" pitchFamily="34" charset="-128"/>
            </a:endParaRPr>
          </a:p>
          <a:p>
            <a:pPr lvl="2"/>
            <a:r>
              <a:rPr lang="en-US" altLang="en-US">
                <a:ea typeface="ＭＳ Ｐゴシック" panose="020B0600070205080204" pitchFamily="34" charset="-128"/>
              </a:rPr>
              <a:t>Relationship: an association among several entities</a:t>
            </a:r>
          </a:p>
          <a:p>
            <a:pPr lvl="1"/>
            <a:r>
              <a:rPr lang="en-US" altLang="en-US">
                <a:ea typeface="ＭＳ Ｐゴシック" panose="020B0600070205080204" pitchFamily="34" charset="-128"/>
              </a:rPr>
              <a:t>Represented diagrammatically by an </a:t>
            </a:r>
            <a:r>
              <a:rPr lang="en-US" altLang="en-US" i="1">
                <a:ea typeface="ＭＳ Ｐゴシック" panose="020B0600070205080204" pitchFamily="34" charset="-128"/>
              </a:rPr>
              <a:t>entity-relationship diagram:</a:t>
            </a:r>
          </a:p>
          <a:p>
            <a:r>
              <a:rPr lang="en-US" altLang="en-US">
                <a:ea typeface="ＭＳ Ｐゴシック" panose="020B0600070205080204" pitchFamily="34" charset="-128"/>
              </a:rPr>
              <a:t>Normalization Theory (Chapter 8)</a:t>
            </a:r>
          </a:p>
          <a:p>
            <a:pPr lvl="1"/>
            <a:r>
              <a:rPr lang="en-US" altLang="en-US">
                <a:ea typeface="ＭＳ Ｐゴシック" panose="020B0600070205080204" pitchFamily="34" charset="-128"/>
              </a:rPr>
              <a:t>Formalize what designs are bad, and test for them</a:t>
            </a:r>
          </a:p>
          <a:p>
            <a:pPr lvl="1">
              <a:buFont typeface="Monotype Sorts" pitchFamily="2" charset="2"/>
              <a:buNone/>
            </a:pPr>
            <a:endParaRPr lang="en-US" altLang="en-US">
              <a:ea typeface="ＭＳ Ｐゴシック" panose="020B0600070205080204" pitchFamily="34" charset="-128"/>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402" name="Rectangle 2">
            <a:extLst>
              <a:ext uri="{FF2B5EF4-FFF2-40B4-BE49-F238E27FC236}">
                <a16:creationId xmlns:a16="http://schemas.microsoft.com/office/drawing/2014/main" id="{F50F7D6A-A2D7-4E8B-B585-D1D2BE9C9699}"/>
              </a:ext>
            </a:extLst>
          </p:cNvPr>
          <p:cNvSpPr>
            <a:spLocks noGrp="1" noChangeArrowheads="1"/>
          </p:cNvSpPr>
          <p:nvPr>
            <p:ph type="title"/>
          </p:nvPr>
        </p:nvSpPr>
        <p:spPr>
          <a:xfrm>
            <a:off x="469900" y="2736850"/>
            <a:ext cx="8267700" cy="609600"/>
          </a:xfrm>
        </p:spPr>
        <p:txBody>
          <a:bodyPr/>
          <a:lstStyle/>
          <a:p>
            <a:pPr>
              <a:defRPr/>
            </a:pPr>
            <a:r>
              <a:rPr lang="en-US" dirty="0"/>
              <a:t>Outline of the ER Model</a:t>
            </a:r>
          </a:p>
        </p:txBody>
      </p:sp>
      <p:sp>
        <p:nvSpPr>
          <p:cNvPr id="25603" name="Rectangle 3">
            <a:extLst>
              <a:ext uri="{FF2B5EF4-FFF2-40B4-BE49-F238E27FC236}">
                <a16:creationId xmlns:a16="http://schemas.microsoft.com/office/drawing/2014/main" id="{94A70F03-E6AD-45F1-A864-3D35B481425E}"/>
              </a:ext>
            </a:extLst>
          </p:cNvPr>
          <p:cNvSpPr>
            <a:spLocks noChangeArrowheads="1"/>
          </p:cNvSpPr>
          <p:nvPr/>
        </p:nvSpPr>
        <p:spPr bwMode="auto">
          <a:xfrm>
            <a:off x="1422400" y="2851150"/>
            <a:ext cx="6845300" cy="281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buFontTx/>
              <a:buNone/>
            </a:pPr>
            <a:endParaRPr lang="en-US" altLang="en-US" sz="18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8" name="Rectangle 2">
            <a:extLst>
              <a:ext uri="{FF2B5EF4-FFF2-40B4-BE49-F238E27FC236}">
                <a16:creationId xmlns:a16="http://schemas.microsoft.com/office/drawing/2014/main" id="{C35B27FD-6E56-4975-8F72-D9C1A2DAFC48}"/>
              </a:ext>
            </a:extLst>
          </p:cNvPr>
          <p:cNvSpPr>
            <a:spLocks noGrp="1" noChangeArrowheads="1"/>
          </p:cNvSpPr>
          <p:nvPr>
            <p:ph type="title"/>
          </p:nvPr>
        </p:nvSpPr>
        <p:spPr/>
        <p:txBody>
          <a:bodyPr/>
          <a:lstStyle/>
          <a:p>
            <a:pPr eaLnBrk="1" hangingPunct="1">
              <a:defRPr/>
            </a:pPr>
            <a:r>
              <a:rPr lang="en-US" dirty="0"/>
              <a:t>Modeling</a:t>
            </a:r>
          </a:p>
        </p:txBody>
      </p:sp>
      <p:sp>
        <p:nvSpPr>
          <p:cNvPr id="27651" name="Rectangle 3">
            <a:extLst>
              <a:ext uri="{FF2B5EF4-FFF2-40B4-BE49-F238E27FC236}">
                <a16:creationId xmlns:a16="http://schemas.microsoft.com/office/drawing/2014/main" id="{FD31F2BB-0F0F-4823-952D-0B62646DBD25}"/>
              </a:ext>
            </a:extLst>
          </p:cNvPr>
          <p:cNvSpPr>
            <a:spLocks noGrp="1" noChangeArrowheads="1"/>
          </p:cNvSpPr>
          <p:nvPr>
            <p:ph idx="1"/>
          </p:nvPr>
        </p:nvSpPr>
        <p:spPr/>
        <p:txBody>
          <a:bodyPr/>
          <a:lstStyle/>
          <a:p>
            <a:pPr eaLnBrk="1" hangingPunct="1"/>
            <a:r>
              <a:rPr lang="en-US" altLang="zh-CN" sz="2200">
                <a:ea typeface="ＭＳ Ｐゴシック" panose="020B0600070205080204" pitchFamily="34" charset="-128"/>
              </a:rPr>
              <a:t>A </a:t>
            </a:r>
            <a:r>
              <a:rPr lang="en-US" altLang="zh-CN" sz="2200" i="1">
                <a:ea typeface="ＭＳ Ｐゴシック" panose="020B0600070205080204" pitchFamily="34" charset="-128"/>
              </a:rPr>
              <a:t>database</a:t>
            </a:r>
            <a:r>
              <a:rPr lang="en-US" altLang="zh-CN" sz="2200">
                <a:ea typeface="ＭＳ Ｐゴシック" panose="020B0600070205080204" pitchFamily="34" charset="-128"/>
              </a:rPr>
              <a:t> can be modeled as:</a:t>
            </a:r>
          </a:p>
          <a:p>
            <a:pPr lvl="1" eaLnBrk="1" hangingPunct="1"/>
            <a:r>
              <a:rPr lang="en-US" altLang="zh-CN" sz="2200">
                <a:ea typeface="ＭＳ Ｐゴシック" panose="020B0600070205080204" pitchFamily="34" charset="-128"/>
              </a:rPr>
              <a:t>a collection of entities,</a:t>
            </a:r>
          </a:p>
          <a:p>
            <a:pPr lvl="1" eaLnBrk="1" hangingPunct="1"/>
            <a:r>
              <a:rPr lang="en-US" altLang="zh-CN" sz="2200">
                <a:ea typeface="ＭＳ Ｐゴシック" panose="020B0600070205080204" pitchFamily="34" charset="-128"/>
              </a:rPr>
              <a:t>relationship among entities.</a:t>
            </a:r>
          </a:p>
          <a:p>
            <a:pPr eaLnBrk="1" hangingPunct="1"/>
            <a:r>
              <a:rPr lang="en-US" altLang="zh-CN" sz="2200">
                <a:ea typeface="ＭＳ Ｐゴシック" panose="020B0600070205080204" pitchFamily="34" charset="-128"/>
              </a:rPr>
              <a:t>An </a:t>
            </a:r>
            <a:r>
              <a:rPr lang="en-US" altLang="zh-CN" sz="2200" b="1">
                <a:solidFill>
                  <a:srgbClr val="000099"/>
                </a:solidFill>
                <a:ea typeface="ＭＳ Ｐゴシック" panose="020B0600070205080204" pitchFamily="34" charset="-128"/>
              </a:rPr>
              <a:t>entity</a:t>
            </a:r>
            <a:r>
              <a:rPr lang="en-US" altLang="zh-CN" sz="2200" b="1">
                <a:ea typeface="ＭＳ Ｐゴシック" panose="020B0600070205080204" pitchFamily="34" charset="-128"/>
              </a:rPr>
              <a:t> </a:t>
            </a:r>
            <a:r>
              <a:rPr lang="en-US" altLang="zh-CN" sz="2200">
                <a:ea typeface="ＭＳ Ｐゴシック" panose="020B0600070205080204" pitchFamily="34" charset="-128"/>
              </a:rPr>
              <a:t>is an object that exists and is distinguishable from other objects.</a:t>
            </a:r>
          </a:p>
          <a:p>
            <a:pPr lvl="1" eaLnBrk="1" hangingPunct="1"/>
            <a:r>
              <a:rPr lang="en-US" altLang="zh-CN" sz="2200">
                <a:ea typeface="ＭＳ Ｐゴシック" panose="020B0600070205080204" pitchFamily="34" charset="-128"/>
              </a:rPr>
              <a:t>Example:  </a:t>
            </a:r>
            <a:r>
              <a:rPr lang="en-US" altLang="zh-CN" sz="2200" i="1">
                <a:ea typeface="ＭＳ Ｐゴシック" panose="020B0600070205080204" pitchFamily="34" charset="-128"/>
              </a:rPr>
              <a:t>specific person, company, event, plant</a:t>
            </a:r>
          </a:p>
          <a:p>
            <a:pPr eaLnBrk="1" hangingPunct="1"/>
            <a:r>
              <a:rPr lang="en-US" altLang="zh-CN" sz="2200">
                <a:ea typeface="ＭＳ Ｐゴシック" panose="020B0600070205080204" pitchFamily="34" charset="-128"/>
              </a:rPr>
              <a:t>Entities have </a:t>
            </a:r>
            <a:r>
              <a:rPr lang="en-US" altLang="zh-CN" sz="2200" b="1">
                <a:solidFill>
                  <a:srgbClr val="000099"/>
                </a:solidFill>
                <a:ea typeface="ＭＳ Ｐゴシック" panose="020B0600070205080204" pitchFamily="34" charset="-128"/>
              </a:rPr>
              <a:t>attributes</a:t>
            </a:r>
          </a:p>
          <a:p>
            <a:pPr lvl="1" eaLnBrk="1" hangingPunct="1"/>
            <a:r>
              <a:rPr lang="en-US" altLang="zh-CN" sz="2200">
                <a:ea typeface="ＭＳ Ｐゴシック" panose="020B0600070205080204" pitchFamily="34" charset="-128"/>
              </a:rPr>
              <a:t>Example: people have </a:t>
            </a:r>
            <a:r>
              <a:rPr lang="en-US" altLang="zh-CN" sz="2200" i="1">
                <a:ea typeface="ＭＳ Ｐゴシック" panose="020B0600070205080204" pitchFamily="34" charset="-128"/>
              </a:rPr>
              <a:t>names </a:t>
            </a:r>
            <a:r>
              <a:rPr lang="en-US" altLang="zh-CN" sz="2200">
                <a:ea typeface="ＭＳ Ｐゴシック" panose="020B0600070205080204" pitchFamily="34" charset="-128"/>
              </a:rPr>
              <a:t>and </a:t>
            </a:r>
            <a:r>
              <a:rPr lang="en-US" altLang="zh-CN" sz="2200" i="1">
                <a:ea typeface="ＭＳ Ｐゴシック" panose="020B0600070205080204" pitchFamily="34" charset="-128"/>
              </a:rPr>
              <a:t>addresses	</a:t>
            </a:r>
          </a:p>
          <a:p>
            <a:pPr eaLnBrk="1" hangingPunct="1"/>
            <a:r>
              <a:rPr lang="en-US" altLang="zh-CN" sz="2200">
                <a:ea typeface="ＭＳ Ｐゴシック" panose="020B0600070205080204" pitchFamily="34" charset="-128"/>
              </a:rPr>
              <a:t>An </a:t>
            </a:r>
            <a:r>
              <a:rPr lang="en-US" altLang="zh-CN" sz="2200" b="1">
                <a:solidFill>
                  <a:srgbClr val="000099"/>
                </a:solidFill>
                <a:ea typeface="ＭＳ Ｐゴシック" panose="020B0600070205080204" pitchFamily="34" charset="-128"/>
              </a:rPr>
              <a:t>entity set</a:t>
            </a:r>
            <a:r>
              <a:rPr lang="en-US" altLang="zh-CN" sz="2200">
                <a:ea typeface="ＭＳ Ｐゴシック" panose="020B0600070205080204" pitchFamily="34" charset="-128"/>
              </a:rPr>
              <a:t> is a set of entities of the same type that share the same properties.</a:t>
            </a:r>
          </a:p>
          <a:p>
            <a:pPr lvl="1" eaLnBrk="1" hangingPunct="1"/>
            <a:r>
              <a:rPr lang="en-US" altLang="zh-CN" sz="2200">
                <a:ea typeface="ＭＳ Ｐゴシック" panose="020B0600070205080204" pitchFamily="34" charset="-128"/>
              </a:rPr>
              <a:t>Example: set of all persons, companies, trees, holidays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2">
            <a:extLst>
              <a:ext uri="{FF2B5EF4-FFF2-40B4-BE49-F238E27FC236}">
                <a16:creationId xmlns:a16="http://schemas.microsoft.com/office/drawing/2014/main" id="{753E886E-4DD9-47B2-8EDD-0137B1790FE3}"/>
              </a:ext>
            </a:extLst>
          </p:cNvPr>
          <p:cNvSpPr>
            <a:spLocks noGrp="1" noChangeArrowheads="1"/>
          </p:cNvSpPr>
          <p:nvPr>
            <p:ph type="title"/>
          </p:nvPr>
        </p:nvSpPr>
        <p:spPr/>
        <p:txBody>
          <a:bodyPr/>
          <a:lstStyle/>
          <a:p>
            <a:pPr eaLnBrk="1" hangingPunct="1">
              <a:defRPr/>
            </a:pPr>
            <a:r>
              <a:rPr lang="en-US" altLang="zh-CN" dirty="0"/>
              <a:t>Entity Sets </a:t>
            </a:r>
            <a:r>
              <a:rPr lang="en-US" altLang="zh-CN" i="1" dirty="0"/>
              <a:t>instructor</a:t>
            </a:r>
            <a:r>
              <a:rPr lang="en-US" altLang="zh-CN" dirty="0"/>
              <a:t> and </a:t>
            </a:r>
            <a:r>
              <a:rPr lang="en-US" altLang="zh-CN" i="1" dirty="0"/>
              <a:t>student</a:t>
            </a:r>
          </a:p>
        </p:txBody>
      </p:sp>
      <p:sp>
        <p:nvSpPr>
          <p:cNvPr id="29699" name="Text Box 3">
            <a:extLst>
              <a:ext uri="{FF2B5EF4-FFF2-40B4-BE49-F238E27FC236}">
                <a16:creationId xmlns:a16="http://schemas.microsoft.com/office/drawing/2014/main" id="{8BD08AF7-D194-47EB-BB6F-343380758F91}"/>
              </a:ext>
            </a:extLst>
          </p:cNvPr>
          <p:cNvSpPr txBox="1">
            <a:spLocks noChangeArrowheads="1"/>
          </p:cNvSpPr>
          <p:nvPr/>
        </p:nvSpPr>
        <p:spPr bwMode="auto">
          <a:xfrm>
            <a:off x="1192213" y="1751013"/>
            <a:ext cx="73818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37931725" indent="-37474525">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r>
              <a:rPr kumimoji="0" lang="en-US" altLang="zh-CN" sz="1400">
                <a:latin typeface="Arial" panose="020B0604020202020204" pitchFamily="34" charset="0"/>
                <a:cs typeface="Arial" panose="020B0604020202020204" pitchFamily="34" charset="0"/>
              </a:rPr>
              <a:t>instructor_ID  instructor_name                                    student-ID   student_name</a:t>
            </a:r>
          </a:p>
        </p:txBody>
      </p:sp>
      <p:pic>
        <p:nvPicPr>
          <p:cNvPr id="29700" name="Picture 6">
            <a:extLst>
              <a:ext uri="{FF2B5EF4-FFF2-40B4-BE49-F238E27FC236}">
                <a16:creationId xmlns:a16="http://schemas.microsoft.com/office/drawing/2014/main" id="{68B37628-74A5-4C56-8BBD-670A5B6366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8738" y="2111375"/>
            <a:ext cx="6354762" cy="353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74" name="Rectangle 2">
            <a:extLst>
              <a:ext uri="{FF2B5EF4-FFF2-40B4-BE49-F238E27FC236}">
                <a16:creationId xmlns:a16="http://schemas.microsoft.com/office/drawing/2014/main" id="{18BC30E3-424F-48A3-ACE5-C509EFB2DC14}"/>
              </a:ext>
            </a:extLst>
          </p:cNvPr>
          <p:cNvSpPr>
            <a:spLocks noGrp="1" noChangeArrowheads="1"/>
          </p:cNvSpPr>
          <p:nvPr>
            <p:ph type="title"/>
          </p:nvPr>
        </p:nvSpPr>
        <p:spPr/>
        <p:txBody>
          <a:bodyPr/>
          <a:lstStyle/>
          <a:p>
            <a:pPr eaLnBrk="1" hangingPunct="1">
              <a:defRPr/>
            </a:pPr>
            <a:r>
              <a:rPr lang="en-US" dirty="0"/>
              <a:t>Relationship Sets</a:t>
            </a:r>
          </a:p>
        </p:txBody>
      </p:sp>
      <p:sp>
        <p:nvSpPr>
          <p:cNvPr id="31747" name="Rectangle 3">
            <a:extLst>
              <a:ext uri="{FF2B5EF4-FFF2-40B4-BE49-F238E27FC236}">
                <a16:creationId xmlns:a16="http://schemas.microsoft.com/office/drawing/2014/main" id="{C1D7745E-E83F-42A5-9BB8-C23EB2EA07B7}"/>
              </a:ext>
            </a:extLst>
          </p:cNvPr>
          <p:cNvSpPr>
            <a:spLocks noGrp="1" noChangeArrowheads="1"/>
          </p:cNvSpPr>
          <p:nvPr>
            <p:ph idx="1"/>
          </p:nvPr>
        </p:nvSpPr>
        <p:spPr/>
        <p:txBody>
          <a:bodyPr/>
          <a:lstStyle/>
          <a:p>
            <a:pPr eaLnBrk="1" hangingPunct="1">
              <a:tabLst>
                <a:tab pos="1536700" algn="ctr"/>
                <a:tab pos="3543300" algn="ctr"/>
                <a:tab pos="5481638" algn="ctr"/>
              </a:tabLst>
            </a:pPr>
            <a:r>
              <a:rPr lang="en-US" altLang="zh-CN" sz="2400">
                <a:ea typeface="ＭＳ Ｐゴシック" panose="020B0600070205080204" pitchFamily="34" charset="-128"/>
              </a:rPr>
              <a:t>A </a:t>
            </a:r>
            <a:r>
              <a:rPr lang="en-US" altLang="zh-CN" sz="2400" b="1">
                <a:solidFill>
                  <a:srgbClr val="000099"/>
                </a:solidFill>
                <a:ea typeface="ＭＳ Ｐゴシック" panose="020B0600070205080204" pitchFamily="34" charset="-128"/>
              </a:rPr>
              <a:t>relationship</a:t>
            </a:r>
            <a:r>
              <a:rPr lang="en-US" altLang="zh-CN" sz="2400">
                <a:ea typeface="ＭＳ Ｐゴシック" panose="020B0600070205080204" pitchFamily="34" charset="-128"/>
              </a:rPr>
              <a:t> is an association among several entities</a:t>
            </a:r>
          </a:p>
          <a:p>
            <a:pPr eaLnBrk="1" hangingPunct="1">
              <a:buFont typeface="Monotype Sorts" pitchFamily="2" charset="2"/>
              <a:buNone/>
              <a:tabLst>
                <a:tab pos="1536700" algn="ctr"/>
                <a:tab pos="3543300" algn="ctr"/>
                <a:tab pos="5481638" algn="ctr"/>
              </a:tabLst>
            </a:pPr>
            <a:r>
              <a:rPr lang="en-US" altLang="zh-CN" sz="2400">
                <a:ea typeface="ＭＳ Ｐゴシック" panose="020B0600070205080204" pitchFamily="34" charset="-128"/>
              </a:rPr>
              <a:t>	Example:</a:t>
            </a:r>
            <a:br>
              <a:rPr lang="en-US" altLang="zh-CN" sz="2400">
                <a:ea typeface="ＭＳ Ｐゴシック" panose="020B0600070205080204" pitchFamily="34" charset="-128"/>
              </a:rPr>
            </a:br>
            <a:r>
              <a:rPr lang="en-US" altLang="zh-CN" sz="2400">
                <a:ea typeface="ＭＳ Ｐゴシック" panose="020B0600070205080204" pitchFamily="34" charset="-128"/>
              </a:rPr>
              <a:t>	 44553 (</a:t>
            </a:r>
            <a:r>
              <a:rPr lang="en-US" altLang="zh-CN" sz="2400" u="sng">
                <a:ea typeface="ＭＳ Ｐゴシック" panose="020B0600070205080204" pitchFamily="34" charset="-128"/>
              </a:rPr>
              <a:t>Peltier</a:t>
            </a:r>
            <a:r>
              <a:rPr lang="en-US" altLang="zh-CN" sz="2400">
                <a:ea typeface="ＭＳ Ｐゴシック" panose="020B0600070205080204" pitchFamily="34" charset="-128"/>
              </a:rPr>
              <a:t>) 	       </a:t>
            </a:r>
            <a:r>
              <a:rPr lang="en-US" altLang="zh-CN" sz="2400" i="1" u="sng">
                <a:ea typeface="ＭＳ Ｐゴシック" panose="020B0600070205080204" pitchFamily="34" charset="-128"/>
              </a:rPr>
              <a:t>advisor</a:t>
            </a:r>
            <a:r>
              <a:rPr lang="en-US" altLang="zh-CN" sz="2400">
                <a:ea typeface="ＭＳ Ｐゴシック" panose="020B0600070205080204" pitchFamily="34" charset="-128"/>
              </a:rPr>
              <a:t>	          22222 (</a:t>
            </a:r>
            <a:r>
              <a:rPr lang="en-US" altLang="zh-CN" sz="2400" u="sng">
                <a:ea typeface="ＭＳ Ｐゴシック" panose="020B0600070205080204" pitchFamily="34" charset="-128"/>
              </a:rPr>
              <a:t>Einstein</a:t>
            </a:r>
            <a:r>
              <a:rPr lang="en-US" altLang="zh-CN" sz="2400">
                <a:ea typeface="ＭＳ Ｐゴシック" panose="020B0600070205080204" pitchFamily="34" charset="-128"/>
              </a:rPr>
              <a:t>) </a:t>
            </a:r>
            <a:br>
              <a:rPr lang="en-US" altLang="zh-CN" sz="2400" u="sng">
                <a:ea typeface="ＭＳ Ｐゴシック" panose="020B0600070205080204" pitchFamily="34" charset="-128"/>
              </a:rPr>
            </a:br>
            <a:r>
              <a:rPr lang="en-US" altLang="zh-CN" sz="2400">
                <a:ea typeface="ＭＳ Ｐゴシック" panose="020B0600070205080204" pitchFamily="34" charset="-128"/>
              </a:rPr>
              <a:t>	 </a:t>
            </a:r>
            <a:r>
              <a:rPr lang="en-US" altLang="zh-CN" sz="2400" i="1">
                <a:ea typeface="ＭＳ Ｐゴシック" panose="020B0600070205080204" pitchFamily="34" charset="-128"/>
              </a:rPr>
              <a:t>student</a:t>
            </a:r>
            <a:r>
              <a:rPr lang="en-US" altLang="zh-CN" sz="2400">
                <a:ea typeface="ＭＳ Ｐゴシック" panose="020B0600070205080204" pitchFamily="34" charset="-128"/>
              </a:rPr>
              <a:t> entity	    relationship set	   </a:t>
            </a:r>
            <a:r>
              <a:rPr lang="en-US" altLang="zh-CN" sz="2400" i="1">
                <a:ea typeface="ＭＳ Ｐゴシック" panose="020B0600070205080204" pitchFamily="34" charset="-128"/>
              </a:rPr>
              <a:t>instructor</a:t>
            </a:r>
            <a:r>
              <a:rPr lang="en-US" altLang="zh-CN" sz="2400">
                <a:ea typeface="ＭＳ Ｐゴシック" panose="020B0600070205080204" pitchFamily="34" charset="-128"/>
              </a:rPr>
              <a:t> entity</a:t>
            </a:r>
          </a:p>
          <a:p>
            <a:pPr eaLnBrk="1" hangingPunct="1">
              <a:tabLst>
                <a:tab pos="1536700" algn="ctr"/>
                <a:tab pos="3543300" algn="ctr"/>
                <a:tab pos="5481638" algn="ctr"/>
              </a:tabLst>
            </a:pPr>
            <a:r>
              <a:rPr lang="en-US" altLang="zh-CN" sz="2400">
                <a:ea typeface="ＭＳ Ｐゴシック" panose="020B0600070205080204" pitchFamily="34" charset="-128"/>
              </a:rPr>
              <a:t>A </a:t>
            </a:r>
            <a:r>
              <a:rPr lang="en-US" altLang="zh-CN" sz="2400" b="1">
                <a:solidFill>
                  <a:srgbClr val="000099"/>
                </a:solidFill>
                <a:ea typeface="ＭＳ Ｐゴシック" panose="020B0600070205080204" pitchFamily="34" charset="-128"/>
              </a:rPr>
              <a:t>relationship set</a:t>
            </a:r>
            <a:r>
              <a:rPr lang="en-US" altLang="zh-CN" sz="2400">
                <a:ea typeface="ＭＳ Ｐゴシック" panose="020B0600070205080204" pitchFamily="34" charset="-128"/>
              </a:rPr>
              <a:t> is a mathematical relation among </a:t>
            </a:r>
            <a:r>
              <a:rPr lang="en-US" altLang="zh-CN" sz="2400" i="1">
                <a:ea typeface="ＭＳ Ｐゴシック" panose="020B0600070205080204" pitchFamily="34" charset="-128"/>
              </a:rPr>
              <a:t>n</a:t>
            </a:r>
            <a:r>
              <a:rPr lang="en-US" altLang="zh-CN" sz="2400">
                <a:ea typeface="ＭＳ Ｐゴシック" panose="020B0600070205080204" pitchFamily="34" charset="-128"/>
              </a:rPr>
              <a:t> </a:t>
            </a:r>
            <a:r>
              <a:rPr lang="en-US" altLang="zh-CN" sz="2400">
                <a:ea typeface="ＭＳ Ｐゴシック" panose="020B0600070205080204" pitchFamily="34" charset="-128"/>
                <a:sym typeface="Symbol" panose="05050102010706020507" pitchFamily="18" charset="2"/>
              </a:rPr>
              <a:t> 2 entities, each taken from entity sets</a:t>
            </a:r>
          </a:p>
          <a:p>
            <a:pPr eaLnBrk="1" hangingPunct="1">
              <a:buFont typeface="Monotype Sorts" pitchFamily="2" charset="2"/>
              <a:buNone/>
              <a:tabLst>
                <a:tab pos="1536700" algn="ctr"/>
                <a:tab pos="3543300" algn="ctr"/>
                <a:tab pos="5481638" algn="ctr"/>
              </a:tabLst>
            </a:pPr>
            <a:r>
              <a:rPr lang="en-US" altLang="zh-CN" sz="2400">
                <a:ea typeface="ＭＳ Ｐゴシック" panose="020B0600070205080204" pitchFamily="34" charset="-128"/>
                <a:sym typeface="Symbol" panose="05050102010706020507" pitchFamily="18" charset="2"/>
              </a:rPr>
              <a:t>		{(</a:t>
            </a:r>
            <a:r>
              <a:rPr lang="en-US" altLang="zh-CN" sz="2400" i="1">
                <a:ea typeface="ＭＳ Ｐゴシック" panose="020B0600070205080204" pitchFamily="34" charset="-128"/>
                <a:sym typeface="Symbol" panose="05050102010706020507" pitchFamily="18" charset="2"/>
              </a:rPr>
              <a:t>e</a:t>
            </a:r>
            <a:r>
              <a:rPr lang="en-US" altLang="zh-CN" sz="2400" baseline="-25000">
                <a:ea typeface="ＭＳ Ｐゴシック" panose="020B0600070205080204" pitchFamily="34" charset="-128"/>
                <a:sym typeface="Symbol" panose="05050102010706020507" pitchFamily="18" charset="2"/>
              </a:rPr>
              <a:t>1</a:t>
            </a:r>
            <a:r>
              <a:rPr lang="en-US" altLang="zh-CN" sz="2400">
                <a:ea typeface="ＭＳ Ｐゴシック" panose="020B0600070205080204" pitchFamily="34" charset="-128"/>
                <a:sym typeface="Symbol" panose="05050102010706020507" pitchFamily="18" charset="2"/>
              </a:rPr>
              <a:t>, </a:t>
            </a:r>
            <a:r>
              <a:rPr lang="en-US" altLang="zh-CN" sz="2400" i="1">
                <a:ea typeface="ＭＳ Ｐゴシック" panose="020B0600070205080204" pitchFamily="34" charset="-128"/>
                <a:sym typeface="Symbol" panose="05050102010706020507" pitchFamily="18" charset="2"/>
              </a:rPr>
              <a:t>e</a:t>
            </a:r>
            <a:r>
              <a:rPr lang="en-US" altLang="zh-CN" sz="2400" baseline="-25000">
                <a:ea typeface="ＭＳ Ｐゴシック" panose="020B0600070205080204" pitchFamily="34" charset="-128"/>
                <a:sym typeface="Symbol" panose="05050102010706020507" pitchFamily="18" charset="2"/>
              </a:rPr>
              <a:t>2</a:t>
            </a:r>
            <a:r>
              <a:rPr lang="en-US" altLang="zh-CN" sz="2400">
                <a:ea typeface="ＭＳ Ｐゴシック" panose="020B0600070205080204" pitchFamily="34" charset="-128"/>
                <a:sym typeface="Symbol" panose="05050102010706020507" pitchFamily="18" charset="2"/>
              </a:rPr>
              <a:t>, … </a:t>
            </a:r>
            <a:r>
              <a:rPr lang="en-US" altLang="zh-CN" sz="2400" i="1">
                <a:ea typeface="ＭＳ Ｐゴシック" panose="020B0600070205080204" pitchFamily="34" charset="-128"/>
                <a:sym typeface="Symbol" panose="05050102010706020507" pitchFamily="18" charset="2"/>
              </a:rPr>
              <a:t>e</a:t>
            </a:r>
            <a:r>
              <a:rPr lang="en-US" altLang="zh-CN" sz="2400" i="1" baseline="-25000">
                <a:ea typeface="ＭＳ Ｐゴシック" panose="020B0600070205080204" pitchFamily="34" charset="-128"/>
                <a:sym typeface="Symbol" panose="05050102010706020507" pitchFamily="18" charset="2"/>
              </a:rPr>
              <a:t>n</a:t>
            </a:r>
            <a:r>
              <a:rPr lang="en-US" altLang="zh-CN" sz="2400">
                <a:ea typeface="ＭＳ Ｐゴシック" panose="020B0600070205080204" pitchFamily="34" charset="-128"/>
                <a:sym typeface="Symbol" panose="05050102010706020507" pitchFamily="18" charset="2"/>
              </a:rPr>
              <a:t>) | </a:t>
            </a:r>
            <a:r>
              <a:rPr lang="en-US" altLang="zh-CN" sz="2400" i="1">
                <a:ea typeface="ＭＳ Ｐゴシック" panose="020B0600070205080204" pitchFamily="34" charset="-128"/>
                <a:sym typeface="Symbol" panose="05050102010706020507" pitchFamily="18" charset="2"/>
              </a:rPr>
              <a:t>e</a:t>
            </a:r>
            <a:r>
              <a:rPr lang="en-US" altLang="zh-CN" sz="2400" baseline="-25000">
                <a:ea typeface="ＭＳ Ｐゴシック" panose="020B0600070205080204" pitchFamily="34" charset="-128"/>
                <a:sym typeface="Symbol" panose="05050102010706020507" pitchFamily="18" charset="2"/>
              </a:rPr>
              <a:t>1</a:t>
            </a:r>
            <a:r>
              <a:rPr lang="en-US" altLang="zh-CN" sz="2400">
                <a:ea typeface="ＭＳ Ｐゴシック" panose="020B0600070205080204" pitchFamily="34" charset="-128"/>
                <a:sym typeface="Symbol" panose="05050102010706020507" pitchFamily="18" charset="2"/>
              </a:rPr>
              <a:t>   </a:t>
            </a:r>
            <a:r>
              <a:rPr lang="en-US" altLang="zh-CN" sz="2400" i="1">
                <a:ea typeface="ＭＳ Ｐゴシック" panose="020B0600070205080204" pitchFamily="34" charset="-128"/>
                <a:sym typeface="Symbol" panose="05050102010706020507" pitchFamily="18" charset="2"/>
              </a:rPr>
              <a:t>E</a:t>
            </a:r>
            <a:r>
              <a:rPr lang="en-US" altLang="zh-CN" sz="2400" baseline="-25000">
                <a:ea typeface="ＭＳ Ｐゴシック" panose="020B0600070205080204" pitchFamily="34" charset="-128"/>
                <a:sym typeface="Symbol" panose="05050102010706020507" pitchFamily="18" charset="2"/>
              </a:rPr>
              <a:t>1</a:t>
            </a:r>
            <a:r>
              <a:rPr lang="en-US" altLang="zh-CN" sz="2400">
                <a:ea typeface="ＭＳ Ｐゴシック" panose="020B0600070205080204" pitchFamily="34" charset="-128"/>
                <a:sym typeface="Symbol" panose="05050102010706020507" pitchFamily="18" charset="2"/>
              </a:rPr>
              <a:t>, </a:t>
            </a:r>
            <a:r>
              <a:rPr lang="en-US" altLang="zh-CN" sz="2400" i="1">
                <a:ea typeface="ＭＳ Ｐゴシック" panose="020B0600070205080204" pitchFamily="34" charset="-128"/>
                <a:sym typeface="Symbol" panose="05050102010706020507" pitchFamily="18" charset="2"/>
              </a:rPr>
              <a:t>e</a:t>
            </a:r>
            <a:r>
              <a:rPr lang="en-US" altLang="zh-CN" sz="2400" baseline="-25000">
                <a:ea typeface="ＭＳ Ｐゴシック" panose="020B0600070205080204" pitchFamily="34" charset="-128"/>
                <a:sym typeface="Symbol" panose="05050102010706020507" pitchFamily="18" charset="2"/>
              </a:rPr>
              <a:t>2</a:t>
            </a:r>
            <a:r>
              <a:rPr lang="en-US" altLang="zh-CN" sz="2400">
                <a:ea typeface="ＭＳ Ｐゴシック" panose="020B0600070205080204" pitchFamily="34" charset="-128"/>
                <a:sym typeface="Symbol" panose="05050102010706020507" pitchFamily="18" charset="2"/>
              </a:rPr>
              <a:t>   </a:t>
            </a:r>
            <a:r>
              <a:rPr lang="en-US" altLang="zh-CN" sz="2400" i="1">
                <a:ea typeface="ＭＳ Ｐゴシック" panose="020B0600070205080204" pitchFamily="34" charset="-128"/>
                <a:sym typeface="Symbol" panose="05050102010706020507" pitchFamily="18" charset="2"/>
              </a:rPr>
              <a:t>E</a:t>
            </a:r>
            <a:r>
              <a:rPr lang="en-US" altLang="zh-CN" sz="2400" baseline="-25000">
                <a:ea typeface="ＭＳ Ｐゴシック" panose="020B0600070205080204" pitchFamily="34" charset="-128"/>
                <a:sym typeface="Symbol" panose="05050102010706020507" pitchFamily="18" charset="2"/>
              </a:rPr>
              <a:t>2</a:t>
            </a:r>
            <a:r>
              <a:rPr lang="en-US" altLang="zh-CN" sz="2400">
                <a:ea typeface="ＭＳ Ｐゴシック" panose="020B0600070205080204" pitchFamily="34" charset="-128"/>
                <a:sym typeface="Symbol" panose="05050102010706020507" pitchFamily="18" charset="2"/>
              </a:rPr>
              <a:t>, …, </a:t>
            </a:r>
            <a:r>
              <a:rPr lang="en-US" altLang="zh-CN" sz="2400" i="1">
                <a:ea typeface="ＭＳ Ｐゴシック" panose="020B0600070205080204" pitchFamily="34" charset="-128"/>
                <a:sym typeface="Symbol" panose="05050102010706020507" pitchFamily="18" charset="2"/>
              </a:rPr>
              <a:t>e</a:t>
            </a:r>
            <a:r>
              <a:rPr lang="en-US" altLang="zh-CN" sz="2400" i="1" baseline="-25000">
                <a:ea typeface="ＭＳ Ｐゴシック" panose="020B0600070205080204" pitchFamily="34" charset="-128"/>
                <a:sym typeface="Symbol" panose="05050102010706020507" pitchFamily="18" charset="2"/>
              </a:rPr>
              <a:t>n</a:t>
            </a:r>
            <a:r>
              <a:rPr lang="en-US" altLang="zh-CN" sz="2400">
                <a:ea typeface="ＭＳ Ｐゴシック" panose="020B0600070205080204" pitchFamily="34" charset="-128"/>
                <a:sym typeface="Symbol" panose="05050102010706020507" pitchFamily="18" charset="2"/>
              </a:rPr>
              <a:t>   </a:t>
            </a:r>
            <a:r>
              <a:rPr lang="en-US" altLang="zh-CN" sz="2400" i="1">
                <a:ea typeface="ＭＳ Ｐゴシック" panose="020B0600070205080204" pitchFamily="34" charset="-128"/>
                <a:sym typeface="Symbol" panose="05050102010706020507" pitchFamily="18" charset="2"/>
              </a:rPr>
              <a:t>E</a:t>
            </a:r>
            <a:r>
              <a:rPr lang="en-US" altLang="zh-CN" sz="2400" i="1" baseline="-25000">
                <a:ea typeface="ＭＳ Ｐゴシック" panose="020B0600070205080204" pitchFamily="34" charset="-128"/>
                <a:sym typeface="Symbol" panose="05050102010706020507" pitchFamily="18" charset="2"/>
              </a:rPr>
              <a:t>n</a:t>
            </a:r>
            <a:r>
              <a:rPr lang="en-US" altLang="zh-CN" sz="2400">
                <a:ea typeface="ＭＳ Ｐゴシック" panose="020B0600070205080204" pitchFamily="34" charset="-128"/>
                <a:sym typeface="Symbol" panose="05050102010706020507" pitchFamily="18" charset="2"/>
              </a:rPr>
              <a:t>}</a:t>
            </a:r>
            <a:br>
              <a:rPr lang="en-US" altLang="zh-CN" sz="2400">
                <a:ea typeface="ＭＳ Ｐゴシック" panose="020B0600070205080204" pitchFamily="34" charset="-128"/>
                <a:sym typeface="Symbol" panose="05050102010706020507" pitchFamily="18" charset="2"/>
              </a:rPr>
            </a:br>
            <a:br>
              <a:rPr lang="en-US" altLang="zh-CN" sz="2400">
                <a:ea typeface="ＭＳ Ｐゴシック" panose="020B0600070205080204" pitchFamily="34" charset="-128"/>
                <a:sym typeface="Symbol" panose="05050102010706020507" pitchFamily="18" charset="2"/>
              </a:rPr>
            </a:br>
            <a:r>
              <a:rPr lang="en-US" altLang="zh-CN" sz="2400">
                <a:ea typeface="ＭＳ Ｐゴシック" panose="020B0600070205080204" pitchFamily="34" charset="-128"/>
                <a:sym typeface="Symbol" panose="05050102010706020507" pitchFamily="18" charset="2"/>
              </a:rPr>
              <a:t>where (</a:t>
            </a:r>
            <a:r>
              <a:rPr lang="en-US" altLang="zh-CN" sz="2400" i="1">
                <a:ea typeface="ＭＳ Ｐゴシック" panose="020B0600070205080204" pitchFamily="34" charset="-128"/>
                <a:sym typeface="Symbol" panose="05050102010706020507" pitchFamily="18" charset="2"/>
              </a:rPr>
              <a:t>e</a:t>
            </a:r>
            <a:r>
              <a:rPr lang="en-US" altLang="zh-CN" sz="2400" baseline="-25000">
                <a:ea typeface="ＭＳ Ｐゴシック" panose="020B0600070205080204" pitchFamily="34" charset="-128"/>
                <a:sym typeface="Symbol" panose="05050102010706020507" pitchFamily="18" charset="2"/>
              </a:rPr>
              <a:t>1</a:t>
            </a:r>
            <a:r>
              <a:rPr lang="en-US" altLang="zh-CN" sz="2400">
                <a:ea typeface="ＭＳ Ｐゴシック" panose="020B0600070205080204" pitchFamily="34" charset="-128"/>
                <a:sym typeface="Symbol" panose="05050102010706020507" pitchFamily="18" charset="2"/>
              </a:rPr>
              <a:t>, </a:t>
            </a:r>
            <a:r>
              <a:rPr lang="en-US" altLang="zh-CN" sz="2400" i="1">
                <a:ea typeface="ＭＳ Ｐゴシック" panose="020B0600070205080204" pitchFamily="34" charset="-128"/>
                <a:sym typeface="Symbol" panose="05050102010706020507" pitchFamily="18" charset="2"/>
              </a:rPr>
              <a:t>e</a:t>
            </a:r>
            <a:r>
              <a:rPr lang="en-US" altLang="zh-CN" sz="2400" baseline="-25000">
                <a:ea typeface="ＭＳ Ｐゴシック" panose="020B0600070205080204" pitchFamily="34" charset="-128"/>
                <a:sym typeface="Symbol" panose="05050102010706020507" pitchFamily="18" charset="2"/>
              </a:rPr>
              <a:t>2</a:t>
            </a:r>
            <a:r>
              <a:rPr lang="en-US" altLang="zh-CN" sz="2400">
                <a:ea typeface="ＭＳ Ｐゴシック" panose="020B0600070205080204" pitchFamily="34" charset="-128"/>
                <a:sym typeface="Symbol" panose="05050102010706020507" pitchFamily="18" charset="2"/>
              </a:rPr>
              <a:t>, …, </a:t>
            </a:r>
            <a:r>
              <a:rPr lang="en-US" altLang="zh-CN" sz="2400" i="1">
                <a:ea typeface="ＭＳ Ｐゴシック" panose="020B0600070205080204" pitchFamily="34" charset="-128"/>
                <a:sym typeface="Symbol" panose="05050102010706020507" pitchFamily="18" charset="2"/>
              </a:rPr>
              <a:t>e</a:t>
            </a:r>
            <a:r>
              <a:rPr lang="en-US" altLang="zh-CN" sz="2400" i="1" baseline="-25000">
                <a:ea typeface="ＭＳ Ｐゴシック" panose="020B0600070205080204" pitchFamily="34" charset="-128"/>
                <a:sym typeface="Symbol" panose="05050102010706020507" pitchFamily="18" charset="2"/>
              </a:rPr>
              <a:t>n</a:t>
            </a:r>
            <a:r>
              <a:rPr lang="en-US" altLang="zh-CN" sz="2400">
                <a:ea typeface="ＭＳ Ｐゴシック" panose="020B0600070205080204" pitchFamily="34" charset="-128"/>
                <a:sym typeface="Symbol" panose="05050102010706020507" pitchFamily="18" charset="2"/>
              </a:rPr>
              <a:t>) is a relationship</a:t>
            </a:r>
          </a:p>
          <a:p>
            <a:pPr lvl="1" eaLnBrk="1" hangingPunct="1">
              <a:tabLst>
                <a:tab pos="1536700" algn="ctr"/>
                <a:tab pos="3543300" algn="ctr"/>
                <a:tab pos="5481638" algn="ctr"/>
              </a:tabLst>
            </a:pPr>
            <a:r>
              <a:rPr lang="en-US" altLang="zh-CN">
                <a:ea typeface="ＭＳ Ｐゴシック" panose="020B0600070205080204" pitchFamily="34" charset="-128"/>
                <a:sym typeface="Symbol" panose="05050102010706020507" pitchFamily="18" charset="2"/>
              </a:rPr>
              <a:t>Example: </a:t>
            </a:r>
          </a:p>
          <a:p>
            <a:pPr lvl="1" eaLnBrk="1" hangingPunct="1">
              <a:buFont typeface="Monotype Sorts" pitchFamily="2" charset="2"/>
              <a:buNone/>
              <a:tabLst>
                <a:tab pos="1536700" algn="ctr"/>
                <a:tab pos="3543300" algn="ctr"/>
                <a:tab pos="5481638" algn="ctr"/>
              </a:tabLst>
            </a:pPr>
            <a:r>
              <a:rPr lang="en-US" altLang="zh-CN">
                <a:ea typeface="ＭＳ Ｐゴシック" panose="020B0600070205080204" pitchFamily="34" charset="-128"/>
                <a:sym typeface="Symbol" panose="05050102010706020507" pitchFamily="18" charset="2"/>
              </a:rPr>
              <a:t>		        (44553,22222)  </a:t>
            </a:r>
            <a:r>
              <a:rPr lang="en-US" altLang="zh-CN" i="1">
                <a:ea typeface="ＭＳ Ｐゴシック" panose="020B0600070205080204" pitchFamily="34" charset="-128"/>
                <a:sym typeface="Symbol" panose="05050102010706020507" pitchFamily="18" charset="2"/>
              </a:rPr>
              <a:t>advisor</a:t>
            </a:r>
          </a:p>
        </p:txBody>
      </p:sp>
      <p:sp>
        <p:nvSpPr>
          <p:cNvPr id="2" name="圆角矩形 1">
            <a:extLst>
              <a:ext uri="{FF2B5EF4-FFF2-40B4-BE49-F238E27FC236}">
                <a16:creationId xmlns:a16="http://schemas.microsoft.com/office/drawing/2014/main" id="{B8EA41CD-09A9-42A8-B368-BFEFD899E4EA}"/>
              </a:ext>
            </a:extLst>
          </p:cNvPr>
          <p:cNvSpPr>
            <a:spLocks noChangeArrowheads="1"/>
          </p:cNvSpPr>
          <p:nvPr/>
        </p:nvSpPr>
        <p:spPr bwMode="auto">
          <a:xfrm>
            <a:off x="841375" y="1922463"/>
            <a:ext cx="2136775" cy="796925"/>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endParaRPr kumimoji="0" lang="zh-CN" altLang="en-US" sz="1600"/>
          </a:p>
        </p:txBody>
      </p:sp>
      <p:sp>
        <p:nvSpPr>
          <p:cNvPr id="5" name="圆角矩形 4">
            <a:extLst>
              <a:ext uri="{FF2B5EF4-FFF2-40B4-BE49-F238E27FC236}">
                <a16:creationId xmlns:a16="http://schemas.microsoft.com/office/drawing/2014/main" id="{0DF32EAD-DD88-4EC9-B12A-EE2B107C0677}"/>
              </a:ext>
            </a:extLst>
          </p:cNvPr>
          <p:cNvSpPr>
            <a:spLocks noChangeArrowheads="1"/>
          </p:cNvSpPr>
          <p:nvPr/>
        </p:nvSpPr>
        <p:spPr bwMode="auto">
          <a:xfrm>
            <a:off x="5365750" y="1922463"/>
            <a:ext cx="2398713" cy="796925"/>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endParaRPr kumimoji="0" lang="zh-CN" altLang="en-US" sz="1600"/>
          </a:p>
        </p:txBody>
      </p:sp>
      <p:cxnSp>
        <p:nvCxnSpPr>
          <p:cNvPr id="4" name="直接连接符 3">
            <a:extLst>
              <a:ext uri="{FF2B5EF4-FFF2-40B4-BE49-F238E27FC236}">
                <a16:creationId xmlns:a16="http://schemas.microsoft.com/office/drawing/2014/main" id="{B20BC60D-5176-458E-A2DD-BB51DA2879D3}"/>
              </a:ext>
            </a:extLst>
          </p:cNvPr>
          <p:cNvCxnSpPr>
            <a:cxnSpLocks noChangeShapeType="1"/>
          </p:cNvCxnSpPr>
          <p:nvPr/>
        </p:nvCxnSpPr>
        <p:spPr bwMode="auto">
          <a:xfrm>
            <a:off x="2974975" y="2320925"/>
            <a:ext cx="539750" cy="0"/>
          </a:xfrm>
          <a:prstGeom prst="line">
            <a:avLst/>
          </a:prstGeom>
          <a:noFill/>
          <a:ln w="28575" algn="ctr">
            <a:solidFill>
              <a:srgbClr val="3366FF"/>
            </a:solidFill>
            <a:round/>
            <a:headEnd/>
            <a:tailEnd/>
          </a:ln>
          <a:extLst>
            <a:ext uri="{909E8E84-426E-40DD-AFC4-6F175D3DCCD1}">
              <a14:hiddenFill xmlns:a14="http://schemas.microsoft.com/office/drawing/2010/main">
                <a:noFill/>
              </a14:hiddenFill>
            </a:ext>
          </a:extLst>
        </p:spPr>
      </p:cxnSp>
      <p:cxnSp>
        <p:nvCxnSpPr>
          <p:cNvPr id="8" name="直接连接符 7">
            <a:extLst>
              <a:ext uri="{FF2B5EF4-FFF2-40B4-BE49-F238E27FC236}">
                <a16:creationId xmlns:a16="http://schemas.microsoft.com/office/drawing/2014/main" id="{D1A88716-9350-425B-BF06-208E7CE93246}"/>
              </a:ext>
            </a:extLst>
          </p:cNvPr>
          <p:cNvCxnSpPr>
            <a:cxnSpLocks noChangeShapeType="1"/>
          </p:cNvCxnSpPr>
          <p:nvPr/>
        </p:nvCxnSpPr>
        <p:spPr bwMode="auto">
          <a:xfrm>
            <a:off x="4835525" y="2290763"/>
            <a:ext cx="539750" cy="0"/>
          </a:xfrm>
          <a:prstGeom prst="line">
            <a:avLst/>
          </a:prstGeom>
          <a:noFill/>
          <a:ln w="28575" algn="ctr">
            <a:solidFill>
              <a:srgbClr val="3366FF"/>
            </a:solidFill>
            <a:round/>
            <a:headEnd/>
            <a:tailEnd/>
          </a:ln>
          <a:extLst>
            <a:ext uri="{909E8E84-426E-40DD-AFC4-6F175D3DCCD1}">
              <a14:hiddenFill xmlns:a14="http://schemas.microsoft.com/office/drawing/2010/main">
                <a:noFill/>
              </a14:hiddenFill>
            </a:ext>
          </a:extLst>
        </p:spPr>
      </p:cxnSp>
      <p:sp>
        <p:nvSpPr>
          <p:cNvPr id="9" name="圆角矩形 8">
            <a:extLst>
              <a:ext uri="{FF2B5EF4-FFF2-40B4-BE49-F238E27FC236}">
                <a16:creationId xmlns:a16="http://schemas.microsoft.com/office/drawing/2014/main" id="{07A4455E-6FC4-4026-B921-A9E6D6E3B606}"/>
              </a:ext>
            </a:extLst>
          </p:cNvPr>
          <p:cNvSpPr>
            <a:spLocks noChangeArrowheads="1"/>
          </p:cNvSpPr>
          <p:nvPr/>
        </p:nvSpPr>
        <p:spPr bwMode="auto">
          <a:xfrm>
            <a:off x="3103563" y="1922463"/>
            <a:ext cx="2136775" cy="796925"/>
          </a:xfrm>
          <a:prstGeom prst="roundRect">
            <a:avLst>
              <a:gd name="adj" fmla="val 16667"/>
            </a:avLst>
          </a:prstGeom>
          <a:noFill/>
          <a:ln w="19050" algn="ctr">
            <a:solidFill>
              <a:srgbClr val="3366FF"/>
            </a:solidFill>
            <a:round/>
            <a:headEnd/>
            <a:tailEnd/>
          </a:ln>
          <a:extLst>
            <a:ext uri="{909E8E84-426E-40DD-AFC4-6F175D3DCCD1}">
              <a14:hiddenFill xmlns:a14="http://schemas.microsoft.com/office/drawing/2010/main">
                <a:solidFill>
                  <a:srgbClr val="FFFFFF"/>
                </a:solidFill>
              </a14:hiddenFill>
            </a:ext>
          </a:extLst>
        </p:spPr>
        <p:txBody>
          <a:bodyPr wrap="none"/>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endParaRPr kumimoji="0" lang="zh-CN" altLang="en-US" sz="16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45"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2000"/>
                                        <p:tgtEl>
                                          <p:spTgt spid="4"/>
                                        </p:tgtEl>
                                      </p:cBhvr>
                                    </p:animEffect>
                                    <p:anim calcmode="lin" valueType="num">
                                      <p:cBhvr>
                                        <p:cTn id="16" dur="2000" fill="hold"/>
                                        <p:tgtEl>
                                          <p:spTgt spid="4"/>
                                        </p:tgtEl>
                                        <p:attrNameLst>
                                          <p:attrName>ppt_w</p:attrName>
                                        </p:attrNameLst>
                                      </p:cBhvr>
                                      <p:tavLst>
                                        <p:tav tm="0" fmla="#ppt_w*sin(2.5*pi*$)">
                                          <p:val>
                                            <p:fltVal val="0"/>
                                          </p:val>
                                        </p:tav>
                                        <p:tav tm="100000">
                                          <p:val>
                                            <p:fltVal val="1"/>
                                          </p:val>
                                        </p:tav>
                                      </p:tavLst>
                                    </p:anim>
                                    <p:anim calcmode="lin" valueType="num">
                                      <p:cBhvr>
                                        <p:cTn id="17" dur="2000" fill="hold"/>
                                        <p:tgtEl>
                                          <p:spTgt spid="4"/>
                                        </p:tgtEl>
                                        <p:attrNameLst>
                                          <p:attrName>ppt_h</p:attrName>
                                        </p:attrNameLst>
                                      </p:cBhvr>
                                      <p:tavLst>
                                        <p:tav tm="0">
                                          <p:val>
                                            <p:strVal val="#ppt_h"/>
                                          </p:val>
                                        </p:tav>
                                        <p:tav tm="100000">
                                          <p:val>
                                            <p:strVal val="#ppt_h"/>
                                          </p:val>
                                        </p:tav>
                                      </p:tavLst>
                                    </p:anim>
                                  </p:childTnLst>
                                </p:cTn>
                              </p:par>
                              <p:par>
                                <p:cTn id="18" presetID="45" presetClass="entr" presetSubtype="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2000"/>
                                        <p:tgtEl>
                                          <p:spTgt spid="8"/>
                                        </p:tgtEl>
                                      </p:cBhvr>
                                    </p:animEffect>
                                    <p:anim calcmode="lin" valueType="num">
                                      <p:cBhvr>
                                        <p:cTn id="21" dur="2000" fill="hold"/>
                                        <p:tgtEl>
                                          <p:spTgt spid="8"/>
                                        </p:tgtEl>
                                        <p:attrNameLst>
                                          <p:attrName>ppt_w</p:attrName>
                                        </p:attrNameLst>
                                      </p:cBhvr>
                                      <p:tavLst>
                                        <p:tav tm="0" fmla="#ppt_w*sin(2.5*pi*$)">
                                          <p:val>
                                            <p:fltVal val="0"/>
                                          </p:val>
                                        </p:tav>
                                        <p:tav tm="100000">
                                          <p:val>
                                            <p:fltVal val="1"/>
                                          </p:val>
                                        </p:tav>
                                      </p:tavLst>
                                    </p:anim>
                                    <p:anim calcmode="lin" valueType="num">
                                      <p:cBhvr>
                                        <p:cTn id="22" dur="2000" fill="hold"/>
                                        <p:tgtEl>
                                          <p:spTgt spid="8"/>
                                        </p:tgtEl>
                                        <p:attrNameLst>
                                          <p:attrName>ppt_h</p:attrName>
                                        </p:attrNameLst>
                                      </p:cBhvr>
                                      <p:tavLst>
                                        <p:tav tm="0">
                                          <p:val>
                                            <p:strVal val="#ppt_h"/>
                                          </p:val>
                                        </p:tav>
                                        <p:tav tm="100000">
                                          <p:val>
                                            <p:strVal val="#ppt_h"/>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2" name="Rectangle 2">
            <a:extLst>
              <a:ext uri="{FF2B5EF4-FFF2-40B4-BE49-F238E27FC236}">
                <a16:creationId xmlns:a16="http://schemas.microsoft.com/office/drawing/2014/main" id="{49F797C0-FA85-4173-B049-5B2828083E0A}"/>
              </a:ext>
            </a:extLst>
          </p:cNvPr>
          <p:cNvSpPr>
            <a:spLocks noGrp="1" noChangeArrowheads="1"/>
          </p:cNvSpPr>
          <p:nvPr>
            <p:ph type="title"/>
          </p:nvPr>
        </p:nvSpPr>
        <p:spPr/>
        <p:txBody>
          <a:bodyPr/>
          <a:lstStyle/>
          <a:p>
            <a:pPr eaLnBrk="1" hangingPunct="1">
              <a:defRPr/>
            </a:pPr>
            <a:r>
              <a:rPr lang="en-US"/>
              <a:t>Relationship Set </a:t>
            </a:r>
            <a:r>
              <a:rPr lang="en-US" i="1"/>
              <a:t>advisor</a:t>
            </a:r>
          </a:p>
        </p:txBody>
      </p:sp>
      <p:pic>
        <p:nvPicPr>
          <p:cNvPr id="33795" name="Picture 6">
            <a:extLst>
              <a:ext uri="{FF2B5EF4-FFF2-40B4-BE49-F238E27FC236}">
                <a16:creationId xmlns:a16="http://schemas.microsoft.com/office/drawing/2014/main" id="{94571A64-6254-4D39-A22A-4EE418CD01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025" y="1316038"/>
            <a:ext cx="8027988" cy="445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70" name="Rectangle 2">
            <a:extLst>
              <a:ext uri="{FF2B5EF4-FFF2-40B4-BE49-F238E27FC236}">
                <a16:creationId xmlns:a16="http://schemas.microsoft.com/office/drawing/2014/main" id="{3160E21C-953F-4641-9BA7-2B675393F571}"/>
              </a:ext>
            </a:extLst>
          </p:cNvPr>
          <p:cNvSpPr>
            <a:spLocks noGrp="1" noChangeArrowheads="1"/>
          </p:cNvSpPr>
          <p:nvPr>
            <p:ph type="title"/>
          </p:nvPr>
        </p:nvSpPr>
        <p:spPr/>
        <p:txBody>
          <a:bodyPr/>
          <a:lstStyle/>
          <a:p>
            <a:pPr eaLnBrk="1" hangingPunct="1">
              <a:defRPr/>
            </a:pPr>
            <a:r>
              <a:rPr lang="en-US"/>
              <a:t>Relationship Sets (Cont.)</a:t>
            </a:r>
          </a:p>
        </p:txBody>
      </p:sp>
      <p:sp>
        <p:nvSpPr>
          <p:cNvPr id="35843" name="Rectangle 3">
            <a:extLst>
              <a:ext uri="{FF2B5EF4-FFF2-40B4-BE49-F238E27FC236}">
                <a16:creationId xmlns:a16="http://schemas.microsoft.com/office/drawing/2014/main" id="{82BD6D1C-5A8A-40F5-9FDE-11231CD1586A}"/>
              </a:ext>
            </a:extLst>
          </p:cNvPr>
          <p:cNvSpPr>
            <a:spLocks noGrp="1" noChangeArrowheads="1"/>
          </p:cNvSpPr>
          <p:nvPr>
            <p:ph idx="1"/>
          </p:nvPr>
        </p:nvSpPr>
        <p:spPr/>
        <p:txBody>
          <a:bodyPr/>
          <a:lstStyle/>
          <a:p>
            <a:pPr eaLnBrk="1" hangingPunct="1"/>
            <a:r>
              <a:rPr lang="en-US" altLang="zh-CN" sz="2000">
                <a:ea typeface="ＭＳ Ｐゴシック" panose="020B0600070205080204" pitchFamily="34" charset="-128"/>
              </a:rPr>
              <a:t>An </a:t>
            </a:r>
            <a:r>
              <a:rPr lang="en-US" altLang="zh-CN" sz="2000" b="1">
                <a:solidFill>
                  <a:srgbClr val="000099"/>
                </a:solidFill>
                <a:ea typeface="ＭＳ Ｐゴシック" panose="020B0600070205080204" pitchFamily="34" charset="-128"/>
              </a:rPr>
              <a:t>attribute</a:t>
            </a:r>
            <a:r>
              <a:rPr lang="en-US" altLang="zh-CN" sz="2000">
                <a:ea typeface="ＭＳ Ｐゴシック" panose="020B0600070205080204" pitchFamily="34" charset="-128"/>
              </a:rPr>
              <a:t> can also be property of a relationship set.</a:t>
            </a:r>
          </a:p>
          <a:p>
            <a:pPr eaLnBrk="1" hangingPunct="1">
              <a:lnSpc>
                <a:spcPct val="90000"/>
              </a:lnSpc>
            </a:pPr>
            <a:r>
              <a:rPr lang="en-US" altLang="zh-CN" sz="2000">
                <a:ea typeface="ＭＳ Ｐゴシック" panose="020B0600070205080204" pitchFamily="34" charset="-128"/>
              </a:rPr>
              <a:t>For instance, the </a:t>
            </a:r>
            <a:r>
              <a:rPr lang="en-US" altLang="zh-CN" sz="2000" i="1">
                <a:ea typeface="ＭＳ Ｐゴシック" panose="020B0600070205080204" pitchFamily="34" charset="-128"/>
              </a:rPr>
              <a:t>advisor </a:t>
            </a:r>
            <a:r>
              <a:rPr lang="en-US" altLang="zh-CN" sz="2000">
                <a:ea typeface="ＭＳ Ｐゴシック" panose="020B0600070205080204" pitchFamily="34" charset="-128"/>
              </a:rPr>
              <a:t>relationship set between entity sets </a:t>
            </a:r>
            <a:r>
              <a:rPr lang="en-US" altLang="zh-CN" sz="2000" i="1">
                <a:ea typeface="ＭＳ Ｐゴシック" panose="020B0600070205080204" pitchFamily="34" charset="-128"/>
              </a:rPr>
              <a:t>instructor </a:t>
            </a:r>
            <a:r>
              <a:rPr lang="en-US" altLang="zh-CN" sz="2000">
                <a:ea typeface="ＭＳ Ｐゴシック" panose="020B0600070205080204" pitchFamily="34" charset="-128"/>
              </a:rPr>
              <a:t>and </a:t>
            </a:r>
            <a:r>
              <a:rPr lang="en-US" altLang="zh-CN" sz="2000" i="1">
                <a:ea typeface="ＭＳ Ｐゴシック" panose="020B0600070205080204" pitchFamily="34" charset="-128"/>
              </a:rPr>
              <a:t>student </a:t>
            </a:r>
            <a:r>
              <a:rPr lang="en-US" altLang="zh-CN" sz="2000">
                <a:ea typeface="ＭＳ Ｐゴシック" panose="020B0600070205080204" pitchFamily="34" charset="-128"/>
              </a:rPr>
              <a:t>may have the attribute </a:t>
            </a:r>
            <a:r>
              <a:rPr lang="en-US" altLang="zh-CN" sz="2000" i="1">
                <a:ea typeface="ＭＳ Ｐゴシック" panose="020B0600070205080204" pitchFamily="34" charset="-128"/>
              </a:rPr>
              <a:t>date </a:t>
            </a:r>
            <a:r>
              <a:rPr lang="en-US" altLang="zh-CN" sz="2000">
                <a:ea typeface="ＭＳ Ｐゴシック" panose="020B0600070205080204" pitchFamily="34" charset="-128"/>
              </a:rPr>
              <a:t>which tracks when the student started being associated with the advisor</a:t>
            </a:r>
          </a:p>
        </p:txBody>
      </p:sp>
      <p:pic>
        <p:nvPicPr>
          <p:cNvPr id="35844" name="Picture 6">
            <a:extLst>
              <a:ext uri="{FF2B5EF4-FFF2-40B4-BE49-F238E27FC236}">
                <a16:creationId xmlns:a16="http://schemas.microsoft.com/office/drawing/2014/main" id="{CD7FE59F-E7BE-4840-AEB1-4EAA7AEE23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513013"/>
            <a:ext cx="7751763" cy="367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8" name="Rectangle 2">
            <a:extLst>
              <a:ext uri="{FF2B5EF4-FFF2-40B4-BE49-F238E27FC236}">
                <a16:creationId xmlns:a16="http://schemas.microsoft.com/office/drawing/2014/main" id="{2C1AC962-D6D8-4384-81C6-0F846CCA2BC6}"/>
              </a:ext>
            </a:extLst>
          </p:cNvPr>
          <p:cNvSpPr>
            <a:spLocks noGrp="1" noChangeArrowheads="1"/>
          </p:cNvSpPr>
          <p:nvPr>
            <p:ph type="title"/>
          </p:nvPr>
        </p:nvSpPr>
        <p:spPr/>
        <p:txBody>
          <a:bodyPr/>
          <a:lstStyle/>
          <a:p>
            <a:pPr eaLnBrk="1" hangingPunct="1">
              <a:defRPr/>
            </a:pPr>
            <a:r>
              <a:rPr lang="en-US" dirty="0"/>
              <a:t>Degree of a Relationship Set</a:t>
            </a:r>
          </a:p>
        </p:txBody>
      </p:sp>
      <p:sp>
        <p:nvSpPr>
          <p:cNvPr id="37891" name="Rectangle 3">
            <a:extLst>
              <a:ext uri="{FF2B5EF4-FFF2-40B4-BE49-F238E27FC236}">
                <a16:creationId xmlns:a16="http://schemas.microsoft.com/office/drawing/2014/main" id="{FE141F1A-EA14-40F6-AF2E-60E0464D0F05}"/>
              </a:ext>
            </a:extLst>
          </p:cNvPr>
          <p:cNvSpPr>
            <a:spLocks noGrp="1" noChangeArrowheads="1"/>
          </p:cNvSpPr>
          <p:nvPr>
            <p:ph idx="1"/>
          </p:nvPr>
        </p:nvSpPr>
        <p:spPr/>
        <p:txBody>
          <a:bodyPr/>
          <a:lstStyle/>
          <a:p>
            <a:pPr eaLnBrk="1" hangingPunct="1"/>
            <a:r>
              <a:rPr lang="en-US" altLang="zh-CN" sz="2000" b="1">
                <a:ea typeface="ＭＳ Ｐゴシック" panose="020B0600070205080204" pitchFamily="34" charset="-128"/>
              </a:rPr>
              <a:t>Binary Relationship</a:t>
            </a:r>
          </a:p>
          <a:p>
            <a:pPr lvl="1" eaLnBrk="1" hangingPunct="1"/>
            <a:r>
              <a:rPr lang="en-US" altLang="zh-CN" sz="2000">
                <a:ea typeface="ＭＳ Ｐゴシック" panose="020B0600070205080204" pitchFamily="34" charset="-128"/>
              </a:rPr>
              <a:t>involve two entity sets (or degree two). </a:t>
            </a:r>
          </a:p>
          <a:p>
            <a:pPr lvl="1" eaLnBrk="1" hangingPunct="1"/>
            <a:r>
              <a:rPr lang="en-US" altLang="zh-CN" sz="2000">
                <a:ea typeface="ＭＳ Ｐゴシック" panose="020B0600070205080204" pitchFamily="34" charset="-128"/>
              </a:rPr>
              <a:t>most relationship sets in a database system are binary.</a:t>
            </a:r>
          </a:p>
          <a:p>
            <a:pPr eaLnBrk="1" hangingPunct="1"/>
            <a:r>
              <a:rPr lang="en-US" altLang="zh-CN" sz="2000">
                <a:ea typeface="ＭＳ Ｐゴシック" panose="020B0600070205080204" pitchFamily="34" charset="-128"/>
              </a:rPr>
              <a:t>Relationships between more than two entity sets are rare.  Most relationships are binary. (More on this later.)</a:t>
            </a:r>
          </a:p>
          <a:p>
            <a:pPr lvl="1" eaLnBrk="1" hangingPunct="1">
              <a:buClr>
                <a:srgbClr val="CC6600"/>
              </a:buClr>
              <a:buSzPct val="105000"/>
              <a:buFont typeface="Webdings" panose="05030102010509060703" pitchFamily="18" charset="2"/>
              <a:buChar char="4"/>
            </a:pPr>
            <a:r>
              <a:rPr lang="en-US" altLang="zh-CN" sz="2000">
                <a:ea typeface="ＭＳ Ｐゴシック" panose="020B0600070205080204" pitchFamily="34" charset="-128"/>
              </a:rPr>
              <a:t>Example: </a:t>
            </a:r>
            <a:r>
              <a:rPr lang="en-US" altLang="zh-CN" sz="2000" i="1">
                <a:ea typeface="ＭＳ Ｐゴシック" panose="020B0600070205080204" pitchFamily="34" charset="-128"/>
              </a:rPr>
              <a:t>students</a:t>
            </a:r>
            <a:r>
              <a:rPr lang="en-US" altLang="zh-CN" sz="2000">
                <a:ea typeface="ＭＳ Ｐゴシック" panose="020B0600070205080204" pitchFamily="34" charset="-128"/>
              </a:rPr>
              <a:t> work on research </a:t>
            </a:r>
            <a:r>
              <a:rPr lang="en-US" altLang="zh-CN" sz="2000" i="1">
                <a:ea typeface="ＭＳ Ｐゴシック" panose="020B0600070205080204" pitchFamily="34" charset="-128"/>
              </a:rPr>
              <a:t>projects</a:t>
            </a:r>
            <a:r>
              <a:rPr lang="en-US" altLang="zh-CN" sz="2000">
                <a:ea typeface="ＭＳ Ｐゴシック" panose="020B0600070205080204" pitchFamily="34" charset="-128"/>
              </a:rPr>
              <a:t> under the guidance of an </a:t>
            </a:r>
            <a:r>
              <a:rPr lang="en-US" altLang="zh-CN" sz="2000" i="1">
                <a:ea typeface="ＭＳ Ｐゴシック" panose="020B0600070205080204" pitchFamily="34" charset="-128"/>
              </a:rPr>
              <a:t>instructor</a:t>
            </a:r>
            <a:r>
              <a:rPr lang="en-US" altLang="zh-CN" sz="2000">
                <a:ea typeface="ＭＳ Ｐゴシック" panose="020B0600070205080204" pitchFamily="34" charset="-128"/>
              </a:rPr>
              <a:t>. </a:t>
            </a:r>
          </a:p>
          <a:p>
            <a:pPr lvl="1" eaLnBrk="1" hangingPunct="1">
              <a:buClr>
                <a:srgbClr val="CC6600"/>
              </a:buClr>
              <a:buSzPct val="105000"/>
              <a:buFont typeface="Webdings" panose="05030102010509060703" pitchFamily="18" charset="2"/>
              <a:buChar char="4"/>
            </a:pPr>
            <a:r>
              <a:rPr lang="en-US" altLang="zh-CN" sz="2000">
                <a:ea typeface="ＭＳ Ｐゴシック" panose="020B0600070205080204" pitchFamily="34" charset="-128"/>
              </a:rPr>
              <a:t>relationship </a:t>
            </a:r>
            <a:r>
              <a:rPr lang="en-US" altLang="zh-CN" sz="2000" i="1">
                <a:ea typeface="ＭＳ Ｐゴシック" panose="020B0600070205080204" pitchFamily="34" charset="-128"/>
              </a:rPr>
              <a:t>proj_guide</a:t>
            </a:r>
            <a:r>
              <a:rPr lang="en-US" altLang="zh-CN" sz="2000">
                <a:ea typeface="ＭＳ Ｐゴシック" panose="020B0600070205080204" pitchFamily="34" charset="-128"/>
              </a:rPr>
              <a:t> is a ternary relationship between </a:t>
            </a:r>
            <a:r>
              <a:rPr lang="en-US" altLang="zh-CN" sz="2000" i="1">
                <a:ea typeface="ＭＳ Ｐゴシック" panose="020B0600070205080204" pitchFamily="34" charset="-128"/>
              </a:rPr>
              <a:t>instructor, student, </a:t>
            </a:r>
            <a:r>
              <a:rPr lang="en-US" altLang="zh-CN" sz="2000">
                <a:ea typeface="ＭＳ Ｐゴシック" panose="020B0600070205080204" pitchFamily="34" charset="-128"/>
              </a:rPr>
              <a:t>and </a:t>
            </a:r>
            <a:r>
              <a:rPr lang="en-US" altLang="zh-CN" sz="2000" i="1">
                <a:ea typeface="ＭＳ Ｐゴシック" panose="020B0600070205080204" pitchFamily="34" charset="-128"/>
              </a:rPr>
              <a:t>project</a:t>
            </a:r>
            <a:endParaRPr lang="en-US" altLang="zh-CN" sz="2000">
              <a:ea typeface="ＭＳ Ｐゴシック" panose="020B0600070205080204" pitchFamily="34" charset="-128"/>
            </a:endParaRPr>
          </a:p>
        </p:txBody>
      </p:sp>
      <p:pic>
        <p:nvPicPr>
          <p:cNvPr id="37892" name="Picture 20">
            <a:extLst>
              <a:ext uri="{FF2B5EF4-FFF2-40B4-BE49-F238E27FC236}">
                <a16:creationId xmlns:a16="http://schemas.microsoft.com/office/drawing/2014/main" id="{E6CEB46A-0813-4FA3-8450-9482AD9BA2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8850" y="4222750"/>
            <a:ext cx="5256213" cy="200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66" name="Rectangle 2">
            <a:extLst>
              <a:ext uri="{FF2B5EF4-FFF2-40B4-BE49-F238E27FC236}">
                <a16:creationId xmlns:a16="http://schemas.microsoft.com/office/drawing/2014/main" id="{014B3811-4557-4BD5-AB73-488A81E6065C}"/>
              </a:ext>
            </a:extLst>
          </p:cNvPr>
          <p:cNvSpPr>
            <a:spLocks noGrp="1" noChangeArrowheads="1"/>
          </p:cNvSpPr>
          <p:nvPr>
            <p:ph type="title"/>
          </p:nvPr>
        </p:nvSpPr>
        <p:spPr/>
        <p:txBody>
          <a:bodyPr/>
          <a:lstStyle/>
          <a:p>
            <a:pPr eaLnBrk="1" hangingPunct="1">
              <a:defRPr/>
            </a:pPr>
            <a:r>
              <a:rPr lang="en-US"/>
              <a:t>Attributes</a:t>
            </a:r>
          </a:p>
        </p:txBody>
      </p:sp>
      <p:sp>
        <p:nvSpPr>
          <p:cNvPr id="39939" name="Rectangle 3">
            <a:extLst>
              <a:ext uri="{FF2B5EF4-FFF2-40B4-BE49-F238E27FC236}">
                <a16:creationId xmlns:a16="http://schemas.microsoft.com/office/drawing/2014/main" id="{F53AE3E0-455A-4520-8D91-3D8010066997}"/>
              </a:ext>
            </a:extLst>
          </p:cNvPr>
          <p:cNvSpPr>
            <a:spLocks noGrp="1" noChangeArrowheads="1"/>
          </p:cNvSpPr>
          <p:nvPr>
            <p:ph idx="1"/>
          </p:nvPr>
        </p:nvSpPr>
        <p:spPr/>
        <p:txBody>
          <a:bodyPr/>
          <a:lstStyle/>
          <a:p>
            <a:pPr eaLnBrk="1" hangingPunct="1"/>
            <a:r>
              <a:rPr lang="en-US" altLang="zh-CN" sz="2000">
                <a:ea typeface="ＭＳ Ｐゴシック" panose="020B0600070205080204" pitchFamily="34" charset="-128"/>
              </a:rPr>
              <a:t>An entity is represented by a set of attributes, that is descriptive properties possessed by all members of an entity set.</a:t>
            </a:r>
          </a:p>
          <a:p>
            <a:pPr lvl="1" eaLnBrk="1" hangingPunct="1"/>
            <a:r>
              <a:rPr lang="en-US" altLang="zh-CN" sz="2000">
                <a:ea typeface="ＭＳ Ｐゴシック" panose="020B0600070205080204" pitchFamily="34" charset="-128"/>
              </a:rPr>
              <a:t>Example: </a:t>
            </a:r>
          </a:p>
          <a:p>
            <a:pPr lvl="1" eaLnBrk="1" hangingPunct="1">
              <a:buFont typeface="Monotype Sorts" pitchFamily="2" charset="2"/>
              <a:buNone/>
            </a:pPr>
            <a:r>
              <a:rPr lang="en-US" altLang="zh-CN" sz="2000">
                <a:ea typeface="ＭＳ Ｐゴシック" panose="020B0600070205080204" pitchFamily="34" charset="-128"/>
              </a:rPr>
              <a:t>     	</a:t>
            </a:r>
            <a:r>
              <a:rPr lang="en-US" altLang="zh-CN" sz="2000" i="1">
                <a:ea typeface="ＭＳ Ｐゴシック" panose="020B0600070205080204" pitchFamily="34" charset="-128"/>
              </a:rPr>
              <a:t>instructor = </a:t>
            </a:r>
            <a:r>
              <a:rPr lang="en-US" altLang="zh-CN" sz="2000">
                <a:ea typeface="ＭＳ Ｐゴシック" panose="020B0600070205080204" pitchFamily="34" charset="-128"/>
              </a:rPr>
              <a:t>(</a:t>
            </a:r>
            <a:r>
              <a:rPr lang="en-US" altLang="zh-CN" sz="2000" i="1">
                <a:ea typeface="ＭＳ Ｐゴシック" panose="020B0600070205080204" pitchFamily="34" charset="-128"/>
              </a:rPr>
              <a:t>ID, name, street, city, salary </a:t>
            </a:r>
            <a:r>
              <a:rPr lang="en-US" altLang="zh-CN" sz="2000">
                <a:ea typeface="ＭＳ Ｐゴシック" panose="020B0600070205080204" pitchFamily="34" charset="-128"/>
              </a:rPr>
              <a:t>)</a:t>
            </a:r>
            <a:br>
              <a:rPr lang="en-US" altLang="zh-CN" sz="2000" i="1">
                <a:ea typeface="ＭＳ Ｐゴシック" panose="020B0600070205080204" pitchFamily="34" charset="-128"/>
              </a:rPr>
            </a:br>
            <a:r>
              <a:rPr lang="en-US" altLang="zh-CN" sz="2000" i="1">
                <a:ea typeface="ＭＳ Ｐゴシック" panose="020B0600070205080204" pitchFamily="34" charset="-128"/>
              </a:rPr>
              <a:t>	course= </a:t>
            </a:r>
            <a:r>
              <a:rPr lang="en-US" altLang="zh-CN" sz="2000">
                <a:ea typeface="ＭＳ Ｐゴシック" panose="020B0600070205080204" pitchFamily="34" charset="-128"/>
              </a:rPr>
              <a:t>(</a:t>
            </a:r>
            <a:r>
              <a:rPr lang="en-US" altLang="zh-CN" sz="2000" i="1">
                <a:ea typeface="ＭＳ Ｐゴシック" panose="020B0600070205080204" pitchFamily="34" charset="-128"/>
              </a:rPr>
              <a:t>course_id, title, credits</a:t>
            </a:r>
            <a:r>
              <a:rPr lang="en-US" altLang="zh-CN" sz="2000">
                <a:ea typeface="ＭＳ Ｐゴシック" panose="020B0600070205080204" pitchFamily="34" charset="-128"/>
              </a:rPr>
              <a:t>)</a:t>
            </a:r>
            <a:endParaRPr lang="en-US" altLang="zh-CN" sz="2000" i="1">
              <a:solidFill>
                <a:schemeClr val="tx2"/>
              </a:solidFill>
              <a:ea typeface="ＭＳ Ｐゴシック" panose="020B0600070205080204" pitchFamily="34" charset="-128"/>
            </a:endParaRPr>
          </a:p>
          <a:p>
            <a:pPr eaLnBrk="1" hangingPunct="1"/>
            <a:r>
              <a:rPr lang="en-US" altLang="zh-CN" sz="2000" b="1">
                <a:solidFill>
                  <a:srgbClr val="000099"/>
                </a:solidFill>
                <a:ea typeface="ＭＳ Ｐゴシック" panose="020B0600070205080204" pitchFamily="34" charset="-128"/>
              </a:rPr>
              <a:t>Domain</a:t>
            </a:r>
            <a:r>
              <a:rPr lang="en-US" altLang="zh-CN" sz="2000">
                <a:ea typeface="ＭＳ Ｐゴシック" panose="020B0600070205080204" pitchFamily="34" charset="-128"/>
              </a:rPr>
              <a:t> – the set of permitted values for each attribute </a:t>
            </a:r>
          </a:p>
          <a:p>
            <a:pPr eaLnBrk="1" hangingPunct="1"/>
            <a:r>
              <a:rPr lang="en-US" altLang="zh-CN" sz="2000">
                <a:ea typeface="ＭＳ Ｐゴシック" panose="020B0600070205080204" pitchFamily="34" charset="-128"/>
              </a:rPr>
              <a:t>Attribute types:</a:t>
            </a:r>
          </a:p>
          <a:p>
            <a:pPr lvl="1" eaLnBrk="1" hangingPunct="1"/>
            <a:r>
              <a:rPr lang="en-US" altLang="zh-CN" sz="2000" b="1">
                <a:solidFill>
                  <a:srgbClr val="000099"/>
                </a:solidFill>
                <a:ea typeface="ＭＳ Ｐゴシック" panose="020B0600070205080204" pitchFamily="34" charset="-128"/>
              </a:rPr>
              <a:t>Simple</a:t>
            </a:r>
            <a:r>
              <a:rPr lang="en-US" altLang="zh-CN" sz="2000">
                <a:ea typeface="ＭＳ Ｐゴシック" panose="020B0600070205080204" pitchFamily="34" charset="-128"/>
              </a:rPr>
              <a:t> and </a:t>
            </a:r>
            <a:r>
              <a:rPr lang="en-US" altLang="zh-CN" sz="2000" b="1">
                <a:solidFill>
                  <a:srgbClr val="000099"/>
                </a:solidFill>
                <a:ea typeface="ＭＳ Ｐゴシック" panose="020B0600070205080204" pitchFamily="34" charset="-128"/>
              </a:rPr>
              <a:t>composite</a:t>
            </a:r>
            <a:r>
              <a:rPr lang="en-US" altLang="zh-CN" sz="2000">
                <a:ea typeface="ＭＳ Ｐゴシック" panose="020B0600070205080204" pitchFamily="34" charset="-128"/>
              </a:rPr>
              <a:t> attributes.</a:t>
            </a:r>
          </a:p>
          <a:p>
            <a:pPr lvl="1" eaLnBrk="1" hangingPunct="1"/>
            <a:r>
              <a:rPr lang="en-US" altLang="zh-CN" sz="2000" b="1">
                <a:solidFill>
                  <a:srgbClr val="000099"/>
                </a:solidFill>
                <a:ea typeface="ＭＳ Ｐゴシック" panose="020B0600070205080204" pitchFamily="34" charset="-128"/>
              </a:rPr>
              <a:t>Single-valued</a:t>
            </a:r>
            <a:r>
              <a:rPr lang="en-US" altLang="zh-CN" sz="2000">
                <a:ea typeface="ＭＳ Ｐゴシック" panose="020B0600070205080204" pitchFamily="34" charset="-128"/>
              </a:rPr>
              <a:t> and </a:t>
            </a:r>
            <a:r>
              <a:rPr lang="en-US" altLang="zh-CN" sz="2000" b="1">
                <a:solidFill>
                  <a:srgbClr val="000099"/>
                </a:solidFill>
                <a:ea typeface="ＭＳ Ｐゴシック" panose="020B0600070205080204" pitchFamily="34" charset="-128"/>
              </a:rPr>
              <a:t>multivalued</a:t>
            </a:r>
            <a:r>
              <a:rPr lang="en-US" altLang="zh-CN" sz="2000">
                <a:ea typeface="ＭＳ Ｐゴシック" panose="020B0600070205080204" pitchFamily="34" charset="-128"/>
              </a:rPr>
              <a:t> attributes</a:t>
            </a:r>
          </a:p>
          <a:p>
            <a:pPr lvl="2" eaLnBrk="1" hangingPunct="1"/>
            <a:r>
              <a:rPr lang="en-US" altLang="zh-CN">
                <a:ea typeface="ＭＳ Ｐゴシック" panose="020B0600070205080204" pitchFamily="34" charset="-128"/>
              </a:rPr>
              <a:t>Example: multivalued attribute: </a:t>
            </a:r>
            <a:r>
              <a:rPr lang="en-US" altLang="zh-CN" i="1">
                <a:ea typeface="ＭＳ Ｐゴシック" panose="020B0600070205080204" pitchFamily="34" charset="-128"/>
              </a:rPr>
              <a:t>phone_numbers</a:t>
            </a:r>
          </a:p>
          <a:p>
            <a:pPr lvl="1" eaLnBrk="1" hangingPunct="1"/>
            <a:r>
              <a:rPr lang="en-US" altLang="zh-CN" sz="2000" b="1">
                <a:solidFill>
                  <a:srgbClr val="000099"/>
                </a:solidFill>
                <a:ea typeface="ＭＳ Ｐゴシック" panose="020B0600070205080204" pitchFamily="34" charset="-128"/>
              </a:rPr>
              <a:t>Derived</a:t>
            </a:r>
            <a:r>
              <a:rPr lang="en-US" altLang="zh-CN" sz="2000">
                <a:ea typeface="ＭＳ Ｐゴシック" panose="020B0600070205080204" pitchFamily="34" charset="-128"/>
              </a:rPr>
              <a:t> attributes</a:t>
            </a:r>
          </a:p>
          <a:p>
            <a:pPr lvl="2" eaLnBrk="1" hangingPunct="1"/>
            <a:r>
              <a:rPr lang="en-US" altLang="zh-CN">
                <a:ea typeface="ＭＳ Ｐゴシック" panose="020B0600070205080204" pitchFamily="34" charset="-128"/>
              </a:rPr>
              <a:t>Can be computed from other attributes</a:t>
            </a:r>
          </a:p>
          <a:p>
            <a:pPr lvl="2" eaLnBrk="1" hangingPunct="1"/>
            <a:r>
              <a:rPr lang="en-US" altLang="zh-CN">
                <a:ea typeface="ＭＳ Ｐゴシック" panose="020B0600070205080204" pitchFamily="34" charset="-128"/>
              </a:rPr>
              <a:t>Example:  age, given date_of_birth</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4" name="Rectangle 2">
            <a:extLst>
              <a:ext uri="{FF2B5EF4-FFF2-40B4-BE49-F238E27FC236}">
                <a16:creationId xmlns:a16="http://schemas.microsoft.com/office/drawing/2014/main" id="{607CF07D-D295-4FC7-A6B2-78B43BB1A2E4}"/>
              </a:ext>
            </a:extLst>
          </p:cNvPr>
          <p:cNvSpPr>
            <a:spLocks noGrp="1" noChangeArrowheads="1"/>
          </p:cNvSpPr>
          <p:nvPr>
            <p:ph type="title"/>
          </p:nvPr>
        </p:nvSpPr>
        <p:spPr>
          <a:xfrm>
            <a:off x="752475" y="104775"/>
            <a:ext cx="8391525" cy="609600"/>
          </a:xfrm>
        </p:spPr>
        <p:txBody>
          <a:bodyPr/>
          <a:lstStyle/>
          <a:p>
            <a:pPr eaLnBrk="1" hangingPunct="1">
              <a:defRPr/>
            </a:pPr>
            <a:r>
              <a:rPr lang="en-US"/>
              <a:t>Composite Attributes</a:t>
            </a:r>
          </a:p>
        </p:txBody>
      </p:sp>
      <p:pic>
        <p:nvPicPr>
          <p:cNvPr id="41987" name="Picture 5">
            <a:extLst>
              <a:ext uri="{FF2B5EF4-FFF2-40B4-BE49-F238E27FC236}">
                <a16:creationId xmlns:a16="http://schemas.microsoft.com/office/drawing/2014/main" id="{9CB38E95-A3C7-4063-8CD7-5E160A0BE0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1330325"/>
            <a:ext cx="8626475" cy="271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450" name="Rectangle 2">
            <a:extLst>
              <a:ext uri="{FF2B5EF4-FFF2-40B4-BE49-F238E27FC236}">
                <a16:creationId xmlns:a16="http://schemas.microsoft.com/office/drawing/2014/main" id="{6D16C353-2017-4D56-970A-F58FB48AD1EE}"/>
              </a:ext>
            </a:extLst>
          </p:cNvPr>
          <p:cNvSpPr>
            <a:spLocks noGrp="1" noChangeArrowheads="1"/>
          </p:cNvSpPr>
          <p:nvPr>
            <p:ph type="title"/>
          </p:nvPr>
        </p:nvSpPr>
        <p:spPr>
          <a:xfrm>
            <a:off x="835025" y="103188"/>
            <a:ext cx="7831138" cy="846137"/>
          </a:xfrm>
        </p:spPr>
        <p:txBody>
          <a:bodyPr/>
          <a:lstStyle/>
          <a:p>
            <a:pPr eaLnBrk="1" hangingPunct="1">
              <a:defRPr/>
            </a:pPr>
            <a:r>
              <a:rPr lang="en-US" altLang="zh-CN" sz="2400" dirty="0">
                <a:effectLst>
                  <a:outerShdw blurRad="38100" dist="38100" dir="2700000" algn="tl">
                    <a:srgbClr val="C0C0C0"/>
                  </a:outerShdw>
                </a:effectLst>
              </a:rPr>
              <a:t>Entity With Composite, Multivalued, and Derived Attributes</a:t>
            </a:r>
          </a:p>
        </p:txBody>
      </p:sp>
      <p:pic>
        <p:nvPicPr>
          <p:cNvPr id="44035" name="Picture 5">
            <a:extLst>
              <a:ext uri="{FF2B5EF4-FFF2-40B4-BE49-F238E27FC236}">
                <a16:creationId xmlns:a16="http://schemas.microsoft.com/office/drawing/2014/main" id="{497ECC12-FB7A-4662-A479-7E1996937F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5675" y="981075"/>
            <a:ext cx="2519363" cy="534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564">
            <a:extLst>
              <a:ext uri="{FF2B5EF4-FFF2-40B4-BE49-F238E27FC236}">
                <a16:creationId xmlns:a16="http://schemas.microsoft.com/office/drawing/2014/main" id="{161A169B-84AA-4E21-B326-2775E4A97080}"/>
              </a:ext>
            </a:extLst>
          </p:cNvPr>
          <p:cNvSpPr>
            <a:spLocks noChangeArrowheads="1"/>
          </p:cNvSpPr>
          <p:nvPr/>
        </p:nvSpPr>
        <p:spPr bwMode="auto">
          <a:xfrm>
            <a:off x="3549650" y="1897063"/>
            <a:ext cx="2401888" cy="1150937"/>
          </a:xfrm>
          <a:prstGeom prst="rect">
            <a:avLst/>
          </a:prstGeom>
          <a:noFill/>
          <a:ln w="2857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endParaRPr kumimoji="0" lang="zh-CN" altLang="en-US" sz="1600">
              <a:ea typeface="宋体" panose="02010600030101010101" pitchFamily="2" charset="-122"/>
            </a:endParaRPr>
          </a:p>
        </p:txBody>
      </p:sp>
      <p:sp>
        <p:nvSpPr>
          <p:cNvPr id="5" name="Rectangle 564">
            <a:extLst>
              <a:ext uri="{FF2B5EF4-FFF2-40B4-BE49-F238E27FC236}">
                <a16:creationId xmlns:a16="http://schemas.microsoft.com/office/drawing/2014/main" id="{7B852D03-F629-40C5-B9B6-AC8E39D3FF96}"/>
              </a:ext>
            </a:extLst>
          </p:cNvPr>
          <p:cNvSpPr>
            <a:spLocks noChangeArrowheads="1"/>
          </p:cNvSpPr>
          <p:nvPr/>
        </p:nvSpPr>
        <p:spPr bwMode="auto">
          <a:xfrm>
            <a:off x="3549650" y="3074988"/>
            <a:ext cx="2401888" cy="2297112"/>
          </a:xfrm>
          <a:prstGeom prst="rect">
            <a:avLst/>
          </a:prstGeom>
          <a:noFill/>
          <a:ln w="2857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endParaRPr kumimoji="0" lang="zh-CN" altLang="en-US" sz="1600">
              <a:ea typeface="宋体" panose="02010600030101010101" pitchFamily="2" charset="-122"/>
            </a:endParaRPr>
          </a:p>
        </p:txBody>
      </p:sp>
      <p:sp>
        <p:nvSpPr>
          <p:cNvPr id="2" name="矩形 1">
            <a:extLst>
              <a:ext uri="{FF2B5EF4-FFF2-40B4-BE49-F238E27FC236}">
                <a16:creationId xmlns:a16="http://schemas.microsoft.com/office/drawing/2014/main" id="{AD54F15F-9605-4A93-BE5F-1FB8FE7ACCC9}"/>
              </a:ext>
            </a:extLst>
          </p:cNvPr>
          <p:cNvSpPr>
            <a:spLocks noChangeArrowheads="1"/>
          </p:cNvSpPr>
          <p:nvPr/>
        </p:nvSpPr>
        <p:spPr bwMode="auto">
          <a:xfrm>
            <a:off x="6015038" y="2878138"/>
            <a:ext cx="226377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r>
              <a:rPr kumimoji="0" lang="en-US" altLang="zh-CN" sz="1600" b="1">
                <a:solidFill>
                  <a:srgbClr val="FF00FF"/>
                </a:solidFill>
              </a:rPr>
              <a:t>Composite Attributes</a:t>
            </a:r>
            <a:endParaRPr kumimoji="0" lang="zh-CN" altLang="en-US" sz="1600" b="1">
              <a:solidFill>
                <a:srgbClr val="FF00FF"/>
              </a:solidFill>
            </a:endParaRPr>
          </a:p>
        </p:txBody>
      </p:sp>
      <p:sp>
        <p:nvSpPr>
          <p:cNvPr id="7" name="Rectangle 564">
            <a:extLst>
              <a:ext uri="{FF2B5EF4-FFF2-40B4-BE49-F238E27FC236}">
                <a16:creationId xmlns:a16="http://schemas.microsoft.com/office/drawing/2014/main" id="{DF509E2E-10D5-4CA3-A279-D97780C1D041}"/>
              </a:ext>
            </a:extLst>
          </p:cNvPr>
          <p:cNvSpPr>
            <a:spLocks noChangeArrowheads="1"/>
          </p:cNvSpPr>
          <p:nvPr/>
        </p:nvSpPr>
        <p:spPr bwMode="auto">
          <a:xfrm>
            <a:off x="3546475" y="5372100"/>
            <a:ext cx="2400300" cy="292100"/>
          </a:xfrm>
          <a:prstGeom prst="rect">
            <a:avLst/>
          </a:prstGeom>
          <a:noFill/>
          <a:ln w="28575">
            <a:solidFill>
              <a:srgbClr val="3366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endParaRPr kumimoji="0" lang="zh-CN" altLang="en-US" sz="1600">
              <a:ea typeface="宋体" panose="02010600030101010101" pitchFamily="2" charset="-122"/>
            </a:endParaRPr>
          </a:p>
        </p:txBody>
      </p:sp>
      <p:sp>
        <p:nvSpPr>
          <p:cNvPr id="8" name="矩形 7">
            <a:extLst>
              <a:ext uri="{FF2B5EF4-FFF2-40B4-BE49-F238E27FC236}">
                <a16:creationId xmlns:a16="http://schemas.microsoft.com/office/drawing/2014/main" id="{6CC2F154-4850-4617-BB33-990821755684}"/>
              </a:ext>
            </a:extLst>
          </p:cNvPr>
          <p:cNvSpPr>
            <a:spLocks noChangeArrowheads="1"/>
          </p:cNvSpPr>
          <p:nvPr/>
        </p:nvSpPr>
        <p:spPr bwMode="auto">
          <a:xfrm>
            <a:off x="6065838" y="5348288"/>
            <a:ext cx="23336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r>
              <a:rPr kumimoji="0" lang="en-US" altLang="zh-CN" sz="1600" b="1">
                <a:solidFill>
                  <a:srgbClr val="3366FF"/>
                </a:solidFill>
              </a:rPr>
              <a:t>Multivalued</a:t>
            </a:r>
            <a:r>
              <a:rPr kumimoji="0" lang="en-US" altLang="zh-CN" sz="1600" b="1">
                <a:solidFill>
                  <a:srgbClr val="FF00FF"/>
                </a:solidFill>
              </a:rPr>
              <a:t> </a:t>
            </a:r>
            <a:r>
              <a:rPr kumimoji="0" lang="en-US" altLang="zh-CN" sz="1600" b="1">
                <a:solidFill>
                  <a:srgbClr val="3366FF"/>
                </a:solidFill>
              </a:rPr>
              <a:t>Attributes</a:t>
            </a:r>
            <a:endParaRPr kumimoji="0" lang="zh-CN" altLang="en-US" sz="1600" b="1">
              <a:solidFill>
                <a:srgbClr val="3366FF"/>
              </a:solidFill>
            </a:endParaRPr>
          </a:p>
        </p:txBody>
      </p:sp>
      <p:sp>
        <p:nvSpPr>
          <p:cNvPr id="9" name="Rectangle 564">
            <a:extLst>
              <a:ext uri="{FF2B5EF4-FFF2-40B4-BE49-F238E27FC236}">
                <a16:creationId xmlns:a16="http://schemas.microsoft.com/office/drawing/2014/main" id="{BB45759A-1F68-4F2C-B498-ED606C39AF48}"/>
              </a:ext>
            </a:extLst>
          </p:cNvPr>
          <p:cNvSpPr>
            <a:spLocks noChangeArrowheads="1"/>
          </p:cNvSpPr>
          <p:nvPr/>
        </p:nvSpPr>
        <p:spPr bwMode="auto">
          <a:xfrm>
            <a:off x="3546475" y="5945188"/>
            <a:ext cx="2400300" cy="292100"/>
          </a:xfrm>
          <a:prstGeom prst="rect">
            <a:avLst/>
          </a:prstGeom>
          <a:noFill/>
          <a:ln w="28575">
            <a:solidFill>
              <a:srgbClr val="33CC33"/>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endParaRPr kumimoji="0" lang="zh-CN" altLang="en-US" sz="1600">
              <a:ea typeface="宋体" panose="02010600030101010101" pitchFamily="2" charset="-122"/>
            </a:endParaRPr>
          </a:p>
        </p:txBody>
      </p:sp>
      <p:sp>
        <p:nvSpPr>
          <p:cNvPr id="10" name="矩形 9">
            <a:extLst>
              <a:ext uri="{FF2B5EF4-FFF2-40B4-BE49-F238E27FC236}">
                <a16:creationId xmlns:a16="http://schemas.microsoft.com/office/drawing/2014/main" id="{92DD1787-8511-4E97-83E2-E7F7DD974745}"/>
              </a:ext>
            </a:extLst>
          </p:cNvPr>
          <p:cNvSpPr/>
          <p:nvPr/>
        </p:nvSpPr>
        <p:spPr>
          <a:xfrm>
            <a:off x="6065838" y="5899150"/>
            <a:ext cx="1974850" cy="338138"/>
          </a:xfrm>
          <a:prstGeom prst="rect">
            <a:avLst/>
          </a:prstGeom>
        </p:spPr>
        <p:txBody>
          <a:bodyPr wrap="none">
            <a:spAutoFit/>
          </a:bodyPr>
          <a:lstStyle/>
          <a:p>
            <a:pPr>
              <a:defRPr/>
            </a:pPr>
            <a:r>
              <a:rPr lang="en-US" altLang="zh-CN" b="1" dirty="0">
                <a:solidFill>
                  <a:srgbClr val="33CC33"/>
                </a:solidFill>
              </a:rPr>
              <a:t>Derived</a:t>
            </a:r>
            <a:r>
              <a:rPr lang="en-US" altLang="zh-CN" dirty="0">
                <a:solidFill>
                  <a:srgbClr val="33CC33"/>
                </a:solidFill>
                <a:effectLst>
                  <a:outerShdw blurRad="38100" dist="38100" dir="2700000" algn="tl">
                    <a:srgbClr val="C0C0C0"/>
                  </a:outerShdw>
                </a:effectLst>
              </a:rPr>
              <a:t> </a:t>
            </a:r>
            <a:r>
              <a:rPr lang="en-US" altLang="zh-CN" b="1" dirty="0">
                <a:solidFill>
                  <a:srgbClr val="33CC33"/>
                </a:solidFill>
              </a:rPr>
              <a:t>Attributes</a:t>
            </a:r>
            <a:endParaRPr lang="zh-CN" altLang="en-US" b="1" dirty="0">
              <a:solidFill>
                <a:srgbClr val="33CC33"/>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2" grpId="0"/>
      <p:bldP spid="7" grpId="0" animBg="1"/>
      <p:bldP spid="8" grpId="0"/>
      <p:bldP spid="9" grpId="0" animBg="1"/>
      <p:bldP spid="1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402" name="Rectangle 2">
            <a:extLst>
              <a:ext uri="{FF2B5EF4-FFF2-40B4-BE49-F238E27FC236}">
                <a16:creationId xmlns:a16="http://schemas.microsoft.com/office/drawing/2014/main" id="{40C63F40-D76B-45A4-BD20-EF264463B1F8}"/>
              </a:ext>
            </a:extLst>
          </p:cNvPr>
          <p:cNvSpPr>
            <a:spLocks noGrp="1" noChangeArrowheads="1"/>
          </p:cNvSpPr>
          <p:nvPr>
            <p:ph type="title"/>
          </p:nvPr>
        </p:nvSpPr>
        <p:spPr>
          <a:xfrm>
            <a:off x="469900" y="2736850"/>
            <a:ext cx="8267700" cy="609600"/>
          </a:xfrm>
        </p:spPr>
        <p:txBody>
          <a:bodyPr/>
          <a:lstStyle/>
          <a:p>
            <a:pPr>
              <a:defRPr/>
            </a:pPr>
            <a:r>
              <a:rPr lang="en-US" altLang="zh-CN" dirty="0"/>
              <a:t>Constraints</a:t>
            </a:r>
            <a:endParaRPr lang="en-US" dirty="0"/>
          </a:p>
        </p:txBody>
      </p:sp>
      <p:sp>
        <p:nvSpPr>
          <p:cNvPr id="46083" name="Rectangle 3">
            <a:extLst>
              <a:ext uri="{FF2B5EF4-FFF2-40B4-BE49-F238E27FC236}">
                <a16:creationId xmlns:a16="http://schemas.microsoft.com/office/drawing/2014/main" id="{62124FA4-9978-4CBF-9A3A-99B21A084795}"/>
              </a:ext>
            </a:extLst>
          </p:cNvPr>
          <p:cNvSpPr>
            <a:spLocks noChangeArrowheads="1"/>
          </p:cNvSpPr>
          <p:nvPr/>
        </p:nvSpPr>
        <p:spPr bwMode="auto">
          <a:xfrm>
            <a:off x="1422400" y="2851150"/>
            <a:ext cx="6845300" cy="281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buFontTx/>
              <a:buNone/>
            </a:pPr>
            <a:endParaRPr lang="en-US" altLang="en-US" sz="18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2" name="Rectangle 2">
            <a:extLst>
              <a:ext uri="{FF2B5EF4-FFF2-40B4-BE49-F238E27FC236}">
                <a16:creationId xmlns:a16="http://schemas.microsoft.com/office/drawing/2014/main" id="{D7734EF2-6DCE-40FC-9E29-D6F98C661D0C}"/>
              </a:ext>
            </a:extLst>
          </p:cNvPr>
          <p:cNvSpPr>
            <a:spLocks noGrp="1" noChangeArrowheads="1"/>
          </p:cNvSpPr>
          <p:nvPr>
            <p:ph type="title"/>
          </p:nvPr>
        </p:nvSpPr>
        <p:spPr/>
        <p:txBody>
          <a:bodyPr/>
          <a:lstStyle/>
          <a:p>
            <a:pPr eaLnBrk="1" hangingPunct="1">
              <a:defRPr/>
            </a:pPr>
            <a:r>
              <a:rPr lang="en-US" dirty="0"/>
              <a:t>Mapping Cardinality Constraints</a:t>
            </a:r>
          </a:p>
        </p:txBody>
      </p:sp>
      <p:sp>
        <p:nvSpPr>
          <p:cNvPr id="48131" name="Rectangle 3">
            <a:extLst>
              <a:ext uri="{FF2B5EF4-FFF2-40B4-BE49-F238E27FC236}">
                <a16:creationId xmlns:a16="http://schemas.microsoft.com/office/drawing/2014/main" id="{7000C029-8CA4-499E-889F-D73F88127FC7}"/>
              </a:ext>
            </a:extLst>
          </p:cNvPr>
          <p:cNvSpPr>
            <a:spLocks noGrp="1" noChangeArrowheads="1"/>
          </p:cNvSpPr>
          <p:nvPr>
            <p:ph idx="1"/>
          </p:nvPr>
        </p:nvSpPr>
        <p:spPr/>
        <p:txBody>
          <a:bodyPr/>
          <a:lstStyle/>
          <a:p>
            <a:pPr eaLnBrk="1" hangingPunct="1"/>
            <a:r>
              <a:rPr lang="en-US" altLang="zh-CN" sz="2400">
                <a:ea typeface="ＭＳ Ｐゴシック" panose="020B0600070205080204" pitchFamily="34" charset="-128"/>
              </a:rPr>
              <a:t>Express the number of entities to which another entity can be associated via a relationship set.</a:t>
            </a:r>
          </a:p>
          <a:p>
            <a:pPr eaLnBrk="1" hangingPunct="1"/>
            <a:r>
              <a:rPr lang="en-US" altLang="zh-CN" sz="2400">
                <a:ea typeface="ＭＳ Ｐゴシック" panose="020B0600070205080204" pitchFamily="34" charset="-128"/>
              </a:rPr>
              <a:t>Most useful in describing binary relationship sets.</a:t>
            </a:r>
          </a:p>
          <a:p>
            <a:pPr eaLnBrk="1" hangingPunct="1"/>
            <a:r>
              <a:rPr lang="en-US" altLang="zh-CN" sz="2400">
                <a:ea typeface="ＭＳ Ｐゴシック" panose="020B0600070205080204" pitchFamily="34" charset="-128"/>
              </a:rPr>
              <a:t>For a binary relationship set the mapping cardinality must be one of the following types:</a:t>
            </a:r>
          </a:p>
          <a:p>
            <a:pPr lvl="1" eaLnBrk="1" hangingPunct="1"/>
            <a:r>
              <a:rPr lang="en-US" altLang="zh-CN">
                <a:ea typeface="ＭＳ Ｐゴシック" panose="020B0600070205080204" pitchFamily="34" charset="-128"/>
              </a:rPr>
              <a:t>One to one</a:t>
            </a:r>
          </a:p>
          <a:p>
            <a:pPr lvl="1" eaLnBrk="1" hangingPunct="1"/>
            <a:r>
              <a:rPr lang="en-US" altLang="zh-CN">
                <a:ea typeface="ＭＳ Ｐゴシック" panose="020B0600070205080204" pitchFamily="34" charset="-128"/>
              </a:rPr>
              <a:t>One to many</a:t>
            </a:r>
          </a:p>
          <a:p>
            <a:pPr lvl="1" eaLnBrk="1" hangingPunct="1"/>
            <a:r>
              <a:rPr lang="en-US" altLang="zh-CN">
                <a:ea typeface="ＭＳ Ｐゴシック" panose="020B0600070205080204" pitchFamily="34" charset="-128"/>
              </a:rPr>
              <a:t>Many to one</a:t>
            </a:r>
          </a:p>
          <a:p>
            <a:pPr lvl="1" eaLnBrk="1" hangingPunct="1"/>
            <a:r>
              <a:rPr lang="en-US" altLang="zh-CN">
                <a:ea typeface="ＭＳ Ｐゴシック" panose="020B0600070205080204" pitchFamily="34" charset="-128"/>
              </a:rPr>
              <a:t>Many to many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0" name="Rectangle 2">
            <a:extLst>
              <a:ext uri="{FF2B5EF4-FFF2-40B4-BE49-F238E27FC236}">
                <a16:creationId xmlns:a16="http://schemas.microsoft.com/office/drawing/2014/main" id="{BC5FEDFF-E71D-41F9-8AE3-0253AB82692E}"/>
              </a:ext>
            </a:extLst>
          </p:cNvPr>
          <p:cNvSpPr>
            <a:spLocks noGrp="1" noChangeArrowheads="1"/>
          </p:cNvSpPr>
          <p:nvPr>
            <p:ph type="title"/>
          </p:nvPr>
        </p:nvSpPr>
        <p:spPr/>
        <p:txBody>
          <a:bodyPr/>
          <a:lstStyle/>
          <a:p>
            <a:pPr eaLnBrk="1" hangingPunct="1">
              <a:defRPr/>
            </a:pPr>
            <a:r>
              <a:rPr lang="en-US"/>
              <a:t>Mapping Cardinalities</a:t>
            </a:r>
          </a:p>
        </p:txBody>
      </p:sp>
      <p:sp>
        <p:nvSpPr>
          <p:cNvPr id="50179" name="Text Box 3">
            <a:extLst>
              <a:ext uri="{FF2B5EF4-FFF2-40B4-BE49-F238E27FC236}">
                <a16:creationId xmlns:a16="http://schemas.microsoft.com/office/drawing/2014/main" id="{D58DB770-A96F-41DA-8B37-30961785769F}"/>
              </a:ext>
            </a:extLst>
          </p:cNvPr>
          <p:cNvSpPr txBox="1">
            <a:spLocks noChangeArrowheads="1"/>
          </p:cNvSpPr>
          <p:nvPr/>
        </p:nvSpPr>
        <p:spPr bwMode="auto">
          <a:xfrm>
            <a:off x="1522413" y="4795838"/>
            <a:ext cx="18748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37931725" indent="-37474525">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50000"/>
              </a:spcBef>
              <a:buClrTx/>
              <a:buSzTx/>
              <a:buFontTx/>
              <a:buNone/>
            </a:pPr>
            <a:r>
              <a:rPr kumimoji="0" lang="en-US" altLang="zh-CN" sz="2000" b="1">
                <a:solidFill>
                  <a:srgbClr val="3366FF"/>
                </a:solidFill>
              </a:rPr>
              <a:t>One to one</a:t>
            </a:r>
          </a:p>
        </p:txBody>
      </p:sp>
      <p:sp>
        <p:nvSpPr>
          <p:cNvPr id="50180" name="Text Box 4">
            <a:extLst>
              <a:ext uri="{FF2B5EF4-FFF2-40B4-BE49-F238E27FC236}">
                <a16:creationId xmlns:a16="http://schemas.microsoft.com/office/drawing/2014/main" id="{A43C35C1-511C-4910-A256-C105BFE41C27}"/>
              </a:ext>
            </a:extLst>
          </p:cNvPr>
          <p:cNvSpPr txBox="1">
            <a:spLocks noChangeArrowheads="1"/>
          </p:cNvSpPr>
          <p:nvPr/>
        </p:nvSpPr>
        <p:spPr bwMode="auto">
          <a:xfrm>
            <a:off x="5405438" y="4781550"/>
            <a:ext cx="2184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37931725" indent="-37474525">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50000"/>
              </a:spcBef>
              <a:buClrTx/>
              <a:buSzTx/>
              <a:buFontTx/>
              <a:buNone/>
            </a:pPr>
            <a:r>
              <a:rPr kumimoji="0" lang="en-US" altLang="zh-CN" sz="2000" b="1">
                <a:solidFill>
                  <a:srgbClr val="3366FF"/>
                </a:solidFill>
              </a:rPr>
              <a:t>One to many</a:t>
            </a:r>
          </a:p>
        </p:txBody>
      </p:sp>
      <p:sp>
        <p:nvSpPr>
          <p:cNvPr id="50181" name="Text Box 5">
            <a:extLst>
              <a:ext uri="{FF2B5EF4-FFF2-40B4-BE49-F238E27FC236}">
                <a16:creationId xmlns:a16="http://schemas.microsoft.com/office/drawing/2014/main" id="{02964DAE-D119-44A3-9F46-D0E6C40BB605}"/>
              </a:ext>
            </a:extLst>
          </p:cNvPr>
          <p:cNvSpPr txBox="1">
            <a:spLocks noChangeArrowheads="1"/>
          </p:cNvSpPr>
          <p:nvPr/>
        </p:nvSpPr>
        <p:spPr bwMode="auto">
          <a:xfrm>
            <a:off x="1111250" y="5399088"/>
            <a:ext cx="70072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37931725" indent="-37474525">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r>
              <a:rPr lang="en-US" altLang="zh-CN" sz="2000"/>
              <a:t>Note: Some elements in </a:t>
            </a:r>
            <a:r>
              <a:rPr lang="en-US" altLang="zh-CN" sz="2000" i="1"/>
              <a:t>A</a:t>
            </a:r>
            <a:r>
              <a:rPr lang="en-US" altLang="zh-CN" sz="2000"/>
              <a:t> and </a:t>
            </a:r>
            <a:r>
              <a:rPr lang="en-US" altLang="zh-CN" sz="2000" i="1"/>
              <a:t>B</a:t>
            </a:r>
            <a:r>
              <a:rPr lang="en-US" altLang="zh-CN" sz="2000"/>
              <a:t> may not be mapped to any </a:t>
            </a:r>
          </a:p>
          <a:p>
            <a:pPr>
              <a:spcBef>
                <a:spcPct val="0"/>
              </a:spcBef>
              <a:buClrTx/>
              <a:buSzTx/>
              <a:buFontTx/>
              <a:buNone/>
            </a:pPr>
            <a:r>
              <a:rPr lang="en-US" altLang="zh-CN" sz="2000"/>
              <a:t>elements in the other set</a:t>
            </a:r>
          </a:p>
        </p:txBody>
      </p:sp>
      <p:pic>
        <p:nvPicPr>
          <p:cNvPr id="50182" name="Picture 7" descr="7">
            <a:extLst>
              <a:ext uri="{FF2B5EF4-FFF2-40B4-BE49-F238E27FC236}">
                <a16:creationId xmlns:a16="http://schemas.microsoft.com/office/drawing/2014/main" id="{9CC95E3B-6BC9-4177-A72D-B3EF2A2524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4275" y="1277938"/>
            <a:ext cx="67056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0" name="Rectangle 2">
            <a:extLst>
              <a:ext uri="{FF2B5EF4-FFF2-40B4-BE49-F238E27FC236}">
                <a16:creationId xmlns:a16="http://schemas.microsoft.com/office/drawing/2014/main" id="{80897938-34B8-4E02-BE28-C9BC2A916B69}"/>
              </a:ext>
            </a:extLst>
          </p:cNvPr>
          <p:cNvSpPr>
            <a:spLocks noGrp="1" noChangeArrowheads="1"/>
          </p:cNvSpPr>
          <p:nvPr>
            <p:ph type="title"/>
          </p:nvPr>
        </p:nvSpPr>
        <p:spPr/>
        <p:txBody>
          <a:bodyPr/>
          <a:lstStyle/>
          <a:p>
            <a:pPr eaLnBrk="1" hangingPunct="1">
              <a:defRPr/>
            </a:pPr>
            <a:r>
              <a:rPr lang="en-US"/>
              <a:t>Mapping Cardinalities</a:t>
            </a:r>
          </a:p>
        </p:txBody>
      </p:sp>
      <p:sp>
        <p:nvSpPr>
          <p:cNvPr id="52227" name="Text Box 3">
            <a:extLst>
              <a:ext uri="{FF2B5EF4-FFF2-40B4-BE49-F238E27FC236}">
                <a16:creationId xmlns:a16="http://schemas.microsoft.com/office/drawing/2014/main" id="{B39C8BA7-742B-4E24-9318-B95DDD1F47D3}"/>
              </a:ext>
            </a:extLst>
          </p:cNvPr>
          <p:cNvSpPr txBox="1">
            <a:spLocks noChangeArrowheads="1"/>
          </p:cNvSpPr>
          <p:nvPr/>
        </p:nvSpPr>
        <p:spPr bwMode="auto">
          <a:xfrm>
            <a:off x="1522413" y="4795838"/>
            <a:ext cx="18748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37931725" indent="-37474525">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50000"/>
              </a:spcBef>
              <a:buClrTx/>
              <a:buSzTx/>
              <a:buFontTx/>
              <a:buNone/>
            </a:pPr>
            <a:r>
              <a:rPr kumimoji="0" lang="en-US" altLang="zh-CN" sz="2000" b="1">
                <a:solidFill>
                  <a:srgbClr val="3366FF"/>
                </a:solidFill>
              </a:rPr>
              <a:t>Many to one</a:t>
            </a:r>
          </a:p>
        </p:txBody>
      </p:sp>
      <p:sp>
        <p:nvSpPr>
          <p:cNvPr id="52228" name="Text Box 4">
            <a:extLst>
              <a:ext uri="{FF2B5EF4-FFF2-40B4-BE49-F238E27FC236}">
                <a16:creationId xmlns:a16="http://schemas.microsoft.com/office/drawing/2014/main" id="{2641DBD2-78E2-43CC-B62B-DEAA8B069A49}"/>
              </a:ext>
            </a:extLst>
          </p:cNvPr>
          <p:cNvSpPr txBox="1">
            <a:spLocks noChangeArrowheads="1"/>
          </p:cNvSpPr>
          <p:nvPr/>
        </p:nvSpPr>
        <p:spPr bwMode="auto">
          <a:xfrm>
            <a:off x="5405438" y="4781550"/>
            <a:ext cx="2184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37931725" indent="-37474525">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50000"/>
              </a:spcBef>
              <a:buClrTx/>
              <a:buSzTx/>
              <a:buFontTx/>
              <a:buNone/>
            </a:pPr>
            <a:r>
              <a:rPr kumimoji="0" lang="en-US" altLang="zh-CN" sz="2000" b="1">
                <a:solidFill>
                  <a:srgbClr val="3366FF"/>
                </a:solidFill>
              </a:rPr>
              <a:t>Many to many</a:t>
            </a:r>
          </a:p>
        </p:txBody>
      </p:sp>
      <p:sp>
        <p:nvSpPr>
          <p:cNvPr id="52229" name="Text Box 5">
            <a:extLst>
              <a:ext uri="{FF2B5EF4-FFF2-40B4-BE49-F238E27FC236}">
                <a16:creationId xmlns:a16="http://schemas.microsoft.com/office/drawing/2014/main" id="{C7BBE27A-D5B8-40EB-87D3-448421B3F315}"/>
              </a:ext>
            </a:extLst>
          </p:cNvPr>
          <p:cNvSpPr txBox="1">
            <a:spLocks noChangeArrowheads="1"/>
          </p:cNvSpPr>
          <p:nvPr/>
        </p:nvSpPr>
        <p:spPr bwMode="auto">
          <a:xfrm>
            <a:off x="1111250" y="5399088"/>
            <a:ext cx="70072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37931725" indent="-37474525">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r>
              <a:rPr lang="en-US" altLang="zh-CN" sz="2000"/>
              <a:t>Note: Some elements in </a:t>
            </a:r>
            <a:r>
              <a:rPr lang="en-US" altLang="zh-CN" sz="2000" i="1"/>
              <a:t>A</a:t>
            </a:r>
            <a:r>
              <a:rPr lang="en-US" altLang="zh-CN" sz="2000"/>
              <a:t> and </a:t>
            </a:r>
            <a:r>
              <a:rPr lang="en-US" altLang="zh-CN" sz="2000" i="1"/>
              <a:t>B</a:t>
            </a:r>
            <a:r>
              <a:rPr lang="en-US" altLang="zh-CN" sz="2000"/>
              <a:t> may not be mapped to any </a:t>
            </a:r>
          </a:p>
          <a:p>
            <a:pPr>
              <a:spcBef>
                <a:spcPct val="0"/>
              </a:spcBef>
              <a:buClrTx/>
              <a:buSzTx/>
              <a:buFontTx/>
              <a:buNone/>
            </a:pPr>
            <a:r>
              <a:rPr lang="en-US" altLang="zh-CN" sz="2000"/>
              <a:t>elements in the other set</a:t>
            </a:r>
          </a:p>
        </p:txBody>
      </p:sp>
      <p:pic>
        <p:nvPicPr>
          <p:cNvPr id="52230" name="Picture 7" descr="7">
            <a:extLst>
              <a:ext uri="{FF2B5EF4-FFF2-40B4-BE49-F238E27FC236}">
                <a16:creationId xmlns:a16="http://schemas.microsoft.com/office/drawing/2014/main" id="{D4DC8CBA-6766-4113-BC77-B6610DDCF6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4775" y="1263650"/>
            <a:ext cx="6324600" cy="330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4" name="Rectangle 2">
            <a:extLst>
              <a:ext uri="{FF2B5EF4-FFF2-40B4-BE49-F238E27FC236}">
                <a16:creationId xmlns:a16="http://schemas.microsoft.com/office/drawing/2014/main" id="{70E03CA5-B6A7-4408-AC2D-38BF1FA405B3}"/>
              </a:ext>
            </a:extLst>
          </p:cNvPr>
          <p:cNvSpPr>
            <a:spLocks noGrp="1" noChangeArrowheads="1"/>
          </p:cNvSpPr>
          <p:nvPr>
            <p:ph type="title"/>
          </p:nvPr>
        </p:nvSpPr>
        <p:spPr/>
        <p:txBody>
          <a:bodyPr>
            <a:noAutofit/>
          </a:bodyPr>
          <a:lstStyle/>
          <a:p>
            <a:pPr eaLnBrk="1" hangingPunct="1">
              <a:defRPr/>
            </a:pPr>
            <a:r>
              <a:rPr lang="en-US" sz="2600" dirty="0"/>
              <a:t>Participation of an Entity Set in a Relationship Set</a:t>
            </a:r>
          </a:p>
        </p:txBody>
      </p:sp>
      <p:sp>
        <p:nvSpPr>
          <p:cNvPr id="54275" name="内容占位符 1">
            <a:extLst>
              <a:ext uri="{FF2B5EF4-FFF2-40B4-BE49-F238E27FC236}">
                <a16:creationId xmlns:a16="http://schemas.microsoft.com/office/drawing/2014/main" id="{CD9E9511-3F5E-4802-AFFF-E155B286009F}"/>
              </a:ext>
            </a:extLst>
          </p:cNvPr>
          <p:cNvSpPr>
            <a:spLocks noGrp="1" noChangeArrowheads="1"/>
          </p:cNvSpPr>
          <p:nvPr>
            <p:ph idx="1"/>
          </p:nvPr>
        </p:nvSpPr>
        <p:spPr/>
        <p:txBody>
          <a:bodyPr/>
          <a:lstStyle/>
          <a:p>
            <a:pPr eaLnBrk="1" hangingPunct="1"/>
            <a:r>
              <a:rPr lang="en-US" altLang="zh-CN" sz="2000" b="1">
                <a:solidFill>
                  <a:srgbClr val="FF0000"/>
                </a:solidFill>
                <a:ea typeface="宋体" panose="02010600030101010101" pitchFamily="2" charset="-122"/>
              </a:rPr>
              <a:t>Total participation </a:t>
            </a:r>
            <a:r>
              <a:rPr lang="en-US" altLang="zh-CN" sz="2000">
                <a:ea typeface="宋体" panose="02010600030101010101" pitchFamily="2" charset="-122"/>
              </a:rPr>
              <a:t>(indicated by double line):  every entity in the entity set participates in at least one relationship in the relationship set</a:t>
            </a:r>
          </a:p>
          <a:p>
            <a:pPr lvl="1" eaLnBrk="1" hangingPunct="1"/>
            <a:r>
              <a:rPr lang="en-US" altLang="zh-CN" sz="2000">
                <a:ea typeface="宋体" panose="02010600030101010101" pitchFamily="2" charset="-122"/>
              </a:rPr>
              <a:t>E.g., participation of </a:t>
            </a:r>
            <a:r>
              <a:rPr lang="en-US" altLang="zh-CN" sz="2000" i="1">
                <a:ea typeface="宋体" panose="02010600030101010101" pitchFamily="2" charset="-122"/>
              </a:rPr>
              <a:t>section </a:t>
            </a:r>
            <a:r>
              <a:rPr lang="en-US" altLang="zh-CN" sz="2000">
                <a:ea typeface="宋体" panose="02010600030101010101" pitchFamily="2" charset="-122"/>
              </a:rPr>
              <a:t> in </a:t>
            </a:r>
            <a:r>
              <a:rPr lang="en-US" altLang="zh-CN" sz="2000" i="1">
                <a:ea typeface="宋体" panose="02010600030101010101" pitchFamily="2" charset="-122"/>
              </a:rPr>
              <a:t>sec_course </a:t>
            </a:r>
            <a:r>
              <a:rPr lang="en-US" altLang="zh-CN" sz="2000">
                <a:ea typeface="宋体" panose="02010600030101010101" pitchFamily="2" charset="-122"/>
              </a:rPr>
              <a:t>is total</a:t>
            </a:r>
          </a:p>
          <a:p>
            <a:pPr lvl="2" eaLnBrk="1" hangingPunct="1"/>
            <a:r>
              <a:rPr lang="en-US" altLang="zh-CN">
                <a:ea typeface="宋体" panose="02010600030101010101" pitchFamily="2" charset="-122"/>
              </a:rPr>
              <a:t> every </a:t>
            </a:r>
            <a:r>
              <a:rPr lang="en-US" altLang="zh-CN" i="1">
                <a:ea typeface="宋体" panose="02010600030101010101" pitchFamily="2" charset="-122"/>
              </a:rPr>
              <a:t>section</a:t>
            </a:r>
            <a:r>
              <a:rPr lang="en-US" altLang="zh-CN">
                <a:ea typeface="宋体" panose="02010600030101010101" pitchFamily="2" charset="-122"/>
              </a:rPr>
              <a:t> must have an associated course</a:t>
            </a:r>
          </a:p>
          <a:p>
            <a:pPr eaLnBrk="1" hangingPunct="1"/>
            <a:r>
              <a:rPr lang="en-US" altLang="zh-CN" sz="2000" b="1">
                <a:solidFill>
                  <a:srgbClr val="FF0000"/>
                </a:solidFill>
                <a:ea typeface="宋体" panose="02010600030101010101" pitchFamily="2" charset="-122"/>
              </a:rPr>
              <a:t>Partial participation</a:t>
            </a:r>
            <a:r>
              <a:rPr lang="en-US" altLang="zh-CN" sz="2000">
                <a:ea typeface="宋体" panose="02010600030101010101" pitchFamily="2" charset="-122"/>
              </a:rPr>
              <a:t>:  some entities may not participate in any relationship in the relationship set</a:t>
            </a:r>
          </a:p>
          <a:p>
            <a:pPr lvl="1" eaLnBrk="1" hangingPunct="1"/>
            <a:r>
              <a:rPr lang="en-US" altLang="zh-CN" sz="2000">
                <a:ea typeface="宋体" panose="02010600030101010101" pitchFamily="2" charset="-122"/>
              </a:rPr>
              <a:t>Example: participation of </a:t>
            </a:r>
            <a:r>
              <a:rPr lang="en-US" altLang="zh-CN" sz="2000" i="1">
                <a:ea typeface="宋体" panose="02010600030101010101" pitchFamily="2" charset="-122"/>
              </a:rPr>
              <a:t>instructor</a:t>
            </a:r>
            <a:r>
              <a:rPr lang="en-US" altLang="zh-CN" sz="2000">
                <a:ea typeface="宋体" panose="02010600030101010101" pitchFamily="2" charset="-122"/>
              </a:rPr>
              <a:t> in </a:t>
            </a:r>
            <a:r>
              <a:rPr lang="en-US" altLang="zh-CN" sz="2000" i="1">
                <a:ea typeface="宋体" panose="02010600030101010101" pitchFamily="2" charset="-122"/>
              </a:rPr>
              <a:t>advisor</a:t>
            </a:r>
            <a:r>
              <a:rPr lang="en-US" altLang="zh-CN" sz="2000">
                <a:ea typeface="宋体" panose="02010600030101010101" pitchFamily="2" charset="-122"/>
              </a:rPr>
              <a:t> is partial</a:t>
            </a:r>
          </a:p>
        </p:txBody>
      </p:sp>
      <p:sp>
        <p:nvSpPr>
          <p:cNvPr id="54276" name="Rectangle 3">
            <a:extLst>
              <a:ext uri="{FF2B5EF4-FFF2-40B4-BE49-F238E27FC236}">
                <a16:creationId xmlns:a16="http://schemas.microsoft.com/office/drawing/2014/main" id="{6A82CB35-8D30-48F1-B5D6-D0A8A1045D41}"/>
              </a:ext>
            </a:extLst>
          </p:cNvPr>
          <p:cNvSpPr>
            <a:spLocks noChangeArrowheads="1"/>
          </p:cNvSpPr>
          <p:nvPr/>
        </p:nvSpPr>
        <p:spPr bwMode="auto">
          <a:xfrm>
            <a:off x="855663" y="1222375"/>
            <a:ext cx="7448550" cy="316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08585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428750" indent="-228600">
              <a:spcBef>
                <a:spcPct val="35000"/>
              </a:spcBef>
              <a:buClr>
                <a:schemeClr val="hlink"/>
              </a:buClr>
              <a:buChar char="–"/>
              <a:defRPr kumimoji="1">
                <a:solidFill>
                  <a:schemeClr val="tx1"/>
                </a:solidFill>
                <a:latin typeface="Helvetica" panose="020B0604020202020204" pitchFamily="34" charset="0"/>
              </a:defRPr>
            </a:lvl4pPr>
            <a:lvl5pPr marL="177165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22885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68605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14325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60045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endParaRPr lang="en-US" altLang="zh-CN" sz="2000"/>
          </a:p>
        </p:txBody>
      </p:sp>
      <p:pic>
        <p:nvPicPr>
          <p:cNvPr id="54277" name="Picture 4">
            <a:extLst>
              <a:ext uri="{FF2B5EF4-FFF2-40B4-BE49-F238E27FC236}">
                <a16:creationId xmlns:a16="http://schemas.microsoft.com/office/drawing/2014/main" id="{E73D149F-6257-4D21-B770-CD3FCF1077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1213" y="4384675"/>
            <a:ext cx="7537450" cy="159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8" name="矩形 1">
            <a:extLst>
              <a:ext uri="{FF2B5EF4-FFF2-40B4-BE49-F238E27FC236}">
                <a16:creationId xmlns:a16="http://schemas.microsoft.com/office/drawing/2014/main" id="{ACAB07A8-47A0-4853-856E-6371606C0C94}"/>
              </a:ext>
            </a:extLst>
          </p:cNvPr>
          <p:cNvSpPr>
            <a:spLocks noChangeArrowheads="1"/>
          </p:cNvSpPr>
          <p:nvPr/>
        </p:nvSpPr>
        <p:spPr bwMode="auto">
          <a:xfrm>
            <a:off x="4929188" y="4724400"/>
            <a:ext cx="200818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r>
              <a:rPr kumimoji="0" lang="en-US" altLang="zh-CN" sz="1600" b="1">
                <a:solidFill>
                  <a:srgbClr val="FF0000"/>
                </a:solidFill>
                <a:ea typeface="宋体" panose="02010600030101010101" pitchFamily="2" charset="-122"/>
              </a:rPr>
              <a:t>Total participation </a:t>
            </a:r>
            <a:endParaRPr kumimoji="0" lang="zh-CN" altLang="en-US" sz="1600"/>
          </a:p>
        </p:txBody>
      </p:sp>
      <p:sp>
        <p:nvSpPr>
          <p:cNvPr id="54279" name="矩形 2">
            <a:extLst>
              <a:ext uri="{FF2B5EF4-FFF2-40B4-BE49-F238E27FC236}">
                <a16:creationId xmlns:a16="http://schemas.microsoft.com/office/drawing/2014/main" id="{5D70CE16-6B1D-4E37-8C40-72B79FA7F006}"/>
              </a:ext>
            </a:extLst>
          </p:cNvPr>
          <p:cNvSpPr>
            <a:spLocks noChangeArrowheads="1"/>
          </p:cNvSpPr>
          <p:nvPr/>
        </p:nvSpPr>
        <p:spPr bwMode="auto">
          <a:xfrm>
            <a:off x="2138363" y="4724400"/>
            <a:ext cx="210343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r>
              <a:rPr kumimoji="0" lang="en-US" altLang="zh-CN" sz="1600" b="1">
                <a:solidFill>
                  <a:srgbClr val="FF0000"/>
                </a:solidFill>
                <a:ea typeface="宋体" panose="02010600030101010101" pitchFamily="2" charset="-122"/>
              </a:rPr>
              <a:t>Partial participation</a:t>
            </a:r>
            <a:endParaRPr kumimoji="0" lang="zh-CN" altLang="en-US" sz="16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06" name="Rectangle 2">
            <a:extLst>
              <a:ext uri="{FF2B5EF4-FFF2-40B4-BE49-F238E27FC236}">
                <a16:creationId xmlns:a16="http://schemas.microsoft.com/office/drawing/2014/main" id="{0A7B058C-35C4-4298-8BB2-4C6B8006DF0A}"/>
              </a:ext>
            </a:extLst>
          </p:cNvPr>
          <p:cNvSpPr>
            <a:spLocks noGrp="1" noChangeArrowheads="1"/>
          </p:cNvSpPr>
          <p:nvPr>
            <p:ph type="title"/>
          </p:nvPr>
        </p:nvSpPr>
        <p:spPr/>
        <p:txBody>
          <a:bodyPr/>
          <a:lstStyle/>
          <a:p>
            <a:pPr eaLnBrk="1" hangingPunct="1">
              <a:defRPr/>
            </a:pPr>
            <a:r>
              <a:rPr lang="en-US"/>
              <a:t>Keys</a:t>
            </a:r>
          </a:p>
        </p:txBody>
      </p:sp>
      <p:sp>
        <p:nvSpPr>
          <p:cNvPr id="56323" name="Rectangle 3">
            <a:extLst>
              <a:ext uri="{FF2B5EF4-FFF2-40B4-BE49-F238E27FC236}">
                <a16:creationId xmlns:a16="http://schemas.microsoft.com/office/drawing/2014/main" id="{CC941CFE-BB26-4F21-92AF-606D895DEC7E}"/>
              </a:ext>
            </a:extLst>
          </p:cNvPr>
          <p:cNvSpPr>
            <a:spLocks noGrp="1" noChangeArrowheads="1"/>
          </p:cNvSpPr>
          <p:nvPr>
            <p:ph idx="1"/>
          </p:nvPr>
        </p:nvSpPr>
        <p:spPr/>
        <p:txBody>
          <a:bodyPr/>
          <a:lstStyle/>
          <a:p>
            <a:pPr eaLnBrk="1" hangingPunct="1"/>
            <a:r>
              <a:rPr lang="en-US" altLang="zh-CN">
                <a:ea typeface="ＭＳ Ｐゴシック" panose="020B0600070205080204" pitchFamily="34" charset="-128"/>
              </a:rPr>
              <a:t>A </a:t>
            </a:r>
            <a:r>
              <a:rPr lang="en-US" altLang="zh-CN" b="1">
                <a:solidFill>
                  <a:srgbClr val="000099"/>
                </a:solidFill>
                <a:ea typeface="ＭＳ Ｐゴシック" panose="020B0600070205080204" pitchFamily="34" charset="-128"/>
              </a:rPr>
              <a:t>super key</a:t>
            </a:r>
            <a:r>
              <a:rPr lang="en-US" altLang="zh-CN">
                <a:ea typeface="ＭＳ Ｐゴシック" panose="020B0600070205080204" pitchFamily="34" charset="-128"/>
              </a:rPr>
              <a:t> of an entity set is a set of one or more attributes whose values uniquely determine each entity.</a:t>
            </a:r>
          </a:p>
          <a:p>
            <a:pPr eaLnBrk="1" hangingPunct="1"/>
            <a:r>
              <a:rPr lang="en-US" altLang="zh-CN">
                <a:ea typeface="ＭＳ Ｐゴシック" panose="020B0600070205080204" pitchFamily="34" charset="-128"/>
              </a:rPr>
              <a:t>A </a:t>
            </a:r>
            <a:r>
              <a:rPr lang="en-US" altLang="zh-CN" b="1">
                <a:solidFill>
                  <a:srgbClr val="000099"/>
                </a:solidFill>
                <a:ea typeface="ＭＳ Ｐゴシック" panose="020B0600070205080204" pitchFamily="34" charset="-128"/>
              </a:rPr>
              <a:t>candidate key</a:t>
            </a:r>
            <a:r>
              <a:rPr lang="en-US" altLang="zh-CN">
                <a:ea typeface="ＭＳ Ｐゴシック" panose="020B0600070205080204" pitchFamily="34" charset="-128"/>
              </a:rPr>
              <a:t> of an entity set is a minimal super key</a:t>
            </a:r>
          </a:p>
          <a:p>
            <a:pPr lvl="1" eaLnBrk="1" hangingPunct="1"/>
            <a:r>
              <a:rPr lang="en-US" altLang="zh-CN" sz="2800" i="1">
                <a:ea typeface="ＭＳ Ｐゴシック" panose="020B0600070205080204" pitchFamily="34" charset="-128"/>
              </a:rPr>
              <a:t>ID</a:t>
            </a:r>
            <a:r>
              <a:rPr lang="en-US" altLang="zh-CN" sz="2800">
                <a:ea typeface="ＭＳ Ｐゴシック" panose="020B0600070205080204" pitchFamily="34" charset="-128"/>
              </a:rPr>
              <a:t> is candidate key of </a:t>
            </a:r>
            <a:r>
              <a:rPr lang="en-US" altLang="zh-CN" sz="2800" i="1">
                <a:ea typeface="ＭＳ Ｐゴシック" panose="020B0600070205080204" pitchFamily="34" charset="-128"/>
              </a:rPr>
              <a:t>instructor</a:t>
            </a:r>
            <a:endParaRPr lang="en-US" altLang="zh-CN" sz="2800">
              <a:ea typeface="ＭＳ Ｐゴシック" panose="020B0600070205080204" pitchFamily="34" charset="-128"/>
            </a:endParaRPr>
          </a:p>
          <a:p>
            <a:pPr lvl="1" eaLnBrk="1" hangingPunct="1"/>
            <a:r>
              <a:rPr lang="en-US" altLang="zh-CN" sz="2800" i="1">
                <a:ea typeface="ＭＳ Ｐゴシック" panose="020B0600070205080204" pitchFamily="34" charset="-128"/>
              </a:rPr>
              <a:t>course_id</a:t>
            </a:r>
            <a:r>
              <a:rPr lang="en-US" altLang="zh-CN" sz="2800">
                <a:ea typeface="ＭＳ Ｐゴシック" panose="020B0600070205080204" pitchFamily="34" charset="-128"/>
              </a:rPr>
              <a:t> is candidate key of </a:t>
            </a:r>
            <a:r>
              <a:rPr lang="en-US" altLang="zh-CN" sz="2800" i="1">
                <a:ea typeface="ＭＳ Ｐゴシック" panose="020B0600070205080204" pitchFamily="34" charset="-128"/>
              </a:rPr>
              <a:t>course</a:t>
            </a:r>
            <a:endParaRPr lang="en-US" altLang="zh-CN" sz="2800">
              <a:ea typeface="ＭＳ Ｐゴシック" panose="020B0600070205080204" pitchFamily="34" charset="-128"/>
            </a:endParaRPr>
          </a:p>
          <a:p>
            <a:pPr eaLnBrk="1" hangingPunct="1"/>
            <a:r>
              <a:rPr lang="en-US" altLang="zh-CN">
                <a:ea typeface="ＭＳ Ｐゴシック" panose="020B0600070205080204" pitchFamily="34" charset="-128"/>
              </a:rPr>
              <a:t>Although several candidate keys may exist, one of the candidate keys is selected to be the </a:t>
            </a:r>
            <a:r>
              <a:rPr lang="en-US" altLang="zh-CN" b="1">
                <a:solidFill>
                  <a:srgbClr val="000099"/>
                </a:solidFill>
                <a:ea typeface="ＭＳ Ｐゴシック" panose="020B0600070205080204" pitchFamily="34" charset="-128"/>
              </a:rPr>
              <a:t>primary key</a:t>
            </a:r>
            <a:r>
              <a:rPr lang="en-US" altLang="zh-CN">
                <a:ea typeface="ＭＳ Ｐゴシック" panose="020B0600070205080204" pitchFamily="34" charset="-128"/>
              </a:rPr>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354" name="Rectangle 2">
            <a:extLst>
              <a:ext uri="{FF2B5EF4-FFF2-40B4-BE49-F238E27FC236}">
                <a16:creationId xmlns:a16="http://schemas.microsoft.com/office/drawing/2014/main" id="{58A8C345-C420-4182-A823-5FFCD92E24AD}"/>
              </a:ext>
            </a:extLst>
          </p:cNvPr>
          <p:cNvSpPr>
            <a:spLocks noGrp="1" noChangeArrowheads="1"/>
          </p:cNvSpPr>
          <p:nvPr>
            <p:ph type="title"/>
          </p:nvPr>
        </p:nvSpPr>
        <p:spPr/>
        <p:txBody>
          <a:bodyPr/>
          <a:lstStyle/>
          <a:p>
            <a:pPr eaLnBrk="1" hangingPunct="1">
              <a:defRPr/>
            </a:pPr>
            <a:r>
              <a:rPr lang="en-US"/>
              <a:t>Keys for Relationship Sets</a:t>
            </a:r>
          </a:p>
        </p:txBody>
      </p:sp>
      <p:sp>
        <p:nvSpPr>
          <p:cNvPr id="58371" name="Rectangle 3">
            <a:extLst>
              <a:ext uri="{FF2B5EF4-FFF2-40B4-BE49-F238E27FC236}">
                <a16:creationId xmlns:a16="http://schemas.microsoft.com/office/drawing/2014/main" id="{66ED7DA9-9C05-40FD-A1DE-8D899B780A88}"/>
              </a:ext>
            </a:extLst>
          </p:cNvPr>
          <p:cNvSpPr>
            <a:spLocks noGrp="1" noChangeArrowheads="1"/>
          </p:cNvSpPr>
          <p:nvPr>
            <p:ph idx="1"/>
          </p:nvPr>
        </p:nvSpPr>
        <p:spPr/>
        <p:txBody>
          <a:bodyPr/>
          <a:lstStyle/>
          <a:p>
            <a:pPr eaLnBrk="1" hangingPunct="1"/>
            <a:r>
              <a:rPr lang="en-US" altLang="zh-CN" sz="2000">
                <a:ea typeface="ＭＳ Ｐゴシック" panose="020B0600070205080204" pitchFamily="34" charset="-128"/>
              </a:rPr>
              <a:t>The combination of primary keys of the participating entity sets forms a super key of a relationship set.</a:t>
            </a:r>
          </a:p>
          <a:p>
            <a:pPr lvl="1" eaLnBrk="1" hangingPunct="1"/>
            <a:r>
              <a:rPr lang="en-US" altLang="zh-CN" sz="2000">
                <a:ea typeface="ＭＳ Ｐゴシック" panose="020B0600070205080204" pitchFamily="34" charset="-128"/>
              </a:rPr>
              <a:t>(</a:t>
            </a:r>
            <a:r>
              <a:rPr lang="en-US" altLang="zh-CN" sz="2000" i="1">
                <a:ea typeface="ＭＳ Ｐゴシック" panose="020B0600070205080204" pitchFamily="34" charset="-128"/>
              </a:rPr>
              <a:t>s_id, i_id</a:t>
            </a:r>
            <a:r>
              <a:rPr lang="en-US" altLang="zh-CN" sz="2000">
                <a:ea typeface="ＭＳ Ｐゴシック" panose="020B0600070205080204" pitchFamily="34" charset="-128"/>
              </a:rPr>
              <a:t>) is the super key of </a:t>
            </a:r>
            <a:r>
              <a:rPr lang="en-US" altLang="zh-CN" sz="2000" i="1">
                <a:ea typeface="ＭＳ Ｐゴシック" panose="020B0600070205080204" pitchFamily="34" charset="-128"/>
              </a:rPr>
              <a:t>advisor</a:t>
            </a:r>
          </a:p>
          <a:p>
            <a:pPr lvl="1" eaLnBrk="1" hangingPunct="1"/>
            <a:r>
              <a:rPr lang="en-US" altLang="zh-CN" sz="2000" i="1">
                <a:ea typeface="ＭＳ Ｐゴシック" panose="020B0600070205080204" pitchFamily="34" charset="-128"/>
              </a:rPr>
              <a:t>NOTE:  this means </a:t>
            </a:r>
            <a:r>
              <a:rPr lang="en-US" altLang="zh-CN" sz="2000" b="1" i="1">
                <a:solidFill>
                  <a:srgbClr val="000099"/>
                </a:solidFill>
                <a:ea typeface="ＭＳ Ｐゴシック" panose="020B0600070205080204" pitchFamily="34" charset="-128"/>
              </a:rPr>
              <a:t>a pair of entity sets can have at most one relationship in a particular relationship set.</a:t>
            </a:r>
            <a:r>
              <a:rPr lang="en-US" altLang="zh-CN" sz="2000" i="1">
                <a:ea typeface="ＭＳ Ｐゴシック" panose="020B0600070205080204" pitchFamily="34" charset="-128"/>
              </a:rPr>
              <a:t>  </a:t>
            </a:r>
          </a:p>
          <a:p>
            <a:pPr lvl="2" eaLnBrk="1" hangingPunct="1"/>
            <a:r>
              <a:rPr lang="en-US" altLang="zh-CN">
                <a:ea typeface="ＭＳ Ｐゴシック" panose="020B0600070205080204" pitchFamily="34" charset="-128"/>
              </a:rPr>
              <a:t>Example: if we wish to track multiple meeting dates between a student and her advisor, we cannot assume a relationship for each meeting.  We can use a multivalued attribute though</a:t>
            </a:r>
          </a:p>
          <a:p>
            <a:pPr eaLnBrk="1" hangingPunct="1"/>
            <a:r>
              <a:rPr lang="en-US" altLang="zh-CN" sz="2000">
                <a:ea typeface="ＭＳ Ｐゴシック" panose="020B0600070205080204" pitchFamily="34" charset="-128"/>
              </a:rPr>
              <a:t>Must consider the mapping cardinality of the relationship set when deciding what are the candidate keys </a:t>
            </a:r>
          </a:p>
          <a:p>
            <a:pPr eaLnBrk="1" hangingPunct="1"/>
            <a:r>
              <a:rPr lang="en-US" altLang="zh-CN" sz="2000">
                <a:ea typeface="ＭＳ Ｐゴシック" panose="020B0600070205080204" pitchFamily="34" charset="-128"/>
              </a:rPr>
              <a:t>Need to consider semantics of relationship set in selecting the </a:t>
            </a:r>
            <a:r>
              <a:rPr lang="en-US" altLang="zh-CN" sz="2000" i="1">
                <a:ea typeface="ＭＳ Ｐゴシック" panose="020B0600070205080204" pitchFamily="34" charset="-128"/>
              </a:rPr>
              <a:t>primary key  </a:t>
            </a:r>
            <a:r>
              <a:rPr lang="en-US" altLang="zh-CN" sz="2000">
                <a:ea typeface="ＭＳ Ｐゴシック" panose="020B0600070205080204" pitchFamily="34" charset="-128"/>
              </a:rPr>
              <a:t>in case of more than one candidate key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FA0D5A9C-6E8E-4942-84B5-DEB66F9B6BAC}"/>
              </a:ext>
            </a:extLst>
          </p:cNvPr>
          <p:cNvSpPr>
            <a:spLocks noGrp="1"/>
          </p:cNvSpPr>
          <p:nvPr>
            <p:ph type="ctrTitle"/>
          </p:nvPr>
        </p:nvSpPr>
        <p:spPr/>
        <p:txBody>
          <a:bodyPr/>
          <a:lstStyle/>
          <a:p>
            <a:pPr>
              <a:defRPr/>
            </a:pPr>
            <a:r>
              <a:rPr lang="en-US" altLang="zh-CN">
                <a:effectLst>
                  <a:outerShdw blurRad="38100" dist="38100" dir="2700000" algn="tl">
                    <a:srgbClr val="C0C0C0"/>
                  </a:outerShdw>
                </a:effectLst>
                <a:ea typeface="宋体" panose="02010600030101010101" pitchFamily="2" charset="-122"/>
              </a:rPr>
              <a:t>Redundant Attributes</a:t>
            </a:r>
            <a:endParaRPr lang="zh-CN" altLang="en-US">
              <a:effectLst>
                <a:outerShdw blurRad="38100" dist="38100" dir="2700000" algn="tl">
                  <a:srgbClr val="C0C0C0"/>
                </a:outerShdw>
              </a:effectLst>
              <a:ea typeface="宋体" panose="02010600030101010101" pitchFamily="2" charset="-122"/>
            </a:endParaRPr>
          </a:p>
        </p:txBody>
      </p:sp>
      <p:sp>
        <p:nvSpPr>
          <p:cNvPr id="60419" name="副标题 4">
            <a:extLst>
              <a:ext uri="{FF2B5EF4-FFF2-40B4-BE49-F238E27FC236}">
                <a16:creationId xmlns:a16="http://schemas.microsoft.com/office/drawing/2014/main" id="{A765F847-2638-43D2-B08C-F77C61F52CA4}"/>
              </a:ext>
            </a:extLst>
          </p:cNvPr>
          <p:cNvSpPr>
            <a:spLocks noGrp="1" noChangeArrowheads="1"/>
          </p:cNvSpPr>
          <p:nvPr>
            <p:ph type="subTitle" idx="1"/>
          </p:nvPr>
        </p:nvSpPr>
        <p:spPr/>
        <p:txBody>
          <a:bodyPr/>
          <a:lstStyle/>
          <a:p>
            <a:pPr>
              <a:buFont typeface="Monotype Sorts" pitchFamily="2" charset="2"/>
              <a:buNone/>
            </a:pPr>
            <a:endParaRPr lang="zh-CN" altLang="en-US">
              <a:ea typeface="宋体" panose="0201060003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9938" name="Rectangle 2">
            <a:extLst>
              <a:ext uri="{FF2B5EF4-FFF2-40B4-BE49-F238E27FC236}">
                <a16:creationId xmlns:a16="http://schemas.microsoft.com/office/drawing/2014/main" id="{1D163728-8EE6-4766-9907-AA76CF8FFC5A}"/>
              </a:ext>
            </a:extLst>
          </p:cNvPr>
          <p:cNvSpPr>
            <a:spLocks noGrp="1" noChangeArrowheads="1"/>
          </p:cNvSpPr>
          <p:nvPr>
            <p:ph type="title"/>
          </p:nvPr>
        </p:nvSpPr>
        <p:spPr/>
        <p:txBody>
          <a:bodyPr/>
          <a:lstStyle/>
          <a:p>
            <a:pPr>
              <a:defRPr/>
            </a:pPr>
            <a:r>
              <a:rPr lang="en-US"/>
              <a:t>Redundant Attributes</a:t>
            </a:r>
          </a:p>
        </p:txBody>
      </p:sp>
      <p:sp>
        <p:nvSpPr>
          <p:cNvPr id="22531" name="Rectangle 3">
            <a:extLst>
              <a:ext uri="{FF2B5EF4-FFF2-40B4-BE49-F238E27FC236}">
                <a16:creationId xmlns:a16="http://schemas.microsoft.com/office/drawing/2014/main" id="{5D167FFD-819F-4DC9-8D31-9F2AFF3A531C}"/>
              </a:ext>
            </a:extLst>
          </p:cNvPr>
          <p:cNvSpPr>
            <a:spLocks noGrp="1" noChangeArrowheads="1"/>
          </p:cNvSpPr>
          <p:nvPr>
            <p:ph idx="1"/>
          </p:nvPr>
        </p:nvSpPr>
        <p:spPr/>
        <p:txBody>
          <a:bodyPr/>
          <a:lstStyle/>
          <a:p>
            <a:pPr>
              <a:lnSpc>
                <a:spcPct val="120000"/>
              </a:lnSpc>
              <a:spcBef>
                <a:spcPts val="1200"/>
              </a:spcBef>
            </a:pPr>
            <a:r>
              <a:rPr lang="en-US" altLang="en-US">
                <a:ea typeface="ＭＳ Ｐゴシック" panose="020B0600070205080204" pitchFamily="34" charset="-128"/>
              </a:rPr>
              <a:t>Suppose we have entity sets:</a:t>
            </a:r>
          </a:p>
          <a:p>
            <a:pPr lvl="1">
              <a:lnSpc>
                <a:spcPct val="120000"/>
              </a:lnSpc>
              <a:spcBef>
                <a:spcPts val="1200"/>
              </a:spcBef>
            </a:pPr>
            <a:r>
              <a:rPr lang="en-US" altLang="en-US" i="1">
                <a:ea typeface="ＭＳ Ｐゴシック" panose="020B0600070205080204" pitchFamily="34" charset="-128"/>
              </a:rPr>
              <a:t>instructor</a:t>
            </a:r>
            <a:r>
              <a:rPr lang="en-US" altLang="en-US">
                <a:ea typeface="ＭＳ Ｐゴシック" panose="020B0600070205080204" pitchFamily="34" charset="-128"/>
              </a:rPr>
              <a:t>, with attributes: </a:t>
            </a:r>
            <a:r>
              <a:rPr lang="en-US" altLang="en-US" i="1">
                <a:ea typeface="ＭＳ Ｐゴシック" panose="020B0600070205080204" pitchFamily="34" charset="-128"/>
              </a:rPr>
              <a:t>ID</a:t>
            </a:r>
            <a:r>
              <a:rPr lang="en-US" altLang="en-US">
                <a:ea typeface="ＭＳ Ｐゴシック" panose="020B0600070205080204" pitchFamily="34" charset="-128"/>
              </a:rPr>
              <a:t>, </a:t>
            </a:r>
            <a:r>
              <a:rPr lang="en-US" altLang="en-US" i="1">
                <a:ea typeface="ＭＳ Ｐゴシック" panose="020B0600070205080204" pitchFamily="34" charset="-128"/>
              </a:rPr>
              <a:t>name</a:t>
            </a:r>
            <a:r>
              <a:rPr lang="en-US" altLang="en-US">
                <a:ea typeface="ＭＳ Ｐゴシック" panose="020B0600070205080204" pitchFamily="34" charset="-128"/>
              </a:rPr>
              <a:t>, </a:t>
            </a:r>
            <a:r>
              <a:rPr lang="en-US" altLang="en-US" i="1">
                <a:ea typeface="ＭＳ Ｐゴシック" panose="020B0600070205080204" pitchFamily="34" charset="-128"/>
              </a:rPr>
              <a:t>dept_name, salary</a:t>
            </a:r>
          </a:p>
          <a:p>
            <a:pPr lvl="1">
              <a:lnSpc>
                <a:spcPct val="120000"/>
              </a:lnSpc>
              <a:spcBef>
                <a:spcPts val="1200"/>
              </a:spcBef>
            </a:pPr>
            <a:r>
              <a:rPr lang="en-US" altLang="en-US" i="1">
                <a:ea typeface="ＭＳ Ｐゴシック" panose="020B0600070205080204" pitchFamily="34" charset="-128"/>
              </a:rPr>
              <a:t>department, </a:t>
            </a:r>
            <a:r>
              <a:rPr lang="en-US" altLang="en-US">
                <a:ea typeface="ＭＳ Ｐゴシック" panose="020B0600070205080204" pitchFamily="34" charset="-128"/>
              </a:rPr>
              <a:t>with attributes: </a:t>
            </a:r>
            <a:r>
              <a:rPr lang="en-US" altLang="en-US" i="1">
                <a:ea typeface="ＭＳ Ｐゴシック" panose="020B0600070205080204" pitchFamily="34" charset="-128"/>
              </a:rPr>
              <a:t>dept_name, building, budget</a:t>
            </a:r>
          </a:p>
          <a:p>
            <a:pPr>
              <a:lnSpc>
                <a:spcPct val="120000"/>
              </a:lnSpc>
              <a:spcBef>
                <a:spcPts val="1200"/>
              </a:spcBef>
            </a:pPr>
            <a:r>
              <a:rPr lang="en-US" altLang="en-US">
                <a:ea typeface="ＭＳ Ｐゴシック" panose="020B0600070205080204" pitchFamily="34" charset="-128"/>
              </a:rPr>
              <a:t>We model the fact that each instructor has an associated department</a:t>
            </a:r>
            <a:r>
              <a:rPr lang="en-US" altLang="en-US" i="1">
                <a:ea typeface="ＭＳ Ｐゴシック" panose="020B0600070205080204" pitchFamily="34" charset="-128"/>
              </a:rPr>
              <a:t> </a:t>
            </a:r>
            <a:r>
              <a:rPr lang="en-US" altLang="en-US">
                <a:ea typeface="ＭＳ Ｐゴシック" panose="020B0600070205080204" pitchFamily="34" charset="-128"/>
              </a:rPr>
              <a:t>using a relationship set </a:t>
            </a:r>
            <a:r>
              <a:rPr lang="en-US" altLang="en-US" i="1">
                <a:ea typeface="ＭＳ Ｐゴシック" panose="020B0600070205080204" pitchFamily="34" charset="-128"/>
              </a:rPr>
              <a:t>inst_dept</a:t>
            </a:r>
          </a:p>
        </p:txBody>
      </p:sp>
      <p:pic>
        <p:nvPicPr>
          <p:cNvPr id="3" name="图片 2">
            <a:extLst>
              <a:ext uri="{FF2B5EF4-FFF2-40B4-BE49-F238E27FC236}">
                <a16:creationId xmlns:a16="http://schemas.microsoft.com/office/drawing/2014/main" id="{6FA9C491-C357-4764-8728-870B964B4C7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04000" y="4629150"/>
            <a:ext cx="1860550"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3" name="组合 12">
            <a:extLst>
              <a:ext uri="{FF2B5EF4-FFF2-40B4-BE49-F238E27FC236}">
                <a16:creationId xmlns:a16="http://schemas.microsoft.com/office/drawing/2014/main" id="{E6CA317B-B34A-49B3-A5BE-D40C8521E617}"/>
              </a:ext>
            </a:extLst>
          </p:cNvPr>
          <p:cNvGrpSpPr>
            <a:grpSpLocks/>
          </p:cNvGrpSpPr>
          <p:nvPr/>
        </p:nvGrpSpPr>
        <p:grpSpPr bwMode="auto">
          <a:xfrm>
            <a:off x="2873375" y="4633913"/>
            <a:ext cx="3756025" cy="1382712"/>
            <a:chOff x="2872846" y="4634429"/>
            <a:chExt cx="3756554" cy="1382212"/>
          </a:xfrm>
        </p:grpSpPr>
        <p:pic>
          <p:nvPicPr>
            <p:cNvPr id="61447" name="图片 3">
              <a:extLst>
                <a:ext uri="{FF2B5EF4-FFF2-40B4-BE49-F238E27FC236}">
                  <a16:creationId xmlns:a16="http://schemas.microsoft.com/office/drawing/2014/main" id="{06FF6DD3-6F6B-4D39-A3ED-750C0BF813C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708400" y="4634429"/>
              <a:ext cx="1938337" cy="138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1448" name="直接连接符 5">
              <a:extLst>
                <a:ext uri="{FF2B5EF4-FFF2-40B4-BE49-F238E27FC236}">
                  <a16:creationId xmlns:a16="http://schemas.microsoft.com/office/drawing/2014/main" id="{15CE252F-2EB4-4497-A89A-6773B2B3F184}"/>
                </a:ext>
              </a:extLst>
            </p:cNvPr>
            <p:cNvCxnSpPr>
              <a:cxnSpLocks noChangeShapeType="1"/>
            </p:cNvCxnSpPr>
            <p:nvPr/>
          </p:nvCxnSpPr>
          <p:spPr bwMode="auto">
            <a:xfrm>
              <a:off x="2888086" y="5325535"/>
              <a:ext cx="975254"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61449" name="直接连接符 9">
              <a:extLst>
                <a:ext uri="{FF2B5EF4-FFF2-40B4-BE49-F238E27FC236}">
                  <a16:creationId xmlns:a16="http://schemas.microsoft.com/office/drawing/2014/main" id="{C5B92A16-9B24-4105-A77D-D794474FD76F}"/>
                </a:ext>
              </a:extLst>
            </p:cNvPr>
            <p:cNvCxnSpPr>
              <a:cxnSpLocks noChangeShapeType="1"/>
            </p:cNvCxnSpPr>
            <p:nvPr/>
          </p:nvCxnSpPr>
          <p:spPr bwMode="auto">
            <a:xfrm flipV="1">
              <a:off x="2872846" y="5388074"/>
              <a:ext cx="1028594" cy="1"/>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61450" name="直接箭头连接符 11">
              <a:extLst>
                <a:ext uri="{FF2B5EF4-FFF2-40B4-BE49-F238E27FC236}">
                  <a16:creationId xmlns:a16="http://schemas.microsoft.com/office/drawing/2014/main" id="{DE957F37-F5BA-46A3-BCF9-0A73559431D8}"/>
                </a:ext>
              </a:extLst>
            </p:cNvPr>
            <p:cNvCxnSpPr>
              <a:cxnSpLocks noChangeShapeType="1"/>
            </p:cNvCxnSpPr>
            <p:nvPr/>
          </p:nvCxnSpPr>
          <p:spPr bwMode="auto">
            <a:xfrm>
              <a:off x="5608637" y="5348395"/>
              <a:ext cx="1020763" cy="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grpSp>
      <p:pic>
        <p:nvPicPr>
          <p:cNvPr id="14" name="图片 13">
            <a:extLst>
              <a:ext uri="{FF2B5EF4-FFF2-40B4-BE49-F238E27FC236}">
                <a16:creationId xmlns:a16="http://schemas.microsoft.com/office/drawing/2014/main" id="{259E0E66-FC12-409D-B6DC-62248D290E99}"/>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485900" y="4629150"/>
            <a:ext cx="1425575"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53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53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531">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9938" name="Rectangle 2">
            <a:extLst>
              <a:ext uri="{FF2B5EF4-FFF2-40B4-BE49-F238E27FC236}">
                <a16:creationId xmlns:a16="http://schemas.microsoft.com/office/drawing/2014/main" id="{0CC01D8C-17E9-474B-86D7-E4A9CD23C841}"/>
              </a:ext>
            </a:extLst>
          </p:cNvPr>
          <p:cNvSpPr>
            <a:spLocks noGrp="1" noChangeArrowheads="1"/>
          </p:cNvSpPr>
          <p:nvPr>
            <p:ph type="title"/>
          </p:nvPr>
        </p:nvSpPr>
        <p:spPr/>
        <p:txBody>
          <a:bodyPr/>
          <a:lstStyle/>
          <a:p>
            <a:pPr>
              <a:defRPr/>
            </a:pPr>
            <a:r>
              <a:rPr lang="en-US"/>
              <a:t>Redundant Attributes</a:t>
            </a:r>
          </a:p>
        </p:txBody>
      </p:sp>
      <p:sp>
        <p:nvSpPr>
          <p:cNvPr id="22531" name="Rectangle 3">
            <a:extLst>
              <a:ext uri="{FF2B5EF4-FFF2-40B4-BE49-F238E27FC236}">
                <a16:creationId xmlns:a16="http://schemas.microsoft.com/office/drawing/2014/main" id="{0241FF4C-B524-4159-B481-251858CCCD70}"/>
              </a:ext>
            </a:extLst>
          </p:cNvPr>
          <p:cNvSpPr>
            <a:spLocks noGrp="1" noChangeArrowheads="1"/>
          </p:cNvSpPr>
          <p:nvPr>
            <p:ph idx="1"/>
          </p:nvPr>
        </p:nvSpPr>
        <p:spPr>
          <a:xfrm>
            <a:off x="228600" y="3375025"/>
            <a:ext cx="8610600" cy="2949575"/>
          </a:xfrm>
        </p:spPr>
        <p:txBody>
          <a:bodyPr>
            <a:normAutofit fontScale="85000" lnSpcReduction="20000"/>
          </a:bodyPr>
          <a:lstStyle/>
          <a:p>
            <a:pPr>
              <a:lnSpc>
                <a:spcPct val="120000"/>
              </a:lnSpc>
              <a:spcBef>
                <a:spcPts val="1200"/>
              </a:spcBef>
              <a:defRPr/>
            </a:pPr>
            <a:r>
              <a:rPr lang="en-US" altLang="en-US" dirty="0">
                <a:ea typeface="ＭＳ Ｐゴシック" panose="020B0600070205080204" pitchFamily="34" charset="-128"/>
              </a:rPr>
              <a:t>The attribute </a:t>
            </a:r>
            <a:r>
              <a:rPr lang="en-US" altLang="en-US" i="1" dirty="0" err="1">
                <a:ea typeface="ＭＳ Ｐゴシック" panose="020B0600070205080204" pitchFamily="34" charset="-128"/>
              </a:rPr>
              <a:t>dept_name</a:t>
            </a:r>
            <a:r>
              <a:rPr lang="en-US" altLang="en-US" i="1" dirty="0">
                <a:ea typeface="ＭＳ Ｐゴシック" panose="020B0600070205080204" pitchFamily="34" charset="-128"/>
              </a:rPr>
              <a:t> </a:t>
            </a:r>
            <a:r>
              <a:rPr lang="en-US" altLang="en-US" dirty="0">
                <a:ea typeface="ＭＳ Ｐゴシック" panose="020B0600070205080204" pitchFamily="34" charset="-128"/>
              </a:rPr>
              <a:t>appears in both entity sets.  Since it is the  primary key for the entity set </a:t>
            </a:r>
            <a:r>
              <a:rPr lang="en-US" altLang="en-US" i="1" dirty="0">
                <a:ea typeface="ＭＳ Ｐゴシック" panose="020B0600070205080204" pitchFamily="34" charset="-128"/>
              </a:rPr>
              <a:t>department</a:t>
            </a:r>
            <a:r>
              <a:rPr lang="en-US" altLang="en-US" dirty="0">
                <a:ea typeface="ＭＳ Ｐゴシック" panose="020B0600070205080204" pitchFamily="34" charset="-128"/>
              </a:rPr>
              <a:t>, it replicates information present in the relationship and is therefore  redundant in the entity set </a:t>
            </a:r>
            <a:r>
              <a:rPr lang="en-US" altLang="en-US" i="1" dirty="0">
                <a:ea typeface="ＭＳ Ｐゴシック" panose="020B0600070205080204" pitchFamily="34" charset="-128"/>
              </a:rPr>
              <a:t>instructor</a:t>
            </a:r>
            <a:r>
              <a:rPr lang="en-US" altLang="en-US" dirty="0">
                <a:ea typeface="ＭＳ Ｐゴシック" panose="020B0600070205080204" pitchFamily="34" charset="-128"/>
              </a:rPr>
              <a:t> and needs to be removed.</a:t>
            </a:r>
          </a:p>
          <a:p>
            <a:pPr>
              <a:lnSpc>
                <a:spcPct val="120000"/>
              </a:lnSpc>
              <a:spcBef>
                <a:spcPts val="1200"/>
              </a:spcBef>
              <a:defRPr/>
            </a:pPr>
            <a:r>
              <a:rPr lang="en-US" altLang="en-US" dirty="0">
                <a:ea typeface="ＭＳ Ｐゴシック" panose="020B0600070205080204" pitchFamily="34" charset="-128"/>
              </a:rPr>
              <a:t>BUT: when converting back to tables, in some cases the attribute gets reintroduced, as we will see later.</a:t>
            </a:r>
          </a:p>
        </p:txBody>
      </p:sp>
      <p:pic>
        <p:nvPicPr>
          <p:cNvPr id="63492" name="图片 3">
            <a:extLst>
              <a:ext uri="{FF2B5EF4-FFF2-40B4-BE49-F238E27FC236}">
                <a16:creationId xmlns:a16="http://schemas.microsoft.com/office/drawing/2014/main" id="{D5C73D90-EBE1-4163-8B4F-51381411544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75388" y="1203325"/>
            <a:ext cx="1862137"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3493" name="组合 4">
            <a:extLst>
              <a:ext uri="{FF2B5EF4-FFF2-40B4-BE49-F238E27FC236}">
                <a16:creationId xmlns:a16="http://schemas.microsoft.com/office/drawing/2014/main" id="{B93F7C1D-B563-4456-9E95-7972A6F44A1B}"/>
              </a:ext>
            </a:extLst>
          </p:cNvPr>
          <p:cNvGrpSpPr>
            <a:grpSpLocks/>
          </p:cNvGrpSpPr>
          <p:nvPr/>
        </p:nvGrpSpPr>
        <p:grpSpPr bwMode="auto">
          <a:xfrm>
            <a:off x="2544763" y="1209675"/>
            <a:ext cx="3757612" cy="1381125"/>
            <a:chOff x="2872846" y="4634429"/>
            <a:chExt cx="3756554" cy="1382212"/>
          </a:xfrm>
        </p:grpSpPr>
        <p:pic>
          <p:nvPicPr>
            <p:cNvPr id="63496" name="图片 5">
              <a:extLst>
                <a:ext uri="{FF2B5EF4-FFF2-40B4-BE49-F238E27FC236}">
                  <a16:creationId xmlns:a16="http://schemas.microsoft.com/office/drawing/2014/main" id="{325B6EC1-0992-42A7-B277-E680B8E7289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708400" y="4634429"/>
              <a:ext cx="1938337" cy="138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3497" name="直接连接符 6">
              <a:extLst>
                <a:ext uri="{FF2B5EF4-FFF2-40B4-BE49-F238E27FC236}">
                  <a16:creationId xmlns:a16="http://schemas.microsoft.com/office/drawing/2014/main" id="{750A0CCB-688E-4B73-BFF5-DA34A275FB5D}"/>
                </a:ext>
              </a:extLst>
            </p:cNvPr>
            <p:cNvCxnSpPr>
              <a:cxnSpLocks noChangeShapeType="1"/>
            </p:cNvCxnSpPr>
            <p:nvPr/>
          </p:nvCxnSpPr>
          <p:spPr bwMode="auto">
            <a:xfrm>
              <a:off x="2888086" y="5325535"/>
              <a:ext cx="975254"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63498" name="直接连接符 7">
              <a:extLst>
                <a:ext uri="{FF2B5EF4-FFF2-40B4-BE49-F238E27FC236}">
                  <a16:creationId xmlns:a16="http://schemas.microsoft.com/office/drawing/2014/main" id="{1CD155DE-EED5-4C0D-9437-BE83DD12DD43}"/>
                </a:ext>
              </a:extLst>
            </p:cNvPr>
            <p:cNvCxnSpPr>
              <a:cxnSpLocks noChangeShapeType="1"/>
            </p:cNvCxnSpPr>
            <p:nvPr/>
          </p:nvCxnSpPr>
          <p:spPr bwMode="auto">
            <a:xfrm flipV="1">
              <a:off x="2872846" y="5388074"/>
              <a:ext cx="1028594" cy="1"/>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63499" name="直接箭头连接符 8">
              <a:extLst>
                <a:ext uri="{FF2B5EF4-FFF2-40B4-BE49-F238E27FC236}">
                  <a16:creationId xmlns:a16="http://schemas.microsoft.com/office/drawing/2014/main" id="{501F737B-9AF1-4252-AB75-1C29ADA11632}"/>
                </a:ext>
              </a:extLst>
            </p:cNvPr>
            <p:cNvCxnSpPr>
              <a:cxnSpLocks noChangeShapeType="1"/>
            </p:cNvCxnSpPr>
            <p:nvPr/>
          </p:nvCxnSpPr>
          <p:spPr bwMode="auto">
            <a:xfrm>
              <a:off x="5608637" y="5348395"/>
              <a:ext cx="1020763" cy="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grpSp>
      <p:pic>
        <p:nvPicPr>
          <p:cNvPr id="63494" name="图片 9">
            <a:extLst>
              <a:ext uri="{FF2B5EF4-FFF2-40B4-BE49-F238E27FC236}">
                <a16:creationId xmlns:a16="http://schemas.microsoft.com/office/drawing/2014/main" id="{144EAF10-543C-45AC-BEE3-698D265914DA}"/>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158875" y="1203325"/>
            <a:ext cx="1425575"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直接连接符 10">
            <a:extLst>
              <a:ext uri="{FF2B5EF4-FFF2-40B4-BE49-F238E27FC236}">
                <a16:creationId xmlns:a16="http://schemas.microsoft.com/office/drawing/2014/main" id="{D0957FBB-B3B0-4183-BFE5-40F2F3070C0F}"/>
              </a:ext>
            </a:extLst>
          </p:cNvPr>
          <p:cNvCxnSpPr>
            <a:cxnSpLocks noChangeShapeType="1"/>
          </p:cNvCxnSpPr>
          <p:nvPr/>
        </p:nvCxnSpPr>
        <p:spPr bwMode="auto">
          <a:xfrm flipV="1">
            <a:off x="1227138" y="2427288"/>
            <a:ext cx="1265237" cy="14287"/>
          </a:xfrm>
          <a:prstGeom prst="line">
            <a:avLst/>
          </a:prstGeom>
          <a:noFill/>
          <a:ln w="136525" algn="ctr">
            <a:solidFill>
              <a:srgbClr val="FF0000"/>
            </a:solidFill>
            <a:round/>
            <a:headEnd/>
            <a:tailEn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left)">
                                      <p:cBhvr>
                                        <p:cTn id="11" dur="500"/>
                                        <p:tgtEl>
                                          <p:spTgt spid="11"/>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253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8C5E0D70-EDC2-4117-9F70-32302C20CBBE}"/>
              </a:ext>
            </a:extLst>
          </p:cNvPr>
          <p:cNvSpPr>
            <a:spLocks noGrp="1"/>
          </p:cNvSpPr>
          <p:nvPr>
            <p:ph type="ctrTitle"/>
          </p:nvPr>
        </p:nvSpPr>
        <p:spPr/>
        <p:txBody>
          <a:bodyPr/>
          <a:lstStyle/>
          <a:p>
            <a:pPr>
              <a:defRPr/>
            </a:pPr>
            <a:r>
              <a:rPr lang="en-US" altLang="zh-CN">
                <a:effectLst>
                  <a:outerShdw blurRad="38100" dist="38100" dir="2700000" algn="tl">
                    <a:srgbClr val="C0C0C0"/>
                  </a:outerShdw>
                </a:effectLst>
                <a:ea typeface="宋体" panose="02010600030101010101" pitchFamily="2" charset="-122"/>
              </a:rPr>
              <a:t>Entity-Relationship Diagrams</a:t>
            </a:r>
            <a:endParaRPr lang="zh-CN" altLang="en-US">
              <a:effectLst>
                <a:outerShdw blurRad="38100" dist="38100" dir="2700000" algn="tl">
                  <a:srgbClr val="C0C0C0"/>
                </a:outerShdw>
              </a:effectLst>
              <a:ea typeface="宋体" panose="02010600030101010101" pitchFamily="2" charset="-122"/>
            </a:endParaRPr>
          </a:p>
        </p:txBody>
      </p:sp>
      <p:sp>
        <p:nvSpPr>
          <p:cNvPr id="65539" name="副标题 4">
            <a:extLst>
              <a:ext uri="{FF2B5EF4-FFF2-40B4-BE49-F238E27FC236}">
                <a16:creationId xmlns:a16="http://schemas.microsoft.com/office/drawing/2014/main" id="{605E5B55-171C-4014-9322-23FF22A68FA7}"/>
              </a:ext>
            </a:extLst>
          </p:cNvPr>
          <p:cNvSpPr>
            <a:spLocks noGrp="1" noChangeArrowheads="1"/>
          </p:cNvSpPr>
          <p:nvPr>
            <p:ph type="subTitle" idx="1"/>
          </p:nvPr>
        </p:nvSpPr>
        <p:spPr/>
        <p:txBody>
          <a:bodyPr/>
          <a:lstStyle/>
          <a:p>
            <a:pPr>
              <a:buFont typeface="Monotype Sorts" pitchFamily="2" charset="2"/>
              <a:buNone/>
            </a:pPr>
            <a:endParaRPr lang="zh-CN" altLang="en-US">
              <a:ea typeface="宋体" panose="02010600030101010101" pitchFamily="2"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402" name="Rectangle 2">
            <a:extLst>
              <a:ext uri="{FF2B5EF4-FFF2-40B4-BE49-F238E27FC236}">
                <a16:creationId xmlns:a16="http://schemas.microsoft.com/office/drawing/2014/main" id="{C4A15A64-2C05-4217-8B47-E03715F7B24C}"/>
              </a:ext>
            </a:extLst>
          </p:cNvPr>
          <p:cNvSpPr>
            <a:spLocks noGrp="1" noChangeArrowheads="1"/>
          </p:cNvSpPr>
          <p:nvPr>
            <p:ph type="title"/>
          </p:nvPr>
        </p:nvSpPr>
        <p:spPr>
          <a:xfrm>
            <a:off x="469900" y="85725"/>
            <a:ext cx="8267700" cy="609600"/>
          </a:xfrm>
        </p:spPr>
        <p:txBody>
          <a:bodyPr/>
          <a:lstStyle/>
          <a:p>
            <a:pPr eaLnBrk="1" hangingPunct="1">
              <a:defRPr/>
            </a:pPr>
            <a:r>
              <a:rPr lang="en-US" altLang="zh-CN" dirty="0"/>
              <a:t>Basic </a:t>
            </a:r>
            <a:r>
              <a:rPr lang="en-US" dirty="0"/>
              <a:t>E-R Diagrams</a:t>
            </a:r>
          </a:p>
        </p:txBody>
      </p:sp>
      <p:sp>
        <p:nvSpPr>
          <p:cNvPr id="66563" name="Rectangle 3">
            <a:extLst>
              <a:ext uri="{FF2B5EF4-FFF2-40B4-BE49-F238E27FC236}">
                <a16:creationId xmlns:a16="http://schemas.microsoft.com/office/drawing/2014/main" id="{C983AC1B-9777-4733-A034-B5A9C2B78D41}"/>
              </a:ext>
            </a:extLst>
          </p:cNvPr>
          <p:cNvSpPr>
            <a:spLocks noChangeArrowheads="1"/>
          </p:cNvSpPr>
          <p:nvPr/>
        </p:nvSpPr>
        <p:spPr bwMode="auto">
          <a:xfrm>
            <a:off x="855663" y="3494088"/>
            <a:ext cx="7683500" cy="282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37931725" indent="-37474525">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r>
              <a:rPr lang="en-US" altLang="zh-CN" sz="1800" b="1"/>
              <a:t>Rectangles divided into two parts </a:t>
            </a:r>
            <a:r>
              <a:rPr lang="en-US" altLang="zh-CN" sz="1800"/>
              <a:t>represent entity sets. The first part, which in this textbook is shaded blue, contains the name of the entity set. The second part contains the names of all the attributes of the entity set.</a:t>
            </a:r>
          </a:p>
          <a:p>
            <a:r>
              <a:rPr lang="en-US" altLang="zh-CN" sz="1800" b="1"/>
              <a:t>Diamonds </a:t>
            </a:r>
            <a:r>
              <a:rPr lang="en-US" altLang="zh-CN" sz="1800"/>
              <a:t>represent relationship sets.</a:t>
            </a:r>
          </a:p>
          <a:p>
            <a:r>
              <a:rPr lang="en-US" altLang="zh-CN" sz="1800" b="1"/>
              <a:t>Lines </a:t>
            </a:r>
            <a:r>
              <a:rPr lang="en-US" altLang="zh-CN" sz="1800"/>
              <a:t>link entity sets to relationship sets.</a:t>
            </a:r>
          </a:p>
        </p:txBody>
      </p:sp>
      <p:pic>
        <p:nvPicPr>
          <p:cNvPr id="66564" name="Picture 6">
            <a:extLst>
              <a:ext uri="{FF2B5EF4-FFF2-40B4-BE49-F238E27FC236}">
                <a16:creationId xmlns:a16="http://schemas.microsoft.com/office/drawing/2014/main" id="{F698801B-1685-41BA-9467-2E558C10E3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4738" y="1501775"/>
            <a:ext cx="7464425" cy="152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8" name="Rectangle 2">
            <a:extLst>
              <a:ext uri="{FF2B5EF4-FFF2-40B4-BE49-F238E27FC236}">
                <a16:creationId xmlns:a16="http://schemas.microsoft.com/office/drawing/2014/main" id="{F6246EBB-7587-4CE6-831B-FB828C61FF35}"/>
              </a:ext>
            </a:extLst>
          </p:cNvPr>
          <p:cNvSpPr>
            <a:spLocks noGrp="1" noChangeArrowheads="1"/>
          </p:cNvSpPr>
          <p:nvPr>
            <p:ph type="title"/>
          </p:nvPr>
        </p:nvSpPr>
        <p:spPr/>
        <p:txBody>
          <a:bodyPr/>
          <a:lstStyle/>
          <a:p>
            <a:pPr eaLnBrk="1" hangingPunct="1">
              <a:defRPr/>
            </a:pPr>
            <a:r>
              <a:rPr lang="en-US"/>
              <a:t>Relationship Sets with Attributes</a:t>
            </a:r>
          </a:p>
        </p:txBody>
      </p:sp>
      <p:pic>
        <p:nvPicPr>
          <p:cNvPr id="68611" name="Picture 5">
            <a:extLst>
              <a:ext uri="{FF2B5EF4-FFF2-40B4-BE49-F238E27FC236}">
                <a16:creationId xmlns:a16="http://schemas.microsoft.com/office/drawing/2014/main" id="{C6A42E4B-4B55-41D2-83E8-8712EBB90B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613" y="1603375"/>
            <a:ext cx="7626350" cy="222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2" name="Rectangle 3">
            <a:extLst>
              <a:ext uri="{FF2B5EF4-FFF2-40B4-BE49-F238E27FC236}">
                <a16:creationId xmlns:a16="http://schemas.microsoft.com/office/drawing/2014/main" id="{1D873D70-0AAC-4A44-B03B-9CB47F5603E2}"/>
              </a:ext>
            </a:extLst>
          </p:cNvPr>
          <p:cNvSpPr>
            <a:spLocks noChangeArrowheads="1"/>
          </p:cNvSpPr>
          <p:nvPr/>
        </p:nvSpPr>
        <p:spPr bwMode="auto">
          <a:xfrm>
            <a:off x="855663" y="4311650"/>
            <a:ext cx="7683500" cy="201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37931725" indent="-37474525">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r>
              <a:rPr lang="en-US" altLang="zh-CN" sz="1800" b="1"/>
              <a:t>Undivided rectangles </a:t>
            </a:r>
            <a:r>
              <a:rPr lang="en-US" altLang="zh-CN" sz="1800"/>
              <a:t>represent the attributes of a relationship set. Attributes that are part of the primary key are underlined.</a:t>
            </a:r>
          </a:p>
          <a:p>
            <a:r>
              <a:rPr lang="en-US" altLang="zh-CN" sz="1800" b="1"/>
              <a:t>Dashed lines </a:t>
            </a:r>
            <a:r>
              <a:rPr lang="en-US" altLang="zh-CN" sz="1800"/>
              <a:t>link attributes of a relationship set to the relationship set.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594" name="Rectangle 2">
            <a:extLst>
              <a:ext uri="{FF2B5EF4-FFF2-40B4-BE49-F238E27FC236}">
                <a16:creationId xmlns:a16="http://schemas.microsoft.com/office/drawing/2014/main" id="{3B8E54F9-5B2B-4BD0-8400-8D49D08160C6}"/>
              </a:ext>
            </a:extLst>
          </p:cNvPr>
          <p:cNvSpPr>
            <a:spLocks noGrp="1" noChangeArrowheads="1"/>
          </p:cNvSpPr>
          <p:nvPr>
            <p:ph type="title"/>
          </p:nvPr>
        </p:nvSpPr>
        <p:spPr/>
        <p:txBody>
          <a:bodyPr/>
          <a:lstStyle/>
          <a:p>
            <a:pPr eaLnBrk="1" hangingPunct="1">
              <a:defRPr/>
            </a:pPr>
            <a:r>
              <a:rPr lang="en-US" dirty="0"/>
              <a:t>Cardinality Constraints</a:t>
            </a:r>
          </a:p>
        </p:txBody>
      </p:sp>
      <p:sp>
        <p:nvSpPr>
          <p:cNvPr id="70659" name="Rectangle 3">
            <a:extLst>
              <a:ext uri="{FF2B5EF4-FFF2-40B4-BE49-F238E27FC236}">
                <a16:creationId xmlns:a16="http://schemas.microsoft.com/office/drawing/2014/main" id="{C04B2352-98F9-45C9-A24A-511318BE5B79}"/>
              </a:ext>
            </a:extLst>
          </p:cNvPr>
          <p:cNvSpPr>
            <a:spLocks noGrp="1" noChangeArrowheads="1"/>
          </p:cNvSpPr>
          <p:nvPr>
            <p:ph idx="1"/>
          </p:nvPr>
        </p:nvSpPr>
        <p:spPr/>
        <p:txBody>
          <a:bodyPr/>
          <a:lstStyle/>
          <a:p>
            <a:pPr eaLnBrk="1" hangingPunct="1">
              <a:lnSpc>
                <a:spcPct val="110000"/>
              </a:lnSpc>
              <a:spcBef>
                <a:spcPts val="1800"/>
              </a:spcBef>
            </a:pPr>
            <a:r>
              <a:rPr lang="en-US" altLang="zh-CN" sz="3200">
                <a:ea typeface="ＭＳ Ｐゴシック" panose="020B0600070205080204" pitchFamily="34" charset="-128"/>
              </a:rPr>
              <a:t>We express cardinality constraints by drawing either a directed line (</a:t>
            </a:r>
            <a:r>
              <a:rPr lang="en-US" altLang="zh-CN" sz="3200">
                <a:ea typeface="ＭＳ Ｐゴシック" panose="020B0600070205080204" pitchFamily="34" charset="-128"/>
                <a:sym typeface="Symbol" panose="05050102010706020507" pitchFamily="18" charset="2"/>
              </a:rPr>
              <a:t>), signifying “one,” or an undirected line (—), signifying “many,” between the relationship set and the entity set.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642" name="Rectangle 2">
            <a:extLst>
              <a:ext uri="{FF2B5EF4-FFF2-40B4-BE49-F238E27FC236}">
                <a16:creationId xmlns:a16="http://schemas.microsoft.com/office/drawing/2014/main" id="{90C000AA-8B19-477E-8954-1258B987687F}"/>
              </a:ext>
            </a:extLst>
          </p:cNvPr>
          <p:cNvSpPr>
            <a:spLocks noGrp="1" noChangeArrowheads="1"/>
          </p:cNvSpPr>
          <p:nvPr>
            <p:ph type="title"/>
          </p:nvPr>
        </p:nvSpPr>
        <p:spPr/>
        <p:txBody>
          <a:bodyPr/>
          <a:lstStyle/>
          <a:p>
            <a:pPr eaLnBrk="1" hangingPunct="1">
              <a:defRPr/>
            </a:pPr>
            <a:r>
              <a:rPr lang="en-US"/>
              <a:t>One-to-One Relationship</a:t>
            </a:r>
          </a:p>
        </p:txBody>
      </p:sp>
      <p:sp>
        <p:nvSpPr>
          <p:cNvPr id="72707" name="Rectangle 3">
            <a:extLst>
              <a:ext uri="{FF2B5EF4-FFF2-40B4-BE49-F238E27FC236}">
                <a16:creationId xmlns:a16="http://schemas.microsoft.com/office/drawing/2014/main" id="{32C014FD-4DB0-4D41-8EA1-1EB69398252F}"/>
              </a:ext>
            </a:extLst>
          </p:cNvPr>
          <p:cNvSpPr>
            <a:spLocks noGrp="1" noChangeArrowheads="1"/>
          </p:cNvSpPr>
          <p:nvPr>
            <p:ph idx="1"/>
          </p:nvPr>
        </p:nvSpPr>
        <p:spPr/>
        <p:txBody>
          <a:bodyPr/>
          <a:lstStyle/>
          <a:p>
            <a:pPr eaLnBrk="1" hangingPunct="1">
              <a:spcBef>
                <a:spcPts val="1200"/>
              </a:spcBef>
            </a:pPr>
            <a:r>
              <a:rPr lang="en-US" altLang="zh-CN" sz="2400">
                <a:ea typeface="ＭＳ Ｐゴシック" panose="020B0600070205080204" pitchFamily="34" charset="-128"/>
              </a:rPr>
              <a:t>one-to-one relationship between an </a:t>
            </a:r>
            <a:r>
              <a:rPr lang="en-US" altLang="zh-CN" sz="2400" i="1">
                <a:ea typeface="ＭＳ Ｐゴシック" panose="020B0600070205080204" pitchFamily="34" charset="-128"/>
              </a:rPr>
              <a:t>instructor</a:t>
            </a:r>
            <a:r>
              <a:rPr lang="en-US" altLang="zh-CN" sz="2400">
                <a:ea typeface="ＭＳ Ｐゴシック" panose="020B0600070205080204" pitchFamily="34" charset="-128"/>
              </a:rPr>
              <a:t> and a </a:t>
            </a:r>
            <a:r>
              <a:rPr lang="en-US" altLang="zh-CN" sz="2400" i="1">
                <a:ea typeface="ＭＳ Ｐゴシック" panose="020B0600070205080204" pitchFamily="34" charset="-128"/>
              </a:rPr>
              <a:t>student</a:t>
            </a:r>
          </a:p>
          <a:p>
            <a:pPr lvl="1" eaLnBrk="1" hangingPunct="1">
              <a:spcBef>
                <a:spcPts val="1200"/>
              </a:spcBef>
            </a:pPr>
            <a:r>
              <a:rPr lang="en-US" altLang="zh-CN" sz="2000">
                <a:ea typeface="ＭＳ Ｐゴシック" panose="020B0600070205080204" pitchFamily="34" charset="-128"/>
              </a:rPr>
              <a:t>an instructor is associated with at most one student via </a:t>
            </a:r>
            <a:r>
              <a:rPr lang="en-US" altLang="zh-CN" sz="2000" i="1">
                <a:ea typeface="ＭＳ Ｐゴシック" panose="020B0600070205080204" pitchFamily="34" charset="-128"/>
              </a:rPr>
              <a:t>advisor</a:t>
            </a:r>
            <a:r>
              <a:rPr lang="en-US" altLang="zh-CN" sz="2000">
                <a:ea typeface="ＭＳ Ｐゴシック" panose="020B0600070205080204" pitchFamily="34" charset="-128"/>
              </a:rPr>
              <a:t> </a:t>
            </a:r>
          </a:p>
          <a:p>
            <a:pPr lvl="1" eaLnBrk="1" hangingPunct="1">
              <a:spcBef>
                <a:spcPts val="1200"/>
              </a:spcBef>
            </a:pPr>
            <a:r>
              <a:rPr lang="en-US" altLang="zh-CN" sz="2000">
                <a:ea typeface="ＭＳ Ｐゴシック" panose="020B0600070205080204" pitchFamily="34" charset="-128"/>
              </a:rPr>
              <a:t>and a student is associated with at most one instructor via </a:t>
            </a:r>
            <a:r>
              <a:rPr lang="en-US" altLang="zh-CN" sz="2000" i="1">
                <a:ea typeface="ＭＳ Ｐゴシック" panose="020B0600070205080204" pitchFamily="34" charset="-128"/>
              </a:rPr>
              <a:t>advisor</a:t>
            </a:r>
            <a:endParaRPr lang="en-US" altLang="zh-CN" sz="2000">
              <a:ea typeface="ＭＳ Ｐゴシック" panose="020B0600070205080204" pitchFamily="34" charset="-128"/>
            </a:endParaRPr>
          </a:p>
        </p:txBody>
      </p:sp>
      <p:pic>
        <p:nvPicPr>
          <p:cNvPr id="72708" name="Picture 5">
            <a:extLst>
              <a:ext uri="{FF2B5EF4-FFF2-40B4-BE49-F238E27FC236}">
                <a16:creationId xmlns:a16="http://schemas.microsoft.com/office/drawing/2014/main" id="{886A46F5-174E-47A0-8D48-BC8C542368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78418"/>
          <a:stretch>
            <a:fillRect/>
          </a:stretch>
        </p:blipFill>
        <p:spPr bwMode="auto">
          <a:xfrm>
            <a:off x="1274763" y="3770313"/>
            <a:ext cx="6586537" cy="173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0" name="Rectangle 2">
            <a:extLst>
              <a:ext uri="{FF2B5EF4-FFF2-40B4-BE49-F238E27FC236}">
                <a16:creationId xmlns:a16="http://schemas.microsoft.com/office/drawing/2014/main" id="{EE13D830-E7FC-41EC-B7E3-735F57C211AC}"/>
              </a:ext>
            </a:extLst>
          </p:cNvPr>
          <p:cNvSpPr>
            <a:spLocks noGrp="1" noChangeArrowheads="1"/>
          </p:cNvSpPr>
          <p:nvPr>
            <p:ph type="title"/>
          </p:nvPr>
        </p:nvSpPr>
        <p:spPr/>
        <p:txBody>
          <a:bodyPr/>
          <a:lstStyle/>
          <a:p>
            <a:pPr eaLnBrk="1" hangingPunct="1">
              <a:defRPr/>
            </a:pPr>
            <a:r>
              <a:rPr lang="en-US"/>
              <a:t>One-to-Many Relationship</a:t>
            </a:r>
          </a:p>
        </p:txBody>
      </p:sp>
      <p:sp>
        <p:nvSpPr>
          <p:cNvPr id="74755" name="Rectangle 3">
            <a:extLst>
              <a:ext uri="{FF2B5EF4-FFF2-40B4-BE49-F238E27FC236}">
                <a16:creationId xmlns:a16="http://schemas.microsoft.com/office/drawing/2014/main" id="{94D2CFB1-777D-4008-A418-40D1206A8AD1}"/>
              </a:ext>
            </a:extLst>
          </p:cNvPr>
          <p:cNvSpPr>
            <a:spLocks noGrp="1" noChangeArrowheads="1"/>
          </p:cNvSpPr>
          <p:nvPr>
            <p:ph idx="1"/>
          </p:nvPr>
        </p:nvSpPr>
        <p:spPr/>
        <p:txBody>
          <a:bodyPr/>
          <a:lstStyle/>
          <a:p>
            <a:pPr eaLnBrk="1" hangingPunct="1"/>
            <a:r>
              <a:rPr lang="en-US" altLang="zh-CN" sz="2400">
                <a:ea typeface="ＭＳ Ｐゴシック" panose="020B0600070205080204" pitchFamily="34" charset="-128"/>
              </a:rPr>
              <a:t>one-to-many relationship between an </a:t>
            </a:r>
            <a:r>
              <a:rPr lang="en-US" altLang="zh-CN" sz="2400" i="1">
                <a:ea typeface="ＭＳ Ｐゴシック" panose="020B0600070205080204" pitchFamily="34" charset="-128"/>
              </a:rPr>
              <a:t>instructor</a:t>
            </a:r>
            <a:r>
              <a:rPr lang="en-US" altLang="zh-CN" sz="2400">
                <a:ea typeface="ＭＳ Ｐゴシック" panose="020B0600070205080204" pitchFamily="34" charset="-128"/>
              </a:rPr>
              <a:t> and a </a:t>
            </a:r>
            <a:r>
              <a:rPr lang="en-US" altLang="zh-CN" sz="2400" i="1">
                <a:ea typeface="ＭＳ Ｐゴシック" panose="020B0600070205080204" pitchFamily="34" charset="-128"/>
              </a:rPr>
              <a:t>student</a:t>
            </a:r>
          </a:p>
          <a:p>
            <a:pPr lvl="1" eaLnBrk="1" hangingPunct="1"/>
            <a:r>
              <a:rPr lang="en-US" altLang="zh-CN" sz="2000">
                <a:ea typeface="ＭＳ Ｐゴシック" panose="020B0600070205080204" pitchFamily="34" charset="-128"/>
              </a:rPr>
              <a:t> an instructor is associated with several (including 0) students  via </a:t>
            </a:r>
            <a:r>
              <a:rPr lang="en-US" altLang="zh-CN" sz="2000" i="1">
                <a:ea typeface="ＭＳ Ｐゴシック" panose="020B0600070205080204" pitchFamily="34" charset="-128"/>
              </a:rPr>
              <a:t>advisor </a:t>
            </a:r>
          </a:p>
          <a:p>
            <a:pPr lvl="1" eaLnBrk="1" hangingPunct="1"/>
            <a:r>
              <a:rPr lang="en-US" altLang="zh-CN" sz="2000">
                <a:ea typeface="ＭＳ Ｐゴシック" panose="020B0600070205080204" pitchFamily="34" charset="-128"/>
              </a:rPr>
              <a:t>a student is associated with at most one instructor via advisor, </a:t>
            </a:r>
          </a:p>
        </p:txBody>
      </p:sp>
      <p:pic>
        <p:nvPicPr>
          <p:cNvPr id="74756" name="Picture 5">
            <a:extLst>
              <a:ext uri="{FF2B5EF4-FFF2-40B4-BE49-F238E27FC236}">
                <a16:creationId xmlns:a16="http://schemas.microsoft.com/office/drawing/2014/main" id="{204610A3-220B-4BEA-9EA0-1F0EF5F853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31459" b="44698"/>
          <a:stretch>
            <a:fillRect/>
          </a:stretch>
        </p:blipFill>
        <p:spPr bwMode="auto">
          <a:xfrm>
            <a:off x="1489075" y="3679825"/>
            <a:ext cx="6421438" cy="186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a:extLst>
              <a:ext uri="{FF2B5EF4-FFF2-40B4-BE49-F238E27FC236}">
                <a16:creationId xmlns:a16="http://schemas.microsoft.com/office/drawing/2014/main" id="{CF76BC18-68A4-4C2F-BB70-4B3944E93528}"/>
              </a:ext>
            </a:extLst>
          </p:cNvPr>
          <p:cNvSpPr>
            <a:spLocks noGrp="1" noChangeArrowheads="1"/>
          </p:cNvSpPr>
          <p:nvPr>
            <p:ph type="title"/>
          </p:nvPr>
        </p:nvSpPr>
        <p:spPr/>
        <p:txBody>
          <a:bodyPr/>
          <a:lstStyle/>
          <a:p>
            <a:pPr eaLnBrk="1" hangingPunct="1">
              <a:defRPr/>
            </a:pPr>
            <a:r>
              <a:rPr lang="en-US"/>
              <a:t>Many-to-One Relationships</a:t>
            </a:r>
          </a:p>
        </p:txBody>
      </p:sp>
      <p:sp>
        <p:nvSpPr>
          <p:cNvPr id="76803" name="Rectangle 3">
            <a:extLst>
              <a:ext uri="{FF2B5EF4-FFF2-40B4-BE49-F238E27FC236}">
                <a16:creationId xmlns:a16="http://schemas.microsoft.com/office/drawing/2014/main" id="{9942841E-BEFE-4FAD-9168-9720AA4303FA}"/>
              </a:ext>
            </a:extLst>
          </p:cNvPr>
          <p:cNvSpPr>
            <a:spLocks noGrp="1" noChangeArrowheads="1"/>
          </p:cNvSpPr>
          <p:nvPr>
            <p:ph idx="1"/>
          </p:nvPr>
        </p:nvSpPr>
        <p:spPr/>
        <p:txBody>
          <a:bodyPr/>
          <a:lstStyle/>
          <a:p>
            <a:pPr eaLnBrk="1" hangingPunct="1"/>
            <a:r>
              <a:rPr lang="en-US" altLang="zh-CN" sz="2400">
                <a:ea typeface="ＭＳ Ｐゴシック" panose="020B0600070205080204" pitchFamily="34" charset="-128"/>
              </a:rPr>
              <a:t>In a many-to-one relationship between an </a:t>
            </a:r>
            <a:r>
              <a:rPr lang="en-US" altLang="zh-CN" sz="2400" i="1">
                <a:ea typeface="ＭＳ Ｐゴシック" panose="020B0600070205080204" pitchFamily="34" charset="-128"/>
              </a:rPr>
              <a:t>instructor</a:t>
            </a:r>
            <a:r>
              <a:rPr lang="en-US" altLang="zh-CN" sz="2400">
                <a:ea typeface="ＭＳ Ｐゴシック" panose="020B0600070205080204" pitchFamily="34" charset="-128"/>
              </a:rPr>
              <a:t> and a </a:t>
            </a:r>
            <a:r>
              <a:rPr lang="en-US" altLang="zh-CN" sz="2400" i="1">
                <a:ea typeface="ＭＳ Ｐゴシック" panose="020B0600070205080204" pitchFamily="34" charset="-128"/>
              </a:rPr>
              <a:t>student, </a:t>
            </a:r>
          </a:p>
          <a:p>
            <a:pPr lvl="1" eaLnBrk="1" hangingPunct="1"/>
            <a:r>
              <a:rPr lang="en-US" altLang="zh-CN" sz="2000">
                <a:ea typeface="ＭＳ Ｐゴシック" panose="020B0600070205080204" pitchFamily="34" charset="-128"/>
              </a:rPr>
              <a:t>an instructor</a:t>
            </a:r>
            <a:r>
              <a:rPr lang="en-US" altLang="zh-CN" sz="2000" i="1">
                <a:ea typeface="ＭＳ Ｐゴシック" panose="020B0600070205080204" pitchFamily="34" charset="-128"/>
              </a:rPr>
              <a:t> </a:t>
            </a:r>
            <a:r>
              <a:rPr lang="en-US" altLang="zh-CN" sz="2000">
                <a:ea typeface="ＭＳ Ｐゴシック" panose="020B0600070205080204" pitchFamily="34" charset="-128"/>
              </a:rPr>
              <a:t> is associated with at most one student via </a:t>
            </a:r>
            <a:r>
              <a:rPr lang="en-US" altLang="zh-CN" sz="2000" i="1">
                <a:ea typeface="ＭＳ Ｐゴシック" panose="020B0600070205080204" pitchFamily="34" charset="-128"/>
              </a:rPr>
              <a:t>advisor</a:t>
            </a:r>
            <a:r>
              <a:rPr lang="en-US" altLang="zh-CN" sz="2000">
                <a:ea typeface="ＭＳ Ｐゴシック" panose="020B0600070205080204" pitchFamily="34" charset="-128"/>
              </a:rPr>
              <a:t>, </a:t>
            </a:r>
          </a:p>
          <a:p>
            <a:pPr lvl="1" eaLnBrk="1" hangingPunct="1"/>
            <a:r>
              <a:rPr lang="en-US" altLang="zh-CN" sz="2000">
                <a:ea typeface="ＭＳ Ｐゴシック" panose="020B0600070205080204" pitchFamily="34" charset="-128"/>
              </a:rPr>
              <a:t>and a student is associated with several (including 0) instructors via </a:t>
            </a:r>
            <a:r>
              <a:rPr lang="en-US" altLang="zh-CN" sz="2000" i="1">
                <a:ea typeface="ＭＳ Ｐゴシック" panose="020B0600070205080204" pitchFamily="34" charset="-128"/>
              </a:rPr>
              <a:t>advisor</a:t>
            </a:r>
          </a:p>
        </p:txBody>
      </p:sp>
      <p:grpSp>
        <p:nvGrpSpPr>
          <p:cNvPr id="76804" name="组合 1">
            <a:extLst>
              <a:ext uri="{FF2B5EF4-FFF2-40B4-BE49-F238E27FC236}">
                <a16:creationId xmlns:a16="http://schemas.microsoft.com/office/drawing/2014/main" id="{03ADE1CC-2DDE-4B32-AF8A-641268086539}"/>
              </a:ext>
            </a:extLst>
          </p:cNvPr>
          <p:cNvGrpSpPr>
            <a:grpSpLocks/>
          </p:cNvGrpSpPr>
          <p:nvPr/>
        </p:nvGrpSpPr>
        <p:grpSpPr bwMode="auto">
          <a:xfrm>
            <a:off x="1476375" y="3724275"/>
            <a:ext cx="6583363" cy="2039938"/>
            <a:chOff x="1476375" y="3724275"/>
            <a:chExt cx="6583363" cy="2039938"/>
          </a:xfrm>
        </p:grpSpPr>
        <p:pic>
          <p:nvPicPr>
            <p:cNvPr id="76805" name="Picture 5">
              <a:extLst>
                <a:ext uri="{FF2B5EF4-FFF2-40B4-BE49-F238E27FC236}">
                  <a16:creationId xmlns:a16="http://schemas.microsoft.com/office/drawing/2014/main" id="{C1A279AE-E6DE-45B3-8291-4F7E865B7A4E}"/>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t="68164" b="6378"/>
            <a:stretch>
              <a:fillRect/>
            </a:stretch>
          </p:blipFill>
          <p:spPr bwMode="auto">
            <a:xfrm>
              <a:off x="1476375" y="3724275"/>
              <a:ext cx="6583363" cy="203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6" name="Line 6">
              <a:extLst>
                <a:ext uri="{FF2B5EF4-FFF2-40B4-BE49-F238E27FC236}">
                  <a16:creationId xmlns:a16="http://schemas.microsoft.com/office/drawing/2014/main" id="{C3D003F9-06FF-4BEC-A190-511CA3697498}"/>
                </a:ext>
              </a:extLst>
            </p:cNvPr>
            <p:cNvSpPr>
              <a:spLocks noChangeShapeType="1"/>
            </p:cNvSpPr>
            <p:nvPr/>
          </p:nvSpPr>
          <p:spPr bwMode="auto">
            <a:xfrm>
              <a:off x="6415865" y="4772241"/>
              <a:ext cx="228600" cy="1588"/>
            </a:xfrm>
            <a:prstGeom prst="line">
              <a:avLst/>
            </a:prstGeom>
            <a:noFill/>
            <a:ln w="12700">
              <a:solidFill>
                <a:schemeClr val="tx1"/>
              </a:solidFill>
              <a:round/>
              <a:headEnd type="none" w="lg" len="lg"/>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6" name="Rectangle 2">
            <a:extLst>
              <a:ext uri="{FF2B5EF4-FFF2-40B4-BE49-F238E27FC236}">
                <a16:creationId xmlns:a16="http://schemas.microsoft.com/office/drawing/2014/main" id="{FD1AD82D-7E15-4490-9E17-4D08746146B4}"/>
              </a:ext>
            </a:extLst>
          </p:cNvPr>
          <p:cNvSpPr>
            <a:spLocks noGrp="1" noChangeArrowheads="1"/>
          </p:cNvSpPr>
          <p:nvPr>
            <p:ph type="title"/>
          </p:nvPr>
        </p:nvSpPr>
        <p:spPr/>
        <p:txBody>
          <a:bodyPr/>
          <a:lstStyle/>
          <a:p>
            <a:pPr eaLnBrk="1" hangingPunct="1">
              <a:defRPr/>
            </a:pPr>
            <a:r>
              <a:rPr lang="en-US"/>
              <a:t>Many-to-Many Relationship</a:t>
            </a:r>
          </a:p>
        </p:txBody>
      </p:sp>
      <p:sp>
        <p:nvSpPr>
          <p:cNvPr id="78851" name="Rectangle 3">
            <a:extLst>
              <a:ext uri="{FF2B5EF4-FFF2-40B4-BE49-F238E27FC236}">
                <a16:creationId xmlns:a16="http://schemas.microsoft.com/office/drawing/2014/main" id="{3740E42F-9054-4F39-9D0F-CE4484638FEF}"/>
              </a:ext>
            </a:extLst>
          </p:cNvPr>
          <p:cNvSpPr>
            <a:spLocks noGrp="1" noChangeArrowheads="1"/>
          </p:cNvSpPr>
          <p:nvPr>
            <p:ph idx="1"/>
          </p:nvPr>
        </p:nvSpPr>
        <p:spPr/>
        <p:txBody>
          <a:bodyPr/>
          <a:lstStyle/>
          <a:p>
            <a:pPr eaLnBrk="1" hangingPunct="1"/>
            <a:r>
              <a:rPr lang="en-US" altLang="zh-CN" sz="2400">
                <a:ea typeface="ＭＳ Ｐゴシック" panose="020B0600070205080204" pitchFamily="34" charset="-128"/>
              </a:rPr>
              <a:t>An instructor is associated with several (possibly 0) students via </a:t>
            </a:r>
            <a:r>
              <a:rPr lang="en-US" altLang="zh-CN" sz="2400" i="1">
                <a:ea typeface="ＭＳ Ｐゴシック" panose="020B0600070205080204" pitchFamily="34" charset="-128"/>
              </a:rPr>
              <a:t>advisor</a:t>
            </a:r>
          </a:p>
          <a:p>
            <a:pPr eaLnBrk="1" hangingPunct="1"/>
            <a:r>
              <a:rPr lang="en-US" altLang="zh-CN" sz="2400">
                <a:ea typeface="ＭＳ Ｐゴシック" panose="020B0600070205080204" pitchFamily="34" charset="-128"/>
              </a:rPr>
              <a:t>A student is associated with several (possibly 0) instructors via </a:t>
            </a:r>
            <a:r>
              <a:rPr lang="en-US" altLang="zh-CN" sz="2400" i="1">
                <a:ea typeface="ＭＳ Ｐゴシック" panose="020B0600070205080204" pitchFamily="34" charset="-128"/>
              </a:rPr>
              <a:t>advisor</a:t>
            </a:r>
            <a:r>
              <a:rPr lang="en-US" altLang="zh-CN" sz="2400">
                <a:ea typeface="ＭＳ Ｐゴシック" panose="020B0600070205080204" pitchFamily="34" charset="-128"/>
              </a:rPr>
              <a:t> </a:t>
            </a:r>
          </a:p>
        </p:txBody>
      </p:sp>
      <p:pic>
        <p:nvPicPr>
          <p:cNvPr id="78852" name="Picture 6">
            <a:extLst>
              <a:ext uri="{FF2B5EF4-FFF2-40B4-BE49-F238E27FC236}">
                <a16:creationId xmlns:a16="http://schemas.microsoft.com/office/drawing/2014/main" id="{EC81ED50-5ADB-43D9-8AB8-175F12D8A0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4363" y="3525838"/>
            <a:ext cx="7591425"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2" name="Rectangle 2">
            <a:extLst>
              <a:ext uri="{FF2B5EF4-FFF2-40B4-BE49-F238E27FC236}">
                <a16:creationId xmlns:a16="http://schemas.microsoft.com/office/drawing/2014/main" id="{5600E9FC-EC16-4189-8C91-53E8E8D4B1F3}"/>
              </a:ext>
            </a:extLst>
          </p:cNvPr>
          <p:cNvSpPr>
            <a:spLocks noGrp="1" noChangeArrowheads="1"/>
          </p:cNvSpPr>
          <p:nvPr>
            <p:ph type="title"/>
          </p:nvPr>
        </p:nvSpPr>
        <p:spPr/>
        <p:txBody>
          <a:bodyPr/>
          <a:lstStyle/>
          <a:p>
            <a:pPr eaLnBrk="1" hangingPunct="1">
              <a:defRPr/>
            </a:pPr>
            <a:r>
              <a:rPr lang="en-US"/>
              <a:t>Alternative Notation for Cardinality Limits</a:t>
            </a:r>
          </a:p>
        </p:txBody>
      </p:sp>
      <p:sp>
        <p:nvSpPr>
          <p:cNvPr id="80899" name="内容占位符 1">
            <a:extLst>
              <a:ext uri="{FF2B5EF4-FFF2-40B4-BE49-F238E27FC236}">
                <a16:creationId xmlns:a16="http://schemas.microsoft.com/office/drawing/2014/main" id="{2156D502-3F50-4CE6-AB51-8E3E7374CA7F}"/>
              </a:ext>
            </a:extLst>
          </p:cNvPr>
          <p:cNvSpPr>
            <a:spLocks noGrp="1" noChangeArrowheads="1"/>
          </p:cNvSpPr>
          <p:nvPr>
            <p:ph idx="1"/>
          </p:nvPr>
        </p:nvSpPr>
        <p:spPr/>
        <p:txBody>
          <a:bodyPr/>
          <a:lstStyle/>
          <a:p>
            <a:pPr eaLnBrk="1" hangingPunct="1"/>
            <a:r>
              <a:rPr lang="en-US" altLang="zh-CN">
                <a:ea typeface="宋体" panose="02010600030101010101" pitchFamily="2" charset="-122"/>
              </a:rPr>
              <a:t>Cardinality limits can also express participation constraints</a:t>
            </a:r>
          </a:p>
        </p:txBody>
      </p:sp>
      <p:sp>
        <p:nvSpPr>
          <p:cNvPr id="80900" name="Rectangle 3">
            <a:extLst>
              <a:ext uri="{FF2B5EF4-FFF2-40B4-BE49-F238E27FC236}">
                <a16:creationId xmlns:a16="http://schemas.microsoft.com/office/drawing/2014/main" id="{10B0873C-7B1C-4517-9D15-CAB62B60D43C}"/>
              </a:ext>
            </a:extLst>
          </p:cNvPr>
          <p:cNvSpPr>
            <a:spLocks noChangeArrowheads="1"/>
          </p:cNvSpPr>
          <p:nvPr/>
        </p:nvSpPr>
        <p:spPr bwMode="auto">
          <a:xfrm>
            <a:off x="855663" y="1222375"/>
            <a:ext cx="7689850" cy="191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37931725" indent="-37474525">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endParaRPr lang="en-US" altLang="zh-CN" sz="1800"/>
          </a:p>
        </p:txBody>
      </p:sp>
      <p:pic>
        <p:nvPicPr>
          <p:cNvPr id="80901" name="Picture 5">
            <a:extLst>
              <a:ext uri="{FF2B5EF4-FFF2-40B4-BE49-F238E27FC236}">
                <a16:creationId xmlns:a16="http://schemas.microsoft.com/office/drawing/2014/main" id="{8E8147AE-BF28-467E-AEAA-528AEAC881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9338" y="2259013"/>
            <a:ext cx="7494587"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450" name="Rectangle 2">
            <a:extLst>
              <a:ext uri="{FF2B5EF4-FFF2-40B4-BE49-F238E27FC236}">
                <a16:creationId xmlns:a16="http://schemas.microsoft.com/office/drawing/2014/main" id="{A0E335CA-DBDF-4DCA-A639-6211814A1CD8}"/>
              </a:ext>
            </a:extLst>
          </p:cNvPr>
          <p:cNvSpPr>
            <a:spLocks noGrp="1" noChangeArrowheads="1"/>
          </p:cNvSpPr>
          <p:nvPr>
            <p:ph type="title"/>
          </p:nvPr>
        </p:nvSpPr>
        <p:spPr>
          <a:xfrm>
            <a:off x="835025" y="103188"/>
            <a:ext cx="7831138" cy="846137"/>
          </a:xfrm>
        </p:spPr>
        <p:txBody>
          <a:bodyPr/>
          <a:lstStyle/>
          <a:p>
            <a:pPr eaLnBrk="1" hangingPunct="1">
              <a:defRPr/>
            </a:pPr>
            <a:r>
              <a:rPr lang="en-US" altLang="zh-CN" sz="2400" dirty="0">
                <a:effectLst>
                  <a:outerShdw blurRad="38100" dist="38100" dir="2700000" algn="tl">
                    <a:srgbClr val="C0C0C0"/>
                  </a:outerShdw>
                </a:effectLst>
              </a:rPr>
              <a:t>Entity With Composite, Multivalued, and Derived Attributes</a:t>
            </a:r>
          </a:p>
        </p:txBody>
      </p:sp>
      <p:pic>
        <p:nvPicPr>
          <p:cNvPr id="82947" name="Picture 5">
            <a:extLst>
              <a:ext uri="{FF2B5EF4-FFF2-40B4-BE49-F238E27FC236}">
                <a16:creationId xmlns:a16="http://schemas.microsoft.com/office/drawing/2014/main" id="{4D78914C-8363-4F1D-A85B-FCD904BF55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5675" y="981075"/>
            <a:ext cx="2519363" cy="534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48" name="Rectangle 564">
            <a:extLst>
              <a:ext uri="{FF2B5EF4-FFF2-40B4-BE49-F238E27FC236}">
                <a16:creationId xmlns:a16="http://schemas.microsoft.com/office/drawing/2014/main" id="{E95B182C-DA92-41FE-AA48-6E7DDBE03F38}"/>
              </a:ext>
            </a:extLst>
          </p:cNvPr>
          <p:cNvSpPr>
            <a:spLocks noChangeArrowheads="1"/>
          </p:cNvSpPr>
          <p:nvPr/>
        </p:nvSpPr>
        <p:spPr bwMode="auto">
          <a:xfrm>
            <a:off x="3549650" y="1897063"/>
            <a:ext cx="2401888" cy="1150937"/>
          </a:xfrm>
          <a:prstGeom prst="rect">
            <a:avLst/>
          </a:prstGeom>
          <a:noFill/>
          <a:ln w="2857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endParaRPr kumimoji="0" lang="zh-CN" altLang="en-US" sz="1600">
              <a:ea typeface="宋体" panose="02010600030101010101" pitchFamily="2" charset="-122"/>
            </a:endParaRPr>
          </a:p>
        </p:txBody>
      </p:sp>
      <p:sp>
        <p:nvSpPr>
          <p:cNvPr id="82949" name="Rectangle 564">
            <a:extLst>
              <a:ext uri="{FF2B5EF4-FFF2-40B4-BE49-F238E27FC236}">
                <a16:creationId xmlns:a16="http://schemas.microsoft.com/office/drawing/2014/main" id="{23128BE9-CD01-4290-9D55-BFA0E19B4A6A}"/>
              </a:ext>
            </a:extLst>
          </p:cNvPr>
          <p:cNvSpPr>
            <a:spLocks noChangeArrowheads="1"/>
          </p:cNvSpPr>
          <p:nvPr/>
        </p:nvSpPr>
        <p:spPr bwMode="auto">
          <a:xfrm>
            <a:off x="3549650" y="3074988"/>
            <a:ext cx="2401888" cy="2297112"/>
          </a:xfrm>
          <a:prstGeom prst="rect">
            <a:avLst/>
          </a:prstGeom>
          <a:noFill/>
          <a:ln w="2857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endParaRPr kumimoji="0" lang="zh-CN" altLang="en-US" sz="1600">
              <a:ea typeface="宋体" panose="02010600030101010101" pitchFamily="2" charset="-122"/>
            </a:endParaRPr>
          </a:p>
        </p:txBody>
      </p:sp>
      <p:sp>
        <p:nvSpPr>
          <p:cNvPr id="82950" name="矩形 1">
            <a:extLst>
              <a:ext uri="{FF2B5EF4-FFF2-40B4-BE49-F238E27FC236}">
                <a16:creationId xmlns:a16="http://schemas.microsoft.com/office/drawing/2014/main" id="{5684E458-6F67-4A31-8B50-A0D3A1B03F65}"/>
              </a:ext>
            </a:extLst>
          </p:cNvPr>
          <p:cNvSpPr>
            <a:spLocks noChangeArrowheads="1"/>
          </p:cNvSpPr>
          <p:nvPr/>
        </p:nvSpPr>
        <p:spPr bwMode="auto">
          <a:xfrm>
            <a:off x="6015038" y="2878138"/>
            <a:ext cx="226377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r>
              <a:rPr kumimoji="0" lang="en-US" altLang="zh-CN" sz="1600" b="1">
                <a:solidFill>
                  <a:srgbClr val="FF00FF"/>
                </a:solidFill>
              </a:rPr>
              <a:t>Composite Attributes</a:t>
            </a:r>
            <a:endParaRPr kumimoji="0" lang="zh-CN" altLang="en-US" sz="1600" b="1">
              <a:solidFill>
                <a:srgbClr val="FF00FF"/>
              </a:solidFill>
            </a:endParaRPr>
          </a:p>
        </p:txBody>
      </p:sp>
      <p:sp>
        <p:nvSpPr>
          <p:cNvPr id="82951" name="Rectangle 564">
            <a:extLst>
              <a:ext uri="{FF2B5EF4-FFF2-40B4-BE49-F238E27FC236}">
                <a16:creationId xmlns:a16="http://schemas.microsoft.com/office/drawing/2014/main" id="{7894871A-D6C4-40CE-8670-D0E633CFEBDF}"/>
              </a:ext>
            </a:extLst>
          </p:cNvPr>
          <p:cNvSpPr>
            <a:spLocks noChangeArrowheads="1"/>
          </p:cNvSpPr>
          <p:nvPr/>
        </p:nvSpPr>
        <p:spPr bwMode="auto">
          <a:xfrm>
            <a:off x="3546475" y="5372100"/>
            <a:ext cx="2400300" cy="292100"/>
          </a:xfrm>
          <a:prstGeom prst="rect">
            <a:avLst/>
          </a:prstGeom>
          <a:noFill/>
          <a:ln w="28575">
            <a:solidFill>
              <a:srgbClr val="3366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endParaRPr kumimoji="0" lang="zh-CN" altLang="en-US" sz="1600">
              <a:ea typeface="宋体" panose="02010600030101010101" pitchFamily="2" charset="-122"/>
            </a:endParaRPr>
          </a:p>
        </p:txBody>
      </p:sp>
      <p:sp>
        <p:nvSpPr>
          <p:cNvPr id="82952" name="矩形 7">
            <a:extLst>
              <a:ext uri="{FF2B5EF4-FFF2-40B4-BE49-F238E27FC236}">
                <a16:creationId xmlns:a16="http://schemas.microsoft.com/office/drawing/2014/main" id="{E8D21CAA-4084-44D9-B16C-928475C1BF75}"/>
              </a:ext>
            </a:extLst>
          </p:cNvPr>
          <p:cNvSpPr>
            <a:spLocks noChangeArrowheads="1"/>
          </p:cNvSpPr>
          <p:nvPr/>
        </p:nvSpPr>
        <p:spPr bwMode="auto">
          <a:xfrm>
            <a:off x="6065838" y="5348288"/>
            <a:ext cx="23336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r>
              <a:rPr kumimoji="0" lang="en-US" altLang="zh-CN" sz="1600" b="1">
                <a:solidFill>
                  <a:srgbClr val="3366FF"/>
                </a:solidFill>
              </a:rPr>
              <a:t>Multivalued</a:t>
            </a:r>
            <a:r>
              <a:rPr kumimoji="0" lang="en-US" altLang="zh-CN" sz="1600" b="1">
                <a:solidFill>
                  <a:srgbClr val="FF00FF"/>
                </a:solidFill>
              </a:rPr>
              <a:t> </a:t>
            </a:r>
            <a:r>
              <a:rPr kumimoji="0" lang="en-US" altLang="zh-CN" sz="1600" b="1">
                <a:solidFill>
                  <a:srgbClr val="3366FF"/>
                </a:solidFill>
              </a:rPr>
              <a:t>Attributes</a:t>
            </a:r>
            <a:endParaRPr kumimoji="0" lang="zh-CN" altLang="en-US" sz="1600" b="1">
              <a:solidFill>
                <a:srgbClr val="3366FF"/>
              </a:solidFill>
            </a:endParaRPr>
          </a:p>
        </p:txBody>
      </p:sp>
      <p:sp>
        <p:nvSpPr>
          <p:cNvPr id="82953" name="Rectangle 564">
            <a:extLst>
              <a:ext uri="{FF2B5EF4-FFF2-40B4-BE49-F238E27FC236}">
                <a16:creationId xmlns:a16="http://schemas.microsoft.com/office/drawing/2014/main" id="{09A8AAAA-8516-4929-8F89-F3009FB41F07}"/>
              </a:ext>
            </a:extLst>
          </p:cNvPr>
          <p:cNvSpPr>
            <a:spLocks noChangeArrowheads="1"/>
          </p:cNvSpPr>
          <p:nvPr/>
        </p:nvSpPr>
        <p:spPr bwMode="auto">
          <a:xfrm>
            <a:off x="3546475" y="5945188"/>
            <a:ext cx="2400300" cy="292100"/>
          </a:xfrm>
          <a:prstGeom prst="rect">
            <a:avLst/>
          </a:prstGeom>
          <a:noFill/>
          <a:ln w="28575">
            <a:solidFill>
              <a:srgbClr val="33CC33"/>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endParaRPr kumimoji="0" lang="zh-CN" altLang="en-US" sz="1600">
              <a:ea typeface="宋体" panose="02010600030101010101" pitchFamily="2" charset="-122"/>
            </a:endParaRPr>
          </a:p>
        </p:txBody>
      </p:sp>
      <p:sp>
        <p:nvSpPr>
          <p:cNvPr id="10" name="矩形 9">
            <a:extLst>
              <a:ext uri="{FF2B5EF4-FFF2-40B4-BE49-F238E27FC236}">
                <a16:creationId xmlns:a16="http://schemas.microsoft.com/office/drawing/2014/main" id="{08333901-5AB2-467D-A75C-331F8545164E}"/>
              </a:ext>
            </a:extLst>
          </p:cNvPr>
          <p:cNvSpPr/>
          <p:nvPr/>
        </p:nvSpPr>
        <p:spPr>
          <a:xfrm>
            <a:off x="6065838" y="5899150"/>
            <a:ext cx="1974850" cy="338138"/>
          </a:xfrm>
          <a:prstGeom prst="rect">
            <a:avLst/>
          </a:prstGeom>
        </p:spPr>
        <p:txBody>
          <a:bodyPr wrap="none">
            <a:spAutoFit/>
          </a:bodyPr>
          <a:lstStyle/>
          <a:p>
            <a:pPr>
              <a:defRPr/>
            </a:pPr>
            <a:r>
              <a:rPr lang="en-US" altLang="zh-CN" b="1" dirty="0">
                <a:solidFill>
                  <a:srgbClr val="33CC33"/>
                </a:solidFill>
              </a:rPr>
              <a:t>Derived</a:t>
            </a:r>
            <a:r>
              <a:rPr lang="en-US" altLang="zh-CN" dirty="0">
                <a:solidFill>
                  <a:srgbClr val="33CC33"/>
                </a:solidFill>
                <a:effectLst>
                  <a:outerShdw blurRad="38100" dist="38100" dir="2700000" algn="tl">
                    <a:srgbClr val="C0C0C0"/>
                  </a:outerShdw>
                </a:effectLst>
              </a:rPr>
              <a:t> </a:t>
            </a:r>
            <a:r>
              <a:rPr lang="en-US" altLang="zh-CN" b="1" dirty="0">
                <a:solidFill>
                  <a:srgbClr val="33CC33"/>
                </a:solidFill>
              </a:rPr>
              <a:t>Attributes</a:t>
            </a:r>
            <a:endParaRPr lang="zh-CN" altLang="en-US" b="1" dirty="0">
              <a:solidFill>
                <a:srgbClr val="33CC33"/>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546" name="Rectangle 2">
            <a:extLst>
              <a:ext uri="{FF2B5EF4-FFF2-40B4-BE49-F238E27FC236}">
                <a16:creationId xmlns:a16="http://schemas.microsoft.com/office/drawing/2014/main" id="{E7D0A19C-A135-4AC8-AEB1-2DC5ED64E206}"/>
              </a:ext>
            </a:extLst>
          </p:cNvPr>
          <p:cNvSpPr>
            <a:spLocks noGrp="1" noChangeArrowheads="1"/>
          </p:cNvSpPr>
          <p:nvPr>
            <p:ph type="title"/>
          </p:nvPr>
        </p:nvSpPr>
        <p:spPr/>
        <p:txBody>
          <a:bodyPr/>
          <a:lstStyle/>
          <a:p>
            <a:pPr eaLnBrk="1" hangingPunct="1">
              <a:defRPr/>
            </a:pPr>
            <a:r>
              <a:rPr lang="en-US"/>
              <a:t>Roles</a:t>
            </a:r>
          </a:p>
        </p:txBody>
      </p:sp>
      <p:sp>
        <p:nvSpPr>
          <p:cNvPr id="84995" name="Rectangle 3">
            <a:extLst>
              <a:ext uri="{FF2B5EF4-FFF2-40B4-BE49-F238E27FC236}">
                <a16:creationId xmlns:a16="http://schemas.microsoft.com/office/drawing/2014/main" id="{5AAC47D2-0D90-488F-8ADC-2F0625105077}"/>
              </a:ext>
            </a:extLst>
          </p:cNvPr>
          <p:cNvSpPr>
            <a:spLocks noGrp="1" noChangeArrowheads="1"/>
          </p:cNvSpPr>
          <p:nvPr>
            <p:ph idx="1"/>
          </p:nvPr>
        </p:nvSpPr>
        <p:spPr/>
        <p:txBody>
          <a:bodyPr/>
          <a:lstStyle/>
          <a:p>
            <a:pPr eaLnBrk="1" hangingPunct="1"/>
            <a:r>
              <a:rPr kumimoji="0" lang="en-US" altLang="zh-CN" sz="2400">
                <a:ea typeface="ＭＳ Ｐゴシック" panose="020B0600070205080204" pitchFamily="34" charset="-128"/>
              </a:rPr>
              <a:t>Entity sets of a relationship need not be distinct</a:t>
            </a:r>
          </a:p>
          <a:p>
            <a:pPr lvl="1" eaLnBrk="1" hangingPunct="1"/>
            <a:r>
              <a:rPr kumimoji="0" lang="en-US" altLang="zh-CN">
                <a:ea typeface="ＭＳ Ｐゴシック" panose="020B0600070205080204" pitchFamily="34" charset="-128"/>
              </a:rPr>
              <a:t>Each occurrence of an entity set plays a “role” in the relationship</a:t>
            </a:r>
            <a:endParaRPr lang="en-US" altLang="zh-CN" sz="2000">
              <a:ea typeface="ＭＳ Ｐゴシック" panose="020B0600070205080204" pitchFamily="34" charset="-128"/>
            </a:endParaRPr>
          </a:p>
          <a:p>
            <a:pPr eaLnBrk="1" hangingPunct="1"/>
            <a:r>
              <a:rPr lang="en-US" altLang="zh-CN" sz="2400">
                <a:ea typeface="ＭＳ Ｐゴシック" panose="020B0600070205080204" pitchFamily="34" charset="-128"/>
              </a:rPr>
              <a:t>The labels “</a:t>
            </a:r>
            <a:r>
              <a:rPr lang="en-US" altLang="zh-CN" sz="2400" i="1">
                <a:ea typeface="ＭＳ Ｐゴシック" panose="020B0600070205080204" pitchFamily="34" charset="-128"/>
              </a:rPr>
              <a:t>course_id</a:t>
            </a:r>
            <a:r>
              <a:rPr lang="en-US" altLang="zh-CN" sz="2400">
                <a:ea typeface="ＭＳ Ｐゴシック" panose="020B0600070205080204" pitchFamily="34" charset="-128"/>
              </a:rPr>
              <a:t>” and “</a:t>
            </a:r>
            <a:r>
              <a:rPr lang="en-US" altLang="zh-CN" sz="2400" i="1">
                <a:ea typeface="ＭＳ Ｐゴシック" panose="020B0600070205080204" pitchFamily="34" charset="-128"/>
              </a:rPr>
              <a:t>prereq_id</a:t>
            </a:r>
            <a:r>
              <a:rPr lang="en-US" altLang="zh-CN" sz="2400">
                <a:ea typeface="ＭＳ Ｐゴシック" panose="020B0600070205080204" pitchFamily="34" charset="-128"/>
              </a:rPr>
              <a:t>” are called </a:t>
            </a:r>
            <a:r>
              <a:rPr lang="en-US" altLang="zh-CN" sz="2400" b="1">
                <a:solidFill>
                  <a:srgbClr val="000099"/>
                </a:solidFill>
                <a:ea typeface="ＭＳ Ｐゴシック" panose="020B0600070205080204" pitchFamily="34" charset="-128"/>
              </a:rPr>
              <a:t>roles</a:t>
            </a:r>
            <a:r>
              <a:rPr lang="en-US" altLang="zh-CN" sz="2400">
                <a:ea typeface="ＭＳ Ｐゴシック" panose="020B0600070205080204" pitchFamily="34" charset="-128"/>
              </a:rPr>
              <a:t>.</a:t>
            </a:r>
          </a:p>
        </p:txBody>
      </p:sp>
      <p:pic>
        <p:nvPicPr>
          <p:cNvPr id="84996" name="Picture 17">
            <a:extLst>
              <a:ext uri="{FF2B5EF4-FFF2-40B4-BE49-F238E27FC236}">
                <a16:creationId xmlns:a16="http://schemas.microsoft.com/office/drawing/2014/main" id="{BD6C5886-B3CC-40D8-871D-3E3EA3A5AD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7775" y="3783013"/>
            <a:ext cx="7099300" cy="209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930" name="Rectangle 2">
            <a:extLst>
              <a:ext uri="{FF2B5EF4-FFF2-40B4-BE49-F238E27FC236}">
                <a16:creationId xmlns:a16="http://schemas.microsoft.com/office/drawing/2014/main" id="{06F3A408-A03A-4896-BBFB-4C44A057B0A3}"/>
              </a:ext>
            </a:extLst>
          </p:cNvPr>
          <p:cNvSpPr>
            <a:spLocks noGrp="1" noChangeArrowheads="1"/>
          </p:cNvSpPr>
          <p:nvPr>
            <p:ph type="title"/>
          </p:nvPr>
        </p:nvSpPr>
        <p:spPr/>
        <p:txBody>
          <a:bodyPr/>
          <a:lstStyle/>
          <a:p>
            <a:pPr eaLnBrk="1" hangingPunct="1">
              <a:defRPr/>
            </a:pPr>
            <a:r>
              <a:rPr lang="en-US" dirty="0"/>
              <a:t>Ternary Relationship</a:t>
            </a:r>
          </a:p>
        </p:txBody>
      </p:sp>
      <p:pic>
        <p:nvPicPr>
          <p:cNvPr id="87043" name="Picture 20">
            <a:extLst>
              <a:ext uri="{FF2B5EF4-FFF2-40B4-BE49-F238E27FC236}">
                <a16:creationId xmlns:a16="http://schemas.microsoft.com/office/drawing/2014/main" id="{57CE0CF2-EEBC-43F8-9F3F-231873F815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2750" y="1050925"/>
            <a:ext cx="5951538" cy="227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44" name="图片 5">
            <a:extLst>
              <a:ext uri="{FF2B5EF4-FFF2-40B4-BE49-F238E27FC236}">
                <a16:creationId xmlns:a16="http://schemas.microsoft.com/office/drawing/2014/main" id="{87AF11D5-158E-4CB8-AEEA-C09E9D21254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886450" y="5462588"/>
            <a:ext cx="1306513" cy="66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45" name="图片 6">
            <a:extLst>
              <a:ext uri="{FF2B5EF4-FFF2-40B4-BE49-F238E27FC236}">
                <a16:creationId xmlns:a16="http://schemas.microsoft.com/office/drawing/2014/main" id="{8B0B736C-0F4E-47BB-BCEF-F9129DD20CD9}"/>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754188" y="5462588"/>
            <a:ext cx="1990725" cy="66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46" name="图片 7">
            <a:extLst>
              <a:ext uri="{FF2B5EF4-FFF2-40B4-BE49-F238E27FC236}">
                <a16:creationId xmlns:a16="http://schemas.microsoft.com/office/drawing/2014/main" id="{A71C9FB6-8C33-4514-A974-24F594763343}"/>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337050" y="3763963"/>
            <a:ext cx="884238" cy="69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7" name="菱形 3">
            <a:extLst>
              <a:ext uri="{FF2B5EF4-FFF2-40B4-BE49-F238E27FC236}">
                <a16:creationId xmlns:a16="http://schemas.microsoft.com/office/drawing/2014/main" id="{F0130BAF-E915-4F55-B1CC-B29E561EEA88}"/>
              </a:ext>
            </a:extLst>
          </p:cNvPr>
          <p:cNvSpPr>
            <a:spLocks noChangeArrowheads="1"/>
          </p:cNvSpPr>
          <p:nvPr/>
        </p:nvSpPr>
        <p:spPr bwMode="auto">
          <a:xfrm>
            <a:off x="4032250" y="4926013"/>
            <a:ext cx="1495425" cy="763587"/>
          </a:xfrm>
          <a:prstGeom prst="diamond">
            <a:avLst/>
          </a:prstGeom>
          <a:solidFill>
            <a:schemeClr val="bg1"/>
          </a:solidFill>
          <a:ln w="9525" algn="ctr">
            <a:solidFill>
              <a:schemeClr val="tx1"/>
            </a:solidFill>
            <a:round/>
            <a:headEnd/>
            <a:tailEnd/>
          </a:ln>
        </p:spPr>
        <p:txBody>
          <a:bodyPr wrap="none" lIns="0" rIns="0"/>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r>
              <a:rPr kumimoji="0" lang="en-US" altLang="zh-CN" sz="1600" i="1">
                <a:latin typeface="Palatino Linotype" panose="02040502050505030304" pitchFamily="18" charset="0"/>
              </a:rPr>
              <a:t>works_on</a:t>
            </a:r>
            <a:endParaRPr kumimoji="0" lang="zh-CN" altLang="en-US" sz="1600" i="1">
              <a:latin typeface="Palatino Linotype" panose="02040502050505030304" pitchFamily="18" charset="0"/>
            </a:endParaRPr>
          </a:p>
        </p:txBody>
      </p:sp>
      <p:cxnSp>
        <p:nvCxnSpPr>
          <p:cNvPr id="87048" name="直接连接符 5">
            <a:extLst>
              <a:ext uri="{FF2B5EF4-FFF2-40B4-BE49-F238E27FC236}">
                <a16:creationId xmlns:a16="http://schemas.microsoft.com/office/drawing/2014/main" id="{DF32A8F8-8500-492A-82FA-A0029C6CBD97}"/>
              </a:ext>
            </a:extLst>
          </p:cNvPr>
          <p:cNvCxnSpPr>
            <a:cxnSpLocks noChangeShapeType="1"/>
            <a:stCxn id="87045" idx="0"/>
            <a:endCxn id="87047" idx="1"/>
          </p:cNvCxnSpPr>
          <p:nvPr/>
        </p:nvCxnSpPr>
        <p:spPr bwMode="auto">
          <a:xfrm flipV="1">
            <a:off x="2749550" y="5308600"/>
            <a:ext cx="1282700" cy="1539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87049" name="直接连接符 7">
            <a:extLst>
              <a:ext uri="{FF2B5EF4-FFF2-40B4-BE49-F238E27FC236}">
                <a16:creationId xmlns:a16="http://schemas.microsoft.com/office/drawing/2014/main" id="{B913B50A-69BE-4C3C-973D-D2853E4013AC}"/>
              </a:ext>
            </a:extLst>
          </p:cNvPr>
          <p:cNvCxnSpPr>
            <a:cxnSpLocks noChangeShapeType="1"/>
            <a:stCxn id="87047" idx="3"/>
            <a:endCxn id="87044" idx="0"/>
          </p:cNvCxnSpPr>
          <p:nvPr/>
        </p:nvCxnSpPr>
        <p:spPr bwMode="auto">
          <a:xfrm>
            <a:off x="5527675" y="5308600"/>
            <a:ext cx="1012825" cy="1539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87050" name="直接连接符 12">
            <a:extLst>
              <a:ext uri="{FF2B5EF4-FFF2-40B4-BE49-F238E27FC236}">
                <a16:creationId xmlns:a16="http://schemas.microsoft.com/office/drawing/2014/main" id="{1EAB1E7A-DC3D-473B-AE77-D632A1657B6D}"/>
              </a:ext>
            </a:extLst>
          </p:cNvPr>
          <p:cNvCxnSpPr>
            <a:cxnSpLocks noChangeShapeType="1"/>
            <a:stCxn id="87047" idx="0"/>
            <a:endCxn id="87046" idx="2"/>
          </p:cNvCxnSpPr>
          <p:nvPr/>
        </p:nvCxnSpPr>
        <p:spPr bwMode="auto">
          <a:xfrm flipV="1">
            <a:off x="4779963" y="4460875"/>
            <a:ext cx="0" cy="46513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87051" name="文本框 1">
            <a:extLst>
              <a:ext uri="{FF2B5EF4-FFF2-40B4-BE49-F238E27FC236}">
                <a16:creationId xmlns:a16="http://schemas.microsoft.com/office/drawing/2014/main" id="{0C76A186-EB0E-4FB6-A90E-2D7346A1F533}"/>
              </a:ext>
            </a:extLst>
          </p:cNvPr>
          <p:cNvSpPr txBox="1">
            <a:spLocks noChangeArrowheads="1"/>
          </p:cNvSpPr>
          <p:nvPr/>
        </p:nvSpPr>
        <p:spPr bwMode="auto">
          <a:xfrm>
            <a:off x="4560888" y="3327400"/>
            <a:ext cx="43656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r>
              <a:rPr kumimoji="0" lang="en-US" altLang="zh-CN" sz="1600"/>
              <a:t>(a)</a:t>
            </a:r>
            <a:endParaRPr kumimoji="0" lang="zh-CN" altLang="en-US" sz="1600"/>
          </a:p>
        </p:txBody>
      </p:sp>
      <p:sp>
        <p:nvSpPr>
          <p:cNvPr id="87052" name="文本框 11">
            <a:extLst>
              <a:ext uri="{FF2B5EF4-FFF2-40B4-BE49-F238E27FC236}">
                <a16:creationId xmlns:a16="http://schemas.microsoft.com/office/drawing/2014/main" id="{A268F202-07D9-4D48-8128-2DB30F5E74E3}"/>
              </a:ext>
            </a:extLst>
          </p:cNvPr>
          <p:cNvSpPr txBox="1">
            <a:spLocks noChangeArrowheads="1"/>
          </p:cNvSpPr>
          <p:nvPr/>
        </p:nvSpPr>
        <p:spPr bwMode="auto">
          <a:xfrm>
            <a:off x="4597400" y="5984875"/>
            <a:ext cx="4365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r>
              <a:rPr kumimoji="0" lang="en-US" altLang="zh-CN" sz="1600"/>
              <a:t>(b)</a:t>
            </a:r>
            <a:endParaRPr kumimoji="0" lang="zh-CN" altLang="en-US" sz="16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314" name="Rectangle 2">
            <a:extLst>
              <a:ext uri="{FF2B5EF4-FFF2-40B4-BE49-F238E27FC236}">
                <a16:creationId xmlns:a16="http://schemas.microsoft.com/office/drawing/2014/main" id="{5227EFBC-D16D-4C3E-A93E-20B8322A8352}"/>
              </a:ext>
            </a:extLst>
          </p:cNvPr>
          <p:cNvSpPr>
            <a:spLocks noGrp="1" noChangeArrowheads="1"/>
          </p:cNvSpPr>
          <p:nvPr>
            <p:ph type="title"/>
          </p:nvPr>
        </p:nvSpPr>
        <p:spPr/>
        <p:txBody>
          <a:bodyPr/>
          <a:lstStyle/>
          <a:p>
            <a:pPr eaLnBrk="1" hangingPunct="1">
              <a:defRPr/>
            </a:pPr>
            <a:r>
              <a:rPr lang="en-US"/>
              <a:t>Weak Entity Sets</a:t>
            </a:r>
          </a:p>
        </p:txBody>
      </p:sp>
      <p:sp>
        <p:nvSpPr>
          <p:cNvPr id="89091" name="Rectangle 3">
            <a:extLst>
              <a:ext uri="{FF2B5EF4-FFF2-40B4-BE49-F238E27FC236}">
                <a16:creationId xmlns:a16="http://schemas.microsoft.com/office/drawing/2014/main" id="{3BF8EE2D-AA3F-4F8A-81D5-5B07A98239E6}"/>
              </a:ext>
            </a:extLst>
          </p:cNvPr>
          <p:cNvSpPr>
            <a:spLocks noGrp="1" noChangeArrowheads="1"/>
          </p:cNvSpPr>
          <p:nvPr>
            <p:ph idx="1"/>
          </p:nvPr>
        </p:nvSpPr>
        <p:spPr/>
        <p:txBody>
          <a:bodyPr/>
          <a:lstStyle/>
          <a:p>
            <a:pPr eaLnBrk="1" hangingPunct="1">
              <a:lnSpc>
                <a:spcPct val="110000"/>
              </a:lnSpc>
              <a:spcBef>
                <a:spcPts val="1200"/>
              </a:spcBef>
            </a:pPr>
            <a:r>
              <a:rPr lang="en-US" altLang="zh-CN" sz="2000">
                <a:ea typeface="ＭＳ Ｐゴシック" panose="020B0600070205080204" pitchFamily="34" charset="-128"/>
              </a:rPr>
              <a:t>An entity set that does not have a primary key is referred to as a </a:t>
            </a:r>
            <a:r>
              <a:rPr lang="en-US" altLang="zh-CN" sz="2000" b="1">
                <a:solidFill>
                  <a:srgbClr val="000099"/>
                </a:solidFill>
                <a:ea typeface="ＭＳ Ｐゴシック" panose="020B0600070205080204" pitchFamily="34" charset="-128"/>
              </a:rPr>
              <a:t>weak entity set</a:t>
            </a:r>
            <a:r>
              <a:rPr lang="en-US" altLang="zh-CN" sz="2000">
                <a:ea typeface="ＭＳ Ｐゴシック" panose="020B0600070205080204" pitchFamily="34" charset="-128"/>
              </a:rPr>
              <a:t>.</a:t>
            </a:r>
          </a:p>
          <a:p>
            <a:pPr eaLnBrk="1" hangingPunct="1">
              <a:lnSpc>
                <a:spcPct val="110000"/>
              </a:lnSpc>
              <a:spcBef>
                <a:spcPts val="1200"/>
              </a:spcBef>
            </a:pPr>
            <a:r>
              <a:rPr lang="en-US" altLang="zh-CN" sz="2000">
                <a:ea typeface="ＭＳ Ｐゴシック" panose="020B0600070205080204" pitchFamily="34" charset="-128"/>
              </a:rPr>
              <a:t>The existence of a weak entity set depends on the existence of a </a:t>
            </a:r>
            <a:r>
              <a:rPr lang="en-US" altLang="zh-CN" sz="2000" b="1">
                <a:solidFill>
                  <a:srgbClr val="000099"/>
                </a:solidFill>
                <a:ea typeface="ＭＳ Ｐゴシック" panose="020B0600070205080204" pitchFamily="34" charset="-128"/>
              </a:rPr>
              <a:t>identifying entity set</a:t>
            </a:r>
          </a:p>
          <a:p>
            <a:pPr lvl="1" eaLnBrk="1" hangingPunct="1">
              <a:lnSpc>
                <a:spcPct val="110000"/>
              </a:lnSpc>
              <a:spcBef>
                <a:spcPts val="1200"/>
              </a:spcBef>
            </a:pPr>
            <a:r>
              <a:rPr lang="en-US" altLang="zh-CN" sz="2000">
                <a:ea typeface="ＭＳ Ｐゴシック" panose="020B0600070205080204" pitchFamily="34" charset="-128"/>
              </a:rPr>
              <a:t>It must relate to the identifying entity set via a total, one-to-many relationship set from the identifying to the weak entity set</a:t>
            </a:r>
          </a:p>
          <a:p>
            <a:pPr lvl="1" eaLnBrk="1" hangingPunct="1">
              <a:lnSpc>
                <a:spcPct val="110000"/>
              </a:lnSpc>
              <a:spcBef>
                <a:spcPts val="1200"/>
              </a:spcBef>
            </a:pPr>
            <a:r>
              <a:rPr lang="en-US" altLang="zh-CN" sz="2000" b="1">
                <a:solidFill>
                  <a:srgbClr val="000099"/>
                </a:solidFill>
                <a:ea typeface="ＭＳ Ｐゴシック" panose="020B0600070205080204" pitchFamily="34" charset="-128"/>
              </a:rPr>
              <a:t>Identifying relationship</a:t>
            </a:r>
            <a:r>
              <a:rPr lang="en-US" altLang="zh-CN" sz="2000">
                <a:ea typeface="ＭＳ Ｐゴシック" panose="020B0600070205080204" pitchFamily="34" charset="-128"/>
              </a:rPr>
              <a:t> depicted using a double diamond</a:t>
            </a:r>
          </a:p>
          <a:p>
            <a:pPr eaLnBrk="1" hangingPunct="1">
              <a:lnSpc>
                <a:spcPct val="110000"/>
              </a:lnSpc>
              <a:spcBef>
                <a:spcPts val="1200"/>
              </a:spcBef>
            </a:pPr>
            <a:r>
              <a:rPr lang="en-US" altLang="zh-CN" sz="2000">
                <a:ea typeface="ＭＳ Ｐゴシック" panose="020B0600070205080204" pitchFamily="34" charset="-128"/>
              </a:rPr>
              <a:t>The </a:t>
            </a:r>
            <a:r>
              <a:rPr lang="en-US" altLang="zh-CN" sz="2000" b="1">
                <a:solidFill>
                  <a:srgbClr val="000099"/>
                </a:solidFill>
                <a:ea typeface="ＭＳ Ｐゴシック" panose="020B0600070205080204" pitchFamily="34" charset="-128"/>
              </a:rPr>
              <a:t>discriminator</a:t>
            </a:r>
            <a:r>
              <a:rPr lang="en-US" altLang="zh-CN" sz="2000" b="1" i="1">
                <a:solidFill>
                  <a:schemeClr val="tx2"/>
                </a:solidFill>
                <a:ea typeface="ＭＳ Ｐゴシック" panose="020B0600070205080204" pitchFamily="34" charset="-128"/>
              </a:rPr>
              <a:t> </a:t>
            </a:r>
            <a:r>
              <a:rPr lang="en-US" altLang="zh-CN" sz="2000">
                <a:ea typeface="ＭＳ Ｐゴシック" panose="020B0600070205080204" pitchFamily="34" charset="-128"/>
              </a:rPr>
              <a:t>(</a:t>
            </a:r>
            <a:r>
              <a:rPr lang="en-US" altLang="zh-CN" sz="2000" i="1">
                <a:ea typeface="ＭＳ Ｐゴシック" panose="020B0600070205080204" pitchFamily="34" charset="-128"/>
              </a:rPr>
              <a:t>or partial key)</a:t>
            </a:r>
            <a:r>
              <a:rPr lang="en-US" altLang="zh-CN" sz="2000">
                <a:ea typeface="ＭＳ Ｐゴシック" panose="020B0600070205080204" pitchFamily="34" charset="-128"/>
              </a:rPr>
              <a:t> of a weak entity set is the set of attributes that distinguishes among all the entities of a weak entity set.</a:t>
            </a:r>
          </a:p>
          <a:p>
            <a:pPr eaLnBrk="1" hangingPunct="1">
              <a:lnSpc>
                <a:spcPct val="110000"/>
              </a:lnSpc>
              <a:spcBef>
                <a:spcPts val="1200"/>
              </a:spcBef>
            </a:pPr>
            <a:r>
              <a:rPr lang="en-US" altLang="zh-CN" sz="2000">
                <a:ea typeface="ＭＳ Ｐゴシック" panose="020B0600070205080204" pitchFamily="34" charset="-128"/>
              </a:rPr>
              <a:t>The primary key of a weak entity set is formed by the primary key of the strong entity set on which the weak entity set is existence dependent, plus the weak entity set’s discriminator.</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7362" name="Rectangle 2">
            <a:extLst>
              <a:ext uri="{FF2B5EF4-FFF2-40B4-BE49-F238E27FC236}">
                <a16:creationId xmlns:a16="http://schemas.microsoft.com/office/drawing/2014/main" id="{63201FC5-2316-41BF-A668-502C27D1D25A}"/>
              </a:ext>
            </a:extLst>
          </p:cNvPr>
          <p:cNvSpPr>
            <a:spLocks noGrp="1" noChangeArrowheads="1"/>
          </p:cNvSpPr>
          <p:nvPr>
            <p:ph type="title"/>
          </p:nvPr>
        </p:nvSpPr>
        <p:spPr/>
        <p:txBody>
          <a:bodyPr/>
          <a:lstStyle/>
          <a:p>
            <a:pPr eaLnBrk="1" hangingPunct="1">
              <a:defRPr/>
            </a:pPr>
            <a:r>
              <a:rPr lang="en-US"/>
              <a:t>Weak Entity Sets (Cont.)</a:t>
            </a:r>
          </a:p>
        </p:txBody>
      </p:sp>
      <p:sp>
        <p:nvSpPr>
          <p:cNvPr id="91139" name="Rectangle 3">
            <a:extLst>
              <a:ext uri="{FF2B5EF4-FFF2-40B4-BE49-F238E27FC236}">
                <a16:creationId xmlns:a16="http://schemas.microsoft.com/office/drawing/2014/main" id="{B0C8D53F-05F4-4257-90C4-E048FD6FF2EA}"/>
              </a:ext>
            </a:extLst>
          </p:cNvPr>
          <p:cNvSpPr>
            <a:spLocks noGrp="1" noChangeArrowheads="1"/>
          </p:cNvSpPr>
          <p:nvPr>
            <p:ph idx="1"/>
          </p:nvPr>
        </p:nvSpPr>
        <p:spPr/>
        <p:txBody>
          <a:bodyPr/>
          <a:lstStyle/>
          <a:p>
            <a:pPr eaLnBrk="1" hangingPunct="1"/>
            <a:r>
              <a:rPr lang="en-US" altLang="zh-CN" sz="2000">
                <a:ea typeface="ＭＳ Ｐゴシック" panose="020B0600070205080204" pitchFamily="34" charset="-128"/>
              </a:rPr>
              <a:t>We underline the discriminator of a weak entity set  with a </a:t>
            </a:r>
            <a:r>
              <a:rPr lang="en-US" altLang="zh-CN" sz="2000" b="1">
                <a:ea typeface="ＭＳ Ｐゴシック" panose="020B0600070205080204" pitchFamily="34" charset="-128"/>
              </a:rPr>
              <a:t>dashed line</a:t>
            </a:r>
            <a:r>
              <a:rPr lang="en-US" altLang="zh-CN" sz="2000">
                <a:ea typeface="ＭＳ Ｐゴシック" panose="020B0600070205080204" pitchFamily="34" charset="-128"/>
              </a:rPr>
              <a:t>.</a:t>
            </a:r>
          </a:p>
          <a:p>
            <a:pPr eaLnBrk="1" hangingPunct="1"/>
            <a:r>
              <a:rPr lang="en-US" altLang="zh-CN" sz="2000">
                <a:ea typeface="ＭＳ Ｐゴシック" panose="020B0600070205080204" pitchFamily="34" charset="-128"/>
              </a:rPr>
              <a:t>We put the identifying relationship of a weak entity in a </a:t>
            </a:r>
            <a:r>
              <a:rPr lang="en-US" altLang="zh-CN" sz="2000" b="1">
                <a:ea typeface="ＭＳ Ｐゴシック" panose="020B0600070205080204" pitchFamily="34" charset="-128"/>
              </a:rPr>
              <a:t>double diamond</a:t>
            </a:r>
            <a:r>
              <a:rPr lang="en-US" altLang="zh-CN" sz="2000">
                <a:ea typeface="ＭＳ Ｐゴシック" panose="020B0600070205080204" pitchFamily="34" charset="-128"/>
              </a:rPr>
              <a:t>. </a:t>
            </a:r>
          </a:p>
          <a:p>
            <a:pPr eaLnBrk="1" hangingPunct="1"/>
            <a:r>
              <a:rPr lang="en-US" altLang="zh-CN" sz="2000">
                <a:ea typeface="ＭＳ Ｐゴシック" panose="020B0600070205080204" pitchFamily="34" charset="-128"/>
              </a:rPr>
              <a:t>Primary key for </a:t>
            </a:r>
            <a:r>
              <a:rPr lang="en-US" altLang="zh-CN" sz="2000" i="1">
                <a:ea typeface="ＭＳ Ｐゴシック" panose="020B0600070205080204" pitchFamily="34" charset="-128"/>
              </a:rPr>
              <a:t>section </a:t>
            </a:r>
            <a:r>
              <a:rPr lang="en-US" altLang="zh-CN" sz="2000">
                <a:ea typeface="ＭＳ Ｐゴシック" panose="020B0600070205080204" pitchFamily="34" charset="-128"/>
              </a:rPr>
              <a:t>– (</a:t>
            </a:r>
            <a:r>
              <a:rPr lang="en-US" altLang="zh-CN" sz="2000" i="1">
                <a:ea typeface="ＭＳ Ｐゴシック" panose="020B0600070205080204" pitchFamily="34" charset="-128"/>
              </a:rPr>
              <a:t>course_id, sec_id, semester, year</a:t>
            </a:r>
            <a:r>
              <a:rPr lang="en-US" altLang="zh-CN" sz="2000">
                <a:ea typeface="ＭＳ Ｐゴシック" panose="020B0600070205080204" pitchFamily="34" charset="-128"/>
              </a:rPr>
              <a:t>) </a:t>
            </a:r>
          </a:p>
        </p:txBody>
      </p:sp>
      <p:pic>
        <p:nvPicPr>
          <p:cNvPr id="91140" name="Picture 21">
            <a:extLst>
              <a:ext uri="{FF2B5EF4-FFF2-40B4-BE49-F238E27FC236}">
                <a16:creationId xmlns:a16="http://schemas.microsoft.com/office/drawing/2014/main" id="{EB8E970C-72E8-4B4B-A930-FAED7AAEEA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6050" y="3429000"/>
            <a:ext cx="6808788"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410" name="Rectangle 2">
            <a:extLst>
              <a:ext uri="{FF2B5EF4-FFF2-40B4-BE49-F238E27FC236}">
                <a16:creationId xmlns:a16="http://schemas.microsoft.com/office/drawing/2014/main" id="{DD58A668-401A-42C1-84BB-E4E6CACA6B88}"/>
              </a:ext>
            </a:extLst>
          </p:cNvPr>
          <p:cNvSpPr>
            <a:spLocks noGrp="1" noChangeArrowheads="1"/>
          </p:cNvSpPr>
          <p:nvPr>
            <p:ph type="title"/>
          </p:nvPr>
        </p:nvSpPr>
        <p:spPr/>
        <p:txBody>
          <a:bodyPr/>
          <a:lstStyle/>
          <a:p>
            <a:pPr eaLnBrk="1" hangingPunct="1">
              <a:defRPr/>
            </a:pPr>
            <a:r>
              <a:rPr lang="en-US"/>
              <a:t>Weak Entity Sets (Cont.)</a:t>
            </a:r>
          </a:p>
        </p:txBody>
      </p:sp>
      <p:sp>
        <p:nvSpPr>
          <p:cNvPr id="93187" name="Rectangle 3">
            <a:extLst>
              <a:ext uri="{FF2B5EF4-FFF2-40B4-BE49-F238E27FC236}">
                <a16:creationId xmlns:a16="http://schemas.microsoft.com/office/drawing/2014/main" id="{F1E99B2B-62D7-4CFC-8E0E-035F357346FE}"/>
              </a:ext>
            </a:extLst>
          </p:cNvPr>
          <p:cNvSpPr>
            <a:spLocks noGrp="1" noChangeArrowheads="1"/>
          </p:cNvSpPr>
          <p:nvPr>
            <p:ph idx="1"/>
          </p:nvPr>
        </p:nvSpPr>
        <p:spPr/>
        <p:txBody>
          <a:bodyPr/>
          <a:lstStyle/>
          <a:p>
            <a:pPr eaLnBrk="1" hangingPunct="1"/>
            <a:r>
              <a:rPr lang="en-US" altLang="zh-CN" sz="2400">
                <a:ea typeface="ＭＳ Ｐゴシック" panose="020B0600070205080204" pitchFamily="34" charset="-128"/>
              </a:rPr>
              <a:t>Note: the primary key of the strong entity set is not explicitly stored with the weak entity set, since it is implicit in the identifying relationship.</a:t>
            </a:r>
          </a:p>
          <a:p>
            <a:pPr eaLnBrk="1" hangingPunct="1"/>
            <a:r>
              <a:rPr lang="en-US" altLang="zh-CN" sz="2400">
                <a:ea typeface="ＭＳ Ｐゴシック" panose="020B0600070205080204" pitchFamily="34" charset="-128"/>
              </a:rPr>
              <a:t>If </a:t>
            </a:r>
            <a:r>
              <a:rPr lang="en-US" altLang="zh-CN" sz="2400" i="1">
                <a:ea typeface="ＭＳ Ｐゴシック" panose="020B0600070205080204" pitchFamily="34" charset="-128"/>
              </a:rPr>
              <a:t>course_id</a:t>
            </a:r>
            <a:r>
              <a:rPr lang="en-US" altLang="zh-CN" sz="2400">
                <a:ea typeface="ＭＳ Ｐゴシック" panose="020B0600070205080204" pitchFamily="34" charset="-128"/>
              </a:rPr>
              <a:t> were explicitly stored, </a:t>
            </a:r>
            <a:r>
              <a:rPr lang="en-US" altLang="zh-CN" sz="2400" i="1">
                <a:ea typeface="ＭＳ Ｐゴシック" panose="020B0600070205080204" pitchFamily="34" charset="-128"/>
              </a:rPr>
              <a:t>section</a:t>
            </a:r>
            <a:r>
              <a:rPr lang="en-US" altLang="zh-CN" sz="2400">
                <a:ea typeface="ＭＳ Ｐゴシック" panose="020B0600070205080204" pitchFamily="34" charset="-128"/>
              </a:rPr>
              <a:t> could be made a strong entity, but then the relationship between </a:t>
            </a:r>
            <a:r>
              <a:rPr lang="en-US" altLang="zh-CN" sz="2400" i="1">
                <a:ea typeface="ＭＳ Ｐゴシック" panose="020B0600070205080204" pitchFamily="34" charset="-128"/>
              </a:rPr>
              <a:t>section</a:t>
            </a:r>
            <a:r>
              <a:rPr lang="en-US" altLang="zh-CN" sz="2400">
                <a:ea typeface="ＭＳ Ｐゴシック" panose="020B0600070205080204" pitchFamily="34" charset="-128"/>
              </a:rPr>
              <a:t> and </a:t>
            </a:r>
            <a:r>
              <a:rPr lang="en-US" altLang="zh-CN" sz="2400" i="1">
                <a:ea typeface="ＭＳ Ｐゴシック" panose="020B0600070205080204" pitchFamily="34" charset="-128"/>
              </a:rPr>
              <a:t>course</a:t>
            </a:r>
            <a:r>
              <a:rPr lang="en-US" altLang="zh-CN" sz="2400">
                <a:ea typeface="ＭＳ Ｐゴシック" panose="020B0600070205080204" pitchFamily="34" charset="-128"/>
              </a:rPr>
              <a:t> would be duplicated by an implicit relationship defined by the attribute </a:t>
            </a:r>
            <a:r>
              <a:rPr lang="en-US" altLang="zh-CN" sz="2400" i="1">
                <a:ea typeface="ＭＳ Ｐゴシック" panose="020B0600070205080204" pitchFamily="34" charset="-128"/>
              </a:rPr>
              <a:t>course_id</a:t>
            </a:r>
            <a:r>
              <a:rPr lang="en-US" altLang="zh-CN" sz="2400">
                <a:ea typeface="ＭＳ Ｐゴシック" panose="020B0600070205080204" pitchFamily="34" charset="-128"/>
              </a:rPr>
              <a:t> common to </a:t>
            </a:r>
            <a:r>
              <a:rPr lang="en-US" altLang="zh-CN" sz="2400" i="1">
                <a:ea typeface="ＭＳ Ｐゴシック" panose="020B0600070205080204" pitchFamily="34" charset="-128"/>
              </a:rPr>
              <a:t>course</a:t>
            </a:r>
            <a:r>
              <a:rPr lang="en-US" altLang="zh-CN" sz="2400">
                <a:ea typeface="ＭＳ Ｐゴシック" panose="020B0600070205080204" pitchFamily="34" charset="-128"/>
              </a:rPr>
              <a:t> and </a:t>
            </a:r>
            <a:r>
              <a:rPr lang="en-US" altLang="zh-CN" sz="2400" i="1">
                <a:ea typeface="ＭＳ Ｐゴシック" panose="020B0600070205080204" pitchFamily="34" charset="-128"/>
              </a:rPr>
              <a:t>section</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08B494-AB82-481E-8AD0-D0EC4EDBF683}"/>
              </a:ext>
            </a:extLst>
          </p:cNvPr>
          <p:cNvSpPr>
            <a:spLocks noGrp="1"/>
          </p:cNvSpPr>
          <p:nvPr>
            <p:ph type="title"/>
          </p:nvPr>
        </p:nvSpPr>
        <p:spPr/>
        <p:txBody>
          <a:bodyPr/>
          <a:lstStyle/>
          <a:p>
            <a:r>
              <a:rPr lang="en-US" altLang="zh-CN" dirty="0">
                <a:ea typeface="宋体" panose="02010600030101010101" pitchFamily="2" charset="-122"/>
              </a:rPr>
              <a:t>Weak Entity Sets (Another Example)</a:t>
            </a:r>
            <a:endParaRPr lang="zh-CN" altLang="en-US" dirty="0"/>
          </a:p>
        </p:txBody>
      </p:sp>
      <p:sp>
        <p:nvSpPr>
          <p:cNvPr id="3" name="内容占位符 2">
            <a:extLst>
              <a:ext uri="{FF2B5EF4-FFF2-40B4-BE49-F238E27FC236}">
                <a16:creationId xmlns:a16="http://schemas.microsoft.com/office/drawing/2014/main" id="{F114B000-7574-4C05-9845-4BEB7ECB0ED8}"/>
              </a:ext>
            </a:extLst>
          </p:cNvPr>
          <p:cNvSpPr>
            <a:spLocks noGrp="1"/>
          </p:cNvSpPr>
          <p:nvPr>
            <p:ph idx="1"/>
          </p:nvPr>
        </p:nvSpPr>
        <p:spPr/>
        <p:txBody>
          <a:bodyPr/>
          <a:lstStyle/>
          <a:p>
            <a:r>
              <a:rPr lang="en-US" altLang="zh-CN" dirty="0" err="1">
                <a:ea typeface="宋体" panose="02010600030101010101" pitchFamily="2" charset="-122"/>
              </a:rPr>
              <a:t>payment_number</a:t>
            </a:r>
            <a:r>
              <a:rPr lang="en-US" altLang="zh-CN" dirty="0">
                <a:ea typeface="宋体" panose="02010600030101010101" pitchFamily="2" charset="-122"/>
              </a:rPr>
              <a:t> – discriminator of the </a:t>
            </a:r>
            <a:r>
              <a:rPr lang="en-US" altLang="zh-CN" i="1" dirty="0">
                <a:ea typeface="宋体" panose="02010600030101010101" pitchFamily="2" charset="-122"/>
              </a:rPr>
              <a:t>payment </a:t>
            </a:r>
            <a:r>
              <a:rPr lang="en-US" altLang="zh-CN" dirty="0">
                <a:ea typeface="宋体" panose="02010600030101010101" pitchFamily="2" charset="-122"/>
              </a:rPr>
              <a:t>entity set </a:t>
            </a:r>
          </a:p>
          <a:p>
            <a:r>
              <a:rPr lang="en-US" altLang="zh-CN" dirty="0">
                <a:ea typeface="宋体" panose="02010600030101010101" pitchFamily="2" charset="-122"/>
              </a:rPr>
              <a:t>Primary key for </a:t>
            </a:r>
            <a:r>
              <a:rPr lang="en-US" altLang="zh-CN" i="1" dirty="0">
                <a:ea typeface="宋体" panose="02010600030101010101" pitchFamily="2" charset="-122"/>
              </a:rPr>
              <a:t>payment </a:t>
            </a:r>
            <a:r>
              <a:rPr lang="en-US" altLang="zh-CN" dirty="0">
                <a:ea typeface="宋体" panose="02010600030101010101" pitchFamily="2" charset="-122"/>
              </a:rPr>
              <a:t>– (</a:t>
            </a:r>
            <a:r>
              <a:rPr lang="en-US" altLang="zh-CN" i="1" dirty="0" err="1">
                <a:ea typeface="宋体" panose="02010600030101010101" pitchFamily="2" charset="-122"/>
              </a:rPr>
              <a:t>loan_number</a:t>
            </a:r>
            <a:r>
              <a:rPr lang="en-US" altLang="zh-CN" i="1" dirty="0">
                <a:ea typeface="宋体" panose="02010600030101010101" pitchFamily="2" charset="-122"/>
              </a:rPr>
              <a:t>, </a:t>
            </a:r>
            <a:r>
              <a:rPr lang="en-US" altLang="zh-CN" i="1" dirty="0" err="1">
                <a:ea typeface="宋体" panose="02010600030101010101" pitchFamily="2" charset="-122"/>
              </a:rPr>
              <a:t>payment_number</a:t>
            </a:r>
            <a:r>
              <a:rPr lang="en-US" altLang="zh-CN" dirty="0">
                <a:ea typeface="宋体" panose="02010600030101010101" pitchFamily="2" charset="-122"/>
              </a:rPr>
              <a:t>) </a:t>
            </a:r>
          </a:p>
          <a:p>
            <a:endParaRPr lang="zh-CN" altLang="en-US" dirty="0"/>
          </a:p>
        </p:txBody>
      </p:sp>
      <p:pic>
        <p:nvPicPr>
          <p:cNvPr id="7" name="Picture 6">
            <a:extLst>
              <a:ext uri="{FF2B5EF4-FFF2-40B4-BE49-F238E27FC236}">
                <a16:creationId xmlns:a16="http://schemas.microsoft.com/office/drawing/2014/main" id="{289E5296-83FD-4D79-A2A0-64B9BDC16F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55" t="28395" r="555" b="28149"/>
          <a:stretch>
            <a:fillRect/>
          </a:stretch>
        </p:blipFill>
        <p:spPr bwMode="auto">
          <a:xfrm>
            <a:off x="757237" y="3483049"/>
            <a:ext cx="7629525" cy="2514600"/>
          </a:xfrm>
          <a:prstGeom prst="rect">
            <a:avLst/>
          </a:prstGeom>
          <a:noFill/>
          <a:ln w="38100" cmpd="dbl">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429979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2" name="Rectangle 2">
            <a:extLst>
              <a:ext uri="{FF2B5EF4-FFF2-40B4-BE49-F238E27FC236}">
                <a16:creationId xmlns:a16="http://schemas.microsoft.com/office/drawing/2014/main" id="{95F28BC3-3C9C-43DD-938E-F30A88D40BAB}"/>
              </a:ext>
            </a:extLst>
          </p:cNvPr>
          <p:cNvSpPr>
            <a:spLocks noGrp="1" noChangeArrowheads="1"/>
          </p:cNvSpPr>
          <p:nvPr>
            <p:ph type="title"/>
          </p:nvPr>
        </p:nvSpPr>
        <p:spPr>
          <a:xfrm>
            <a:off x="742950" y="38100"/>
            <a:ext cx="8420100" cy="682625"/>
          </a:xfrm>
        </p:spPr>
        <p:txBody>
          <a:bodyPr/>
          <a:lstStyle/>
          <a:p>
            <a:pPr>
              <a:defRPr/>
            </a:pPr>
            <a:r>
              <a:rPr lang="en-US" dirty="0"/>
              <a:t>E-R Diagram for a University Enterprise</a:t>
            </a:r>
          </a:p>
        </p:txBody>
      </p:sp>
      <p:pic>
        <p:nvPicPr>
          <p:cNvPr id="95235" name="Picture 2">
            <a:extLst>
              <a:ext uri="{FF2B5EF4-FFF2-40B4-BE49-F238E27FC236}">
                <a16:creationId xmlns:a16="http://schemas.microsoft.com/office/drawing/2014/main" id="{59A02732-A81B-4452-9416-A900E1685F0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22425" y="720725"/>
            <a:ext cx="5875338" cy="558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5236" name="文本框 1">
            <a:extLst>
              <a:ext uri="{FF2B5EF4-FFF2-40B4-BE49-F238E27FC236}">
                <a16:creationId xmlns:a16="http://schemas.microsoft.com/office/drawing/2014/main" id="{3CDB3AE3-26D7-4994-A755-73BC73E80B3B}"/>
              </a:ext>
            </a:extLst>
          </p:cNvPr>
          <p:cNvSpPr txBox="1">
            <a:spLocks noChangeArrowheads="1"/>
          </p:cNvSpPr>
          <p:nvPr/>
        </p:nvSpPr>
        <p:spPr bwMode="auto">
          <a:xfrm>
            <a:off x="84138" y="2570163"/>
            <a:ext cx="15382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r>
              <a:rPr kumimoji="0" lang="en-US" altLang="zh-CN" sz="2000" b="1"/>
              <a:t>Figure 7.15</a:t>
            </a:r>
            <a:endParaRPr kumimoji="0" lang="zh-CN" altLang="en-US" sz="2000" b="1"/>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4">
            <a:extLst>
              <a:ext uri="{FF2B5EF4-FFF2-40B4-BE49-F238E27FC236}">
                <a16:creationId xmlns:a16="http://schemas.microsoft.com/office/drawing/2014/main" id="{5C3FB1DB-38CD-4FB7-B179-54F5D3AF61FF}"/>
              </a:ext>
            </a:extLst>
          </p:cNvPr>
          <p:cNvSpPr>
            <a:spLocks noGrp="1" noChangeArrowheads="1"/>
          </p:cNvSpPr>
          <p:nvPr>
            <p:ph type="ctrTitle"/>
          </p:nvPr>
        </p:nvSpPr>
        <p:spPr/>
        <p:txBody>
          <a:bodyPr/>
          <a:lstStyle/>
          <a:p>
            <a:pPr eaLnBrk="1" hangingPunct="1">
              <a:defRPr/>
            </a:pPr>
            <a:r>
              <a:rPr lang="en-US" altLang="zh-CN">
                <a:effectLst>
                  <a:outerShdw blurRad="38100" dist="38100" dir="2700000" algn="tl">
                    <a:srgbClr val="C0C0C0"/>
                  </a:outerShdw>
                </a:effectLst>
                <a:ea typeface="宋体" panose="02010600030101010101" pitchFamily="2" charset="-122"/>
              </a:rPr>
              <a:t>Design Issues</a:t>
            </a:r>
            <a:endParaRPr lang="en-US" altLang="zh-CN">
              <a:effectLst/>
              <a:ea typeface="宋体" panose="02010600030101010101" pitchFamily="2"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F87BECE3-96F7-4ABF-AC2B-535761A611F4}"/>
              </a:ext>
            </a:extLst>
          </p:cNvPr>
          <p:cNvSpPr>
            <a:spLocks noGrp="1" noChangeArrowheads="1"/>
          </p:cNvSpPr>
          <p:nvPr>
            <p:ph type="title"/>
          </p:nvPr>
        </p:nvSpPr>
        <p:spPr/>
        <p:txBody>
          <a:bodyPr/>
          <a:lstStyle/>
          <a:p>
            <a:pPr eaLnBrk="1" hangingPunct="1">
              <a:defRPr/>
            </a:pPr>
            <a:r>
              <a:rPr lang="en-US" altLang="zh-CN">
                <a:ea typeface="宋体" pitchFamily="2" charset="-122"/>
              </a:rPr>
              <a:t>Design Issues</a:t>
            </a:r>
          </a:p>
        </p:txBody>
      </p:sp>
      <p:sp>
        <p:nvSpPr>
          <p:cNvPr id="40963" name="Rectangle 3">
            <a:extLst>
              <a:ext uri="{FF2B5EF4-FFF2-40B4-BE49-F238E27FC236}">
                <a16:creationId xmlns:a16="http://schemas.microsoft.com/office/drawing/2014/main" id="{BCAD26BB-E8BB-4F05-BC23-699753073B4A}"/>
              </a:ext>
            </a:extLst>
          </p:cNvPr>
          <p:cNvSpPr>
            <a:spLocks noGrp="1" noChangeArrowheads="1"/>
          </p:cNvSpPr>
          <p:nvPr>
            <p:ph idx="1"/>
          </p:nvPr>
        </p:nvSpPr>
        <p:spPr/>
        <p:txBody>
          <a:bodyPr>
            <a:normAutofit lnSpcReduction="10000"/>
          </a:bodyPr>
          <a:lstStyle/>
          <a:p>
            <a:pPr eaLnBrk="1" hangingPunct="1">
              <a:defRPr/>
            </a:pPr>
            <a:r>
              <a:rPr lang="en-US" altLang="zh-CN" sz="2400" b="1" dirty="0">
                <a:solidFill>
                  <a:schemeClr val="tx2"/>
                </a:solidFill>
                <a:ea typeface="宋体" pitchFamily="2" charset="-122"/>
              </a:rPr>
              <a:t>Use of entity sets vs. attributes</a:t>
            </a:r>
            <a:br>
              <a:rPr lang="en-US" altLang="zh-CN" sz="2400" b="1" dirty="0">
                <a:solidFill>
                  <a:schemeClr val="tx2"/>
                </a:solidFill>
                <a:ea typeface="宋体" pitchFamily="2" charset="-122"/>
              </a:rPr>
            </a:br>
            <a:r>
              <a:rPr lang="en-US" altLang="zh-CN" sz="2400" dirty="0">
                <a:ea typeface="宋体" pitchFamily="2" charset="-122"/>
              </a:rPr>
              <a:t>Choice mainly depends on the structure of the enterprise being modeled, and on the semantics associated with the attribute in question.</a:t>
            </a:r>
          </a:p>
          <a:p>
            <a:pPr eaLnBrk="1" hangingPunct="1">
              <a:defRPr/>
            </a:pPr>
            <a:r>
              <a:rPr lang="en-US" altLang="zh-CN" sz="2400" b="1" dirty="0">
                <a:solidFill>
                  <a:schemeClr val="tx2"/>
                </a:solidFill>
                <a:ea typeface="宋体" pitchFamily="2" charset="-122"/>
              </a:rPr>
              <a:t>Use of entity sets vs. relationship sets</a:t>
            </a:r>
            <a:br>
              <a:rPr lang="en-US" altLang="zh-CN" sz="2400" b="1" dirty="0">
                <a:solidFill>
                  <a:schemeClr val="tx2"/>
                </a:solidFill>
                <a:ea typeface="宋体" pitchFamily="2" charset="-122"/>
              </a:rPr>
            </a:br>
            <a:r>
              <a:rPr lang="en-US" altLang="zh-CN" sz="2400" dirty="0">
                <a:ea typeface="宋体" pitchFamily="2" charset="-122"/>
              </a:rPr>
              <a:t>Possible guideline is to designate a relationship set to describe an action that occurs between entities</a:t>
            </a:r>
          </a:p>
          <a:p>
            <a:pPr eaLnBrk="1" hangingPunct="1">
              <a:defRPr/>
            </a:pPr>
            <a:r>
              <a:rPr lang="en-US" altLang="zh-CN" sz="2400" b="1" dirty="0">
                <a:solidFill>
                  <a:schemeClr val="tx2"/>
                </a:solidFill>
                <a:ea typeface="宋体" pitchFamily="2" charset="-122"/>
              </a:rPr>
              <a:t>Binary versus n-</a:t>
            </a:r>
            <a:r>
              <a:rPr lang="en-US" altLang="zh-CN" sz="2400" b="1" dirty="0" err="1">
                <a:solidFill>
                  <a:schemeClr val="tx2"/>
                </a:solidFill>
                <a:ea typeface="宋体" pitchFamily="2" charset="-122"/>
              </a:rPr>
              <a:t>ary</a:t>
            </a:r>
            <a:r>
              <a:rPr lang="en-US" altLang="zh-CN" sz="2400" b="1" dirty="0">
                <a:solidFill>
                  <a:schemeClr val="tx2"/>
                </a:solidFill>
                <a:ea typeface="宋体" pitchFamily="2" charset="-122"/>
              </a:rPr>
              <a:t> relationship sets</a:t>
            </a:r>
            <a:br>
              <a:rPr lang="en-US" altLang="zh-CN" sz="2400" b="1" dirty="0">
                <a:solidFill>
                  <a:schemeClr val="tx2"/>
                </a:solidFill>
                <a:ea typeface="宋体" pitchFamily="2" charset="-122"/>
              </a:rPr>
            </a:br>
            <a:r>
              <a:rPr lang="en-US" altLang="zh-CN" sz="2400" dirty="0">
                <a:ea typeface="宋体" pitchFamily="2" charset="-122"/>
              </a:rPr>
              <a:t>Although it is possible to replace any </a:t>
            </a:r>
            <a:r>
              <a:rPr lang="en-US" altLang="zh-CN" sz="2400" dirty="0" err="1">
                <a:ea typeface="宋体" pitchFamily="2" charset="-122"/>
              </a:rPr>
              <a:t>nonbinary</a:t>
            </a:r>
            <a:r>
              <a:rPr lang="en-US" altLang="zh-CN" sz="2400" dirty="0">
                <a:ea typeface="宋体" pitchFamily="2" charset="-122"/>
              </a:rPr>
              <a:t> (</a:t>
            </a:r>
            <a:r>
              <a:rPr lang="en-US" altLang="zh-CN" sz="2400" i="1" dirty="0">
                <a:ea typeface="宋体" pitchFamily="2" charset="-122"/>
              </a:rPr>
              <a:t>n</a:t>
            </a:r>
            <a:r>
              <a:rPr lang="en-US" altLang="zh-CN" sz="2400" dirty="0">
                <a:ea typeface="宋体" pitchFamily="2" charset="-122"/>
              </a:rPr>
              <a:t>-</a:t>
            </a:r>
            <a:r>
              <a:rPr lang="en-US" altLang="zh-CN" sz="2400" dirty="0" err="1">
                <a:ea typeface="宋体" pitchFamily="2" charset="-122"/>
              </a:rPr>
              <a:t>ary</a:t>
            </a:r>
            <a:r>
              <a:rPr lang="en-US" altLang="zh-CN" sz="2400" dirty="0">
                <a:ea typeface="宋体" pitchFamily="2" charset="-122"/>
              </a:rPr>
              <a:t>, for </a:t>
            </a:r>
            <a:r>
              <a:rPr lang="en-US" altLang="zh-CN" sz="2400" i="1" dirty="0">
                <a:ea typeface="宋体" pitchFamily="2" charset="-122"/>
              </a:rPr>
              <a:t>n</a:t>
            </a:r>
            <a:r>
              <a:rPr lang="en-US" altLang="zh-CN" sz="2400" dirty="0">
                <a:ea typeface="宋体" pitchFamily="2" charset="-122"/>
              </a:rPr>
              <a:t> &gt; 2) relationship set by a number of distinct binary relationship sets, a </a:t>
            </a:r>
            <a:r>
              <a:rPr lang="en-US" altLang="zh-CN" sz="2400" i="1" dirty="0">
                <a:ea typeface="宋体" pitchFamily="2" charset="-122"/>
              </a:rPr>
              <a:t>n</a:t>
            </a:r>
            <a:r>
              <a:rPr lang="en-US" altLang="zh-CN" sz="2400" dirty="0">
                <a:ea typeface="宋体" pitchFamily="2" charset="-122"/>
              </a:rPr>
              <a:t>-</a:t>
            </a:r>
            <a:r>
              <a:rPr lang="en-US" altLang="zh-CN" sz="2400" dirty="0" err="1">
                <a:ea typeface="宋体" pitchFamily="2" charset="-122"/>
              </a:rPr>
              <a:t>ary</a:t>
            </a:r>
            <a:r>
              <a:rPr lang="en-US" altLang="zh-CN" sz="2400" dirty="0">
                <a:ea typeface="宋体" pitchFamily="2" charset="-122"/>
              </a:rPr>
              <a:t> relationship set shows more clearly that several entities participate in a single relationship.</a:t>
            </a:r>
          </a:p>
          <a:p>
            <a:pPr eaLnBrk="1" hangingPunct="1">
              <a:defRPr/>
            </a:pPr>
            <a:r>
              <a:rPr lang="en-US" altLang="zh-CN" sz="2400" b="1" dirty="0">
                <a:solidFill>
                  <a:schemeClr val="tx2"/>
                </a:solidFill>
                <a:ea typeface="宋体" pitchFamily="2" charset="-122"/>
              </a:rPr>
              <a:t>Placement of relationship attributes</a:t>
            </a:r>
            <a:endParaRPr lang="en-US" altLang="zh-CN" sz="2400" dirty="0">
              <a:solidFill>
                <a:schemeClr val="tx2"/>
              </a:solidFill>
              <a:ea typeface="宋体" pitchFamily="2"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a:extLst>
              <a:ext uri="{FF2B5EF4-FFF2-40B4-BE49-F238E27FC236}">
                <a16:creationId xmlns:a16="http://schemas.microsoft.com/office/drawing/2014/main" id="{56624F5A-EF6C-46D4-8C1C-80D54B89194D}"/>
              </a:ext>
            </a:extLst>
          </p:cNvPr>
          <p:cNvSpPr>
            <a:spLocks noGrp="1" noChangeArrowheads="1"/>
          </p:cNvSpPr>
          <p:nvPr>
            <p:ph type="title"/>
          </p:nvPr>
        </p:nvSpPr>
        <p:spPr/>
        <p:txBody>
          <a:bodyPr/>
          <a:lstStyle/>
          <a:p>
            <a:pPr eaLnBrk="1" hangingPunct="1">
              <a:defRPr/>
            </a:pPr>
            <a:r>
              <a:rPr lang="en-US" altLang="zh-CN">
                <a:ea typeface="宋体" pitchFamily="2" charset="-122"/>
              </a:rPr>
              <a:t>Use of entity sets vs. attributes</a:t>
            </a:r>
          </a:p>
        </p:txBody>
      </p:sp>
      <p:pic>
        <p:nvPicPr>
          <p:cNvPr id="100355" name="Picture 5">
            <a:extLst>
              <a:ext uri="{FF2B5EF4-FFF2-40B4-BE49-F238E27FC236}">
                <a16:creationId xmlns:a16="http://schemas.microsoft.com/office/drawing/2014/main" id="{45B03DD2-5D5E-4C1A-BCB8-DC2B8F94EC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18642"/>
          <a:stretch>
            <a:fillRect/>
          </a:stretch>
        </p:blipFill>
        <p:spPr bwMode="auto">
          <a:xfrm>
            <a:off x="877888" y="1987550"/>
            <a:ext cx="7319962" cy="159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56" name="矩形 1">
            <a:extLst>
              <a:ext uri="{FF2B5EF4-FFF2-40B4-BE49-F238E27FC236}">
                <a16:creationId xmlns:a16="http://schemas.microsoft.com/office/drawing/2014/main" id="{C74E1FE9-41EA-4B92-9E1F-9EE717288072}"/>
              </a:ext>
            </a:extLst>
          </p:cNvPr>
          <p:cNvSpPr>
            <a:spLocks noChangeArrowheads="1"/>
          </p:cNvSpPr>
          <p:nvPr/>
        </p:nvSpPr>
        <p:spPr bwMode="auto">
          <a:xfrm>
            <a:off x="796925" y="4448175"/>
            <a:ext cx="74009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r>
              <a:rPr kumimoji="0" lang="en-US" altLang="en-US" sz="2000"/>
              <a:t>Use of phone as an entity allows extra information about phone numbers (plus multiple phone numbers)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a:extLst>
              <a:ext uri="{FF2B5EF4-FFF2-40B4-BE49-F238E27FC236}">
                <a16:creationId xmlns:a16="http://schemas.microsoft.com/office/drawing/2014/main" id="{B1A68346-5D57-46F6-95E1-A212B8B89333}"/>
              </a:ext>
            </a:extLst>
          </p:cNvPr>
          <p:cNvSpPr>
            <a:spLocks noGrp="1" noChangeArrowheads="1"/>
          </p:cNvSpPr>
          <p:nvPr>
            <p:ph type="title"/>
          </p:nvPr>
        </p:nvSpPr>
        <p:spPr/>
        <p:txBody>
          <a:bodyPr/>
          <a:lstStyle/>
          <a:p>
            <a:pPr eaLnBrk="1" hangingPunct="1">
              <a:defRPr/>
            </a:pPr>
            <a:r>
              <a:rPr lang="en-US" altLang="zh-CN">
                <a:ea typeface="宋体" pitchFamily="2" charset="-122"/>
              </a:rPr>
              <a:t>Use of entity sets vs. attributes</a:t>
            </a:r>
          </a:p>
        </p:txBody>
      </p:sp>
      <p:graphicFrame>
        <p:nvGraphicFramePr>
          <p:cNvPr id="196260" name="Group 676">
            <a:extLst>
              <a:ext uri="{FF2B5EF4-FFF2-40B4-BE49-F238E27FC236}">
                <a16:creationId xmlns:a16="http://schemas.microsoft.com/office/drawing/2014/main" id="{DCD6752C-C547-4CF1-B6CD-BDB6C6E602C7}"/>
              </a:ext>
            </a:extLst>
          </p:cNvPr>
          <p:cNvGraphicFramePr>
            <a:graphicFrameLocks noGrp="1"/>
          </p:cNvGraphicFramePr>
          <p:nvPr>
            <p:ph idx="1"/>
          </p:nvPr>
        </p:nvGraphicFramePr>
        <p:xfrm>
          <a:off x="2811463" y="3433763"/>
          <a:ext cx="6127751" cy="2055813"/>
        </p:xfrm>
        <a:graphic>
          <a:graphicData uri="http://schemas.openxmlformats.org/drawingml/2006/table">
            <a:tbl>
              <a:tblPr/>
              <a:tblGrid>
                <a:gridCol w="509873">
                  <a:extLst>
                    <a:ext uri="{9D8B030D-6E8A-4147-A177-3AD203B41FA5}">
                      <a16:colId xmlns:a16="http://schemas.microsoft.com/office/drawing/2014/main" val="20000"/>
                    </a:ext>
                  </a:extLst>
                </a:gridCol>
                <a:gridCol w="1079877">
                  <a:extLst>
                    <a:ext uri="{9D8B030D-6E8A-4147-A177-3AD203B41FA5}">
                      <a16:colId xmlns:a16="http://schemas.microsoft.com/office/drawing/2014/main" val="20001"/>
                    </a:ext>
                  </a:extLst>
                </a:gridCol>
                <a:gridCol w="811480">
                  <a:extLst>
                    <a:ext uri="{9D8B030D-6E8A-4147-A177-3AD203B41FA5}">
                      <a16:colId xmlns:a16="http://schemas.microsoft.com/office/drawing/2014/main" val="20002"/>
                    </a:ext>
                  </a:extLst>
                </a:gridCol>
                <a:gridCol w="1854530">
                  <a:extLst>
                    <a:ext uri="{9D8B030D-6E8A-4147-A177-3AD203B41FA5}">
                      <a16:colId xmlns:a16="http://schemas.microsoft.com/office/drawing/2014/main" val="20003"/>
                    </a:ext>
                  </a:extLst>
                </a:gridCol>
                <a:gridCol w="1871991">
                  <a:extLst>
                    <a:ext uri="{9D8B030D-6E8A-4147-A177-3AD203B41FA5}">
                      <a16:colId xmlns:a16="http://schemas.microsoft.com/office/drawing/2014/main" val="20004"/>
                    </a:ext>
                  </a:extLst>
                </a:gridCol>
              </a:tblGrid>
              <a:tr h="640062">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Garamond" pitchFamily="18" charset="0"/>
                          <a:ea typeface="宋体" pitchFamily="2" charset="-122"/>
                          <a:cs typeface="Times New Roman" pitchFamily="18" charset="0"/>
                        </a:rPr>
                        <a:t>ID</a:t>
                      </a:r>
                    </a:p>
                  </a:txBody>
                  <a:tcPr marL="91434" marR="91434"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Garamond" pitchFamily="18" charset="0"/>
                          <a:ea typeface="宋体" pitchFamily="2" charset="-122"/>
                          <a:cs typeface="Times New Roman" pitchFamily="18" charset="0"/>
                        </a:rPr>
                        <a:t>name</a:t>
                      </a:r>
                    </a:p>
                  </a:txBody>
                  <a:tcPr marL="91434" marR="914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Garamond" pitchFamily="18" charset="0"/>
                          <a:ea typeface="宋体" pitchFamily="2" charset="-122"/>
                          <a:cs typeface="Times New Roman" pitchFamily="18" charset="0"/>
                        </a:rPr>
                        <a:t>salary</a:t>
                      </a:r>
                    </a:p>
                  </a:txBody>
                  <a:tcPr marL="91434" marR="914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Garamond" pitchFamily="18" charset="0"/>
                          <a:ea typeface="宋体" pitchFamily="2" charset="-122"/>
                          <a:cs typeface="Times New Roman" pitchFamily="18" charset="0"/>
                        </a:rPr>
                        <a:t>phone numbers1</a:t>
                      </a:r>
                    </a:p>
                  </a:txBody>
                  <a:tcPr marL="91434" marR="914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defRPr/>
                      </a:pPr>
                      <a:r>
                        <a:rPr kumimoji="0" lang="en-US" altLang="zh-CN" sz="1800" b="1" i="0" u="none" strike="noStrike" cap="none" normalizeH="0" baseline="0" dirty="0">
                          <a:ln>
                            <a:noFill/>
                          </a:ln>
                          <a:solidFill>
                            <a:schemeClr val="tx1"/>
                          </a:solidFill>
                          <a:effectLst/>
                          <a:latin typeface="Garamond" pitchFamily="18" charset="0"/>
                          <a:ea typeface="宋体" pitchFamily="2" charset="-122"/>
                          <a:cs typeface="Times New Roman" pitchFamily="18" charset="0"/>
                        </a:rPr>
                        <a:t>phone numbers2</a:t>
                      </a:r>
                    </a:p>
                  </a:txBody>
                  <a:tcPr marL="91434" marR="91434"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72975">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a:t>
                      </a:r>
                    </a:p>
                  </a:txBody>
                  <a:tcPr marL="96863" marR="96863" marT="45711" marB="45711"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Jones</a:t>
                      </a:r>
                    </a:p>
                  </a:txBody>
                  <a:tcPr marL="96863" marR="96863"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72000</a:t>
                      </a:r>
                    </a:p>
                  </a:txBody>
                  <a:tcPr marL="91434" marR="914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602-346-356</a:t>
                      </a:r>
                    </a:p>
                  </a:txBody>
                  <a:tcPr marL="96863" marR="96863"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null</a:t>
                      </a:r>
                    </a:p>
                  </a:txBody>
                  <a:tcPr marL="96863" marR="96863" marT="45711" marB="45711"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1388">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a:t>
                      </a:r>
                    </a:p>
                  </a:txBody>
                  <a:tcPr marL="96863" marR="96863" marT="45711" marB="45711"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Smith</a:t>
                      </a:r>
                    </a:p>
                  </a:txBody>
                  <a:tcPr marL="96863" marR="96863"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98000</a:t>
                      </a:r>
                    </a:p>
                  </a:txBody>
                  <a:tcPr marL="91434" marR="914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843-235-575</a:t>
                      </a:r>
                    </a:p>
                  </a:txBody>
                  <a:tcPr marL="96863" marR="96863"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843-089-234</a:t>
                      </a:r>
                    </a:p>
                  </a:txBody>
                  <a:tcPr marL="96863" marR="96863" marT="45711" marB="45711"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1388">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a:t>
                      </a:r>
                    </a:p>
                  </a:txBody>
                  <a:tcPr marL="96863" marR="96863" marT="45711" marB="45711"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Williams</a:t>
                      </a:r>
                    </a:p>
                  </a:txBody>
                  <a:tcPr marL="96863" marR="96863"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82000</a:t>
                      </a:r>
                    </a:p>
                  </a:txBody>
                  <a:tcPr marL="91434" marR="914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602-346-356</a:t>
                      </a:r>
                    </a:p>
                  </a:txBody>
                  <a:tcPr marL="96863" marR="96863"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null</a:t>
                      </a:r>
                    </a:p>
                  </a:txBody>
                  <a:tcPr marL="96863" marR="96863" marT="45711" marB="45711"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196213" name="Group 629">
            <a:extLst>
              <a:ext uri="{FF2B5EF4-FFF2-40B4-BE49-F238E27FC236}">
                <a16:creationId xmlns:a16="http://schemas.microsoft.com/office/drawing/2014/main" id="{86A6ACF8-B6A1-40B6-B2CF-191E5CE2B8FB}"/>
              </a:ext>
            </a:extLst>
          </p:cNvPr>
          <p:cNvGraphicFramePr>
            <a:graphicFrameLocks noGrp="1"/>
          </p:cNvGraphicFramePr>
          <p:nvPr/>
        </p:nvGraphicFramePr>
        <p:xfrm>
          <a:off x="3327400" y="1119188"/>
          <a:ext cx="4154488" cy="1828800"/>
        </p:xfrm>
        <a:graphic>
          <a:graphicData uri="http://schemas.openxmlformats.org/drawingml/2006/table">
            <a:tbl>
              <a:tblPr/>
              <a:tblGrid>
                <a:gridCol w="509882">
                  <a:extLst>
                    <a:ext uri="{9D8B030D-6E8A-4147-A177-3AD203B41FA5}">
                      <a16:colId xmlns:a16="http://schemas.microsoft.com/office/drawing/2014/main" val="20000"/>
                    </a:ext>
                  </a:extLst>
                </a:gridCol>
                <a:gridCol w="1069037">
                  <a:extLst>
                    <a:ext uri="{9D8B030D-6E8A-4147-A177-3AD203B41FA5}">
                      <a16:colId xmlns:a16="http://schemas.microsoft.com/office/drawing/2014/main" val="20001"/>
                    </a:ext>
                  </a:extLst>
                </a:gridCol>
                <a:gridCol w="811493">
                  <a:extLst>
                    <a:ext uri="{9D8B030D-6E8A-4147-A177-3AD203B41FA5}">
                      <a16:colId xmlns:a16="http://schemas.microsoft.com/office/drawing/2014/main" val="20002"/>
                    </a:ext>
                  </a:extLst>
                </a:gridCol>
                <a:gridCol w="1764076">
                  <a:extLst>
                    <a:ext uri="{9D8B030D-6E8A-4147-A177-3AD203B41FA5}">
                      <a16:colId xmlns:a16="http://schemas.microsoft.com/office/drawing/2014/main" val="20003"/>
                    </a:ext>
                  </a:extLst>
                </a:gridCol>
              </a:tblGrid>
              <a:tr h="276225">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Garamond" pitchFamily="18" charset="0"/>
                          <a:ea typeface="宋体" pitchFamily="2" charset="-122"/>
                          <a:cs typeface="Times New Roman" pitchFamily="18" charset="0"/>
                        </a:rPr>
                        <a:t>ID</a:t>
                      </a:r>
                    </a:p>
                  </a:txBody>
                  <a:tcPr marL="91436" marR="91436"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Garamond" pitchFamily="18" charset="0"/>
                          <a:ea typeface="宋体" pitchFamily="2" charset="-122"/>
                          <a:cs typeface="Times New Roman" pitchFamily="18" charset="0"/>
                        </a:rPr>
                        <a:t>name</a:t>
                      </a:r>
                    </a:p>
                  </a:txBody>
                  <a:tcPr marL="91436" marR="914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Garamond" pitchFamily="18" charset="0"/>
                          <a:ea typeface="宋体" pitchFamily="2" charset="-122"/>
                          <a:cs typeface="Times New Roman" pitchFamily="18" charset="0"/>
                        </a:rPr>
                        <a:t>salary</a:t>
                      </a:r>
                    </a:p>
                  </a:txBody>
                  <a:tcPr marL="91436" marR="914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Garamond" pitchFamily="18" charset="0"/>
                          <a:ea typeface="宋体" pitchFamily="2" charset="-122"/>
                          <a:cs typeface="Times New Roman" pitchFamily="18" charset="0"/>
                        </a:rPr>
                        <a:t>phone numbers</a:t>
                      </a:r>
                    </a:p>
                  </a:txBody>
                  <a:tcPr marL="91436" marR="91436"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4638">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a:t>
                      </a:r>
                    </a:p>
                  </a:txBody>
                  <a:tcPr marL="91436" marR="91436"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Jones</a:t>
                      </a:r>
                    </a:p>
                  </a:txBody>
                  <a:tcPr marL="91436" marR="914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72000</a:t>
                      </a:r>
                    </a:p>
                  </a:txBody>
                  <a:tcPr marL="91436" marR="914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602-346-356</a:t>
                      </a:r>
                    </a:p>
                  </a:txBody>
                  <a:tcPr marL="91436" marR="91436"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6225">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a:t>
                      </a:r>
                    </a:p>
                  </a:txBody>
                  <a:tcPr marL="91436" marR="91436"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Smith</a:t>
                      </a:r>
                    </a:p>
                  </a:txBody>
                  <a:tcPr marL="91436" marR="914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98000</a:t>
                      </a:r>
                    </a:p>
                  </a:txBody>
                  <a:tcPr marL="91436" marR="914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843-235-575</a:t>
                      </a:r>
                    </a:p>
                  </a:txBody>
                  <a:tcPr marL="91436" marR="91436"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638">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a:t>
                      </a:r>
                    </a:p>
                  </a:txBody>
                  <a:tcPr marL="91436" marR="91436"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Smith</a:t>
                      </a:r>
                    </a:p>
                  </a:txBody>
                  <a:tcPr marL="91436" marR="914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98000</a:t>
                      </a:r>
                    </a:p>
                  </a:txBody>
                  <a:tcPr marL="91436" marR="914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843-089-234</a:t>
                      </a:r>
                    </a:p>
                  </a:txBody>
                  <a:tcPr marL="91436" marR="91436"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6225">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a:t>
                      </a:r>
                    </a:p>
                  </a:txBody>
                  <a:tcPr marL="91436" marR="91436"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Williams</a:t>
                      </a:r>
                    </a:p>
                  </a:txBody>
                  <a:tcPr marL="91436" marR="914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82000</a:t>
                      </a:r>
                    </a:p>
                  </a:txBody>
                  <a:tcPr marL="91436" marR="914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602-346-356</a:t>
                      </a:r>
                    </a:p>
                  </a:txBody>
                  <a:tcPr marL="91436" marR="91436"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01443" name="Text Box 562">
            <a:extLst>
              <a:ext uri="{FF2B5EF4-FFF2-40B4-BE49-F238E27FC236}">
                <a16:creationId xmlns:a16="http://schemas.microsoft.com/office/drawing/2014/main" id="{DBE3DA7A-2142-46CE-8E44-98B50566DD91}"/>
              </a:ext>
            </a:extLst>
          </p:cNvPr>
          <p:cNvSpPr txBox="1">
            <a:spLocks noChangeArrowheads="1"/>
          </p:cNvSpPr>
          <p:nvPr/>
        </p:nvSpPr>
        <p:spPr bwMode="auto">
          <a:xfrm>
            <a:off x="4565650" y="5654675"/>
            <a:ext cx="4762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50000"/>
              </a:spcBef>
              <a:buClrTx/>
              <a:buSzTx/>
              <a:buFontTx/>
              <a:buNone/>
            </a:pPr>
            <a:r>
              <a:rPr kumimoji="0" lang="en-US" altLang="zh-CN" sz="1600">
                <a:ea typeface="宋体" panose="02010600030101010101" pitchFamily="2" charset="-122"/>
              </a:rPr>
              <a:t>(a)</a:t>
            </a:r>
          </a:p>
        </p:txBody>
      </p:sp>
      <p:sp>
        <p:nvSpPr>
          <p:cNvPr id="196147" name="Rectangle 563">
            <a:extLst>
              <a:ext uri="{FF2B5EF4-FFF2-40B4-BE49-F238E27FC236}">
                <a16:creationId xmlns:a16="http://schemas.microsoft.com/office/drawing/2014/main" id="{D22BF060-92CA-4CC8-8DB2-5500CA938D4D}"/>
              </a:ext>
            </a:extLst>
          </p:cNvPr>
          <p:cNvSpPr>
            <a:spLocks noChangeArrowheads="1"/>
          </p:cNvSpPr>
          <p:nvPr/>
        </p:nvSpPr>
        <p:spPr bwMode="auto">
          <a:xfrm>
            <a:off x="3295650" y="1857375"/>
            <a:ext cx="4248150" cy="711200"/>
          </a:xfrm>
          <a:prstGeom prst="rect">
            <a:avLst/>
          </a:prstGeom>
          <a:noFill/>
          <a:ln w="2857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endParaRPr kumimoji="0" lang="zh-CN" altLang="en-US" sz="1600">
              <a:ea typeface="宋体" panose="02010600030101010101" pitchFamily="2" charset="-122"/>
            </a:endParaRPr>
          </a:p>
        </p:txBody>
      </p:sp>
      <p:sp>
        <p:nvSpPr>
          <p:cNvPr id="196148" name="Rectangle 564">
            <a:extLst>
              <a:ext uri="{FF2B5EF4-FFF2-40B4-BE49-F238E27FC236}">
                <a16:creationId xmlns:a16="http://schemas.microsoft.com/office/drawing/2014/main" id="{64D62FEF-5CCC-4C68-9C91-9043B69F6A4A}"/>
              </a:ext>
            </a:extLst>
          </p:cNvPr>
          <p:cNvSpPr>
            <a:spLocks noChangeArrowheads="1"/>
          </p:cNvSpPr>
          <p:nvPr/>
        </p:nvSpPr>
        <p:spPr bwMode="auto">
          <a:xfrm>
            <a:off x="5200650" y="3433763"/>
            <a:ext cx="3802063" cy="2071687"/>
          </a:xfrm>
          <a:prstGeom prst="rect">
            <a:avLst/>
          </a:prstGeom>
          <a:noFill/>
          <a:ln w="2857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endParaRPr kumimoji="0" lang="zh-CN" altLang="en-US" sz="1600">
              <a:ea typeface="宋体" panose="02010600030101010101" pitchFamily="2" charset="-122"/>
            </a:endParaRPr>
          </a:p>
        </p:txBody>
      </p:sp>
      <p:pic>
        <p:nvPicPr>
          <p:cNvPr id="101446" name="图片 1">
            <a:extLst>
              <a:ext uri="{FF2B5EF4-FFF2-40B4-BE49-F238E27FC236}">
                <a16:creationId xmlns:a16="http://schemas.microsoft.com/office/drawing/2014/main" id="{25407043-99C7-43EB-8C91-9C3A62E6B14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25450" y="2212975"/>
            <a:ext cx="2105025" cy="198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9621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614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9626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61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147" grpId="0" animBg="1"/>
      <p:bldP spid="196148"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a:extLst>
              <a:ext uri="{FF2B5EF4-FFF2-40B4-BE49-F238E27FC236}">
                <a16:creationId xmlns:a16="http://schemas.microsoft.com/office/drawing/2014/main" id="{42FBFAEF-9FC4-42E0-B15C-00354F882886}"/>
              </a:ext>
            </a:extLst>
          </p:cNvPr>
          <p:cNvSpPr>
            <a:spLocks noGrp="1" noChangeArrowheads="1"/>
          </p:cNvSpPr>
          <p:nvPr>
            <p:ph type="title"/>
          </p:nvPr>
        </p:nvSpPr>
        <p:spPr/>
        <p:txBody>
          <a:bodyPr/>
          <a:lstStyle/>
          <a:p>
            <a:pPr eaLnBrk="1" hangingPunct="1">
              <a:defRPr/>
            </a:pPr>
            <a:r>
              <a:rPr lang="en-US" altLang="zh-CN">
                <a:ea typeface="宋体" pitchFamily="2" charset="-122"/>
              </a:rPr>
              <a:t>Use of entity sets vs. attributes</a:t>
            </a:r>
          </a:p>
        </p:txBody>
      </p:sp>
      <p:graphicFrame>
        <p:nvGraphicFramePr>
          <p:cNvPr id="217358" name="Group 270">
            <a:extLst>
              <a:ext uri="{FF2B5EF4-FFF2-40B4-BE49-F238E27FC236}">
                <a16:creationId xmlns:a16="http://schemas.microsoft.com/office/drawing/2014/main" id="{BAA3C933-C23C-4B01-A9F9-9026B0CAD90D}"/>
              </a:ext>
            </a:extLst>
          </p:cNvPr>
          <p:cNvGraphicFramePr>
            <a:graphicFrameLocks noGrp="1"/>
          </p:cNvGraphicFramePr>
          <p:nvPr>
            <p:ph idx="1"/>
          </p:nvPr>
        </p:nvGraphicFramePr>
        <p:xfrm>
          <a:off x="2801938" y="3003550"/>
          <a:ext cx="2986087" cy="1866900"/>
        </p:xfrm>
        <a:graphic>
          <a:graphicData uri="http://schemas.openxmlformats.org/drawingml/2006/table">
            <a:tbl>
              <a:tblPr/>
              <a:tblGrid>
                <a:gridCol w="865881">
                  <a:extLst>
                    <a:ext uri="{9D8B030D-6E8A-4147-A177-3AD203B41FA5}">
                      <a16:colId xmlns:a16="http://schemas.microsoft.com/office/drawing/2014/main" val="20000"/>
                    </a:ext>
                  </a:extLst>
                </a:gridCol>
                <a:gridCol w="2120206">
                  <a:extLst>
                    <a:ext uri="{9D8B030D-6E8A-4147-A177-3AD203B41FA5}">
                      <a16:colId xmlns:a16="http://schemas.microsoft.com/office/drawing/2014/main" val="20001"/>
                    </a:ext>
                  </a:extLst>
                </a:gridCol>
              </a:tblGrid>
              <a:tr h="400873">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Garamond" pitchFamily="18" charset="0"/>
                          <a:ea typeface="宋体" pitchFamily="2" charset="-122"/>
                          <a:cs typeface="Times New Roman" pitchFamily="18" charset="0"/>
                        </a:rPr>
                        <a:t>ID</a:t>
                      </a:r>
                    </a:p>
                  </a:txBody>
                  <a:tcPr marL="269419" marR="269419" marT="45710" marB="45710"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Garamond" pitchFamily="18" charset="0"/>
                          <a:ea typeface="宋体" pitchFamily="2" charset="-122"/>
                          <a:cs typeface="Times New Roman" pitchFamily="18" charset="0"/>
                        </a:rPr>
                        <a:t>phone numbers</a:t>
                      </a:r>
                    </a:p>
                  </a:txBody>
                  <a:tcPr marL="269419" marR="269419" marT="45710" marB="45710"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7933">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a:t>
                      </a:r>
                    </a:p>
                  </a:txBody>
                  <a:tcPr marL="269419" marR="269419" marT="45710" marB="45710"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602-346-356</a:t>
                      </a:r>
                    </a:p>
                  </a:txBody>
                  <a:tcPr marL="269419" marR="269419" marT="45710" marB="45710"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739">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a:t>
                      </a:r>
                    </a:p>
                  </a:txBody>
                  <a:tcPr marL="269419" marR="269419" marT="45710" marB="45710"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843-089-234</a:t>
                      </a:r>
                    </a:p>
                  </a:txBody>
                  <a:tcPr marL="269419" marR="269419" marT="45710" marB="45710"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6614">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a:t>
                      </a:r>
                    </a:p>
                  </a:txBody>
                  <a:tcPr marL="269419" marR="269419" marT="45710" marB="45710"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843-235-575</a:t>
                      </a:r>
                    </a:p>
                  </a:txBody>
                  <a:tcPr marL="269419" marR="269419" marT="45710" marB="45710"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739">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a:t>
                      </a:r>
                    </a:p>
                  </a:txBody>
                  <a:tcPr marL="269419" marR="269419" marT="45710" marB="45710"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602-346-356</a:t>
                      </a:r>
                    </a:p>
                  </a:txBody>
                  <a:tcPr marL="269419" marR="269419" marT="45710" marB="45710"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217381" name="Group 293">
            <a:extLst>
              <a:ext uri="{FF2B5EF4-FFF2-40B4-BE49-F238E27FC236}">
                <a16:creationId xmlns:a16="http://schemas.microsoft.com/office/drawing/2014/main" id="{476385DF-137D-401D-B7E4-C531719FE6C0}"/>
              </a:ext>
            </a:extLst>
          </p:cNvPr>
          <p:cNvGraphicFramePr>
            <a:graphicFrameLocks noGrp="1"/>
          </p:cNvGraphicFramePr>
          <p:nvPr>
            <p:ph sz="half" idx="4294967295"/>
          </p:nvPr>
        </p:nvGraphicFramePr>
        <p:xfrm>
          <a:off x="6008688" y="3003550"/>
          <a:ext cx="3135312" cy="1592263"/>
        </p:xfrm>
        <a:graphic>
          <a:graphicData uri="http://schemas.openxmlformats.org/drawingml/2006/table">
            <a:tbl>
              <a:tblPr/>
              <a:tblGrid>
                <a:gridCol w="1761409">
                  <a:extLst>
                    <a:ext uri="{9D8B030D-6E8A-4147-A177-3AD203B41FA5}">
                      <a16:colId xmlns:a16="http://schemas.microsoft.com/office/drawing/2014/main" val="20000"/>
                    </a:ext>
                  </a:extLst>
                </a:gridCol>
                <a:gridCol w="1373903">
                  <a:extLst>
                    <a:ext uri="{9D8B030D-6E8A-4147-A177-3AD203B41FA5}">
                      <a16:colId xmlns:a16="http://schemas.microsoft.com/office/drawing/2014/main" val="20001"/>
                    </a:ext>
                  </a:extLst>
                </a:gridCol>
              </a:tblGrid>
              <a:tr h="446388">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Garamond" pitchFamily="18" charset="0"/>
                          <a:ea typeface="宋体" pitchFamily="2" charset="-122"/>
                          <a:cs typeface="Times New Roman" pitchFamily="18" charset="0"/>
                        </a:rPr>
                        <a:t>phone numbers</a:t>
                      </a:r>
                    </a:p>
                  </a:txBody>
                  <a:tcPr marL="90007" marR="90007" marT="46820" marB="46820" anchor="ctr" anchorCtr="1"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82563" marR="0" lvl="0" indent="-182563" algn="l"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Garamond" pitchFamily="18" charset="0"/>
                          <a:ea typeface="宋体" pitchFamily="2" charset="-122"/>
                          <a:cs typeface="Times New Roman" pitchFamily="18" charset="0"/>
                        </a:rPr>
                        <a:t>location</a:t>
                      </a:r>
                    </a:p>
                  </a:txBody>
                  <a:tcPr marL="90007" marR="90007" marT="46820" marB="46820" anchor="ctr" anchorCtr="1"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9496">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602-346-356</a:t>
                      </a:r>
                    </a:p>
                  </a:txBody>
                  <a:tcPr marL="90007" marR="90007" marT="46820" marB="46820" anchor="ctr" anchorCtr="1"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Taylor 3128</a:t>
                      </a:r>
                    </a:p>
                  </a:txBody>
                  <a:tcPr marL="90007" marR="90007" marT="46820" marB="46820" anchor="ctr" anchorCtr="1"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8392">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843-235-575</a:t>
                      </a:r>
                    </a:p>
                  </a:txBody>
                  <a:tcPr marL="90007" marR="90007" marT="46820" marB="46820" anchor="ctr" anchorCtr="1"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Watson 100</a:t>
                      </a:r>
                    </a:p>
                  </a:txBody>
                  <a:tcPr marL="90007" marR="90007" marT="46820" marB="46820" anchor="ctr" anchorCtr="1"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7987">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843-089-234</a:t>
                      </a:r>
                    </a:p>
                  </a:txBody>
                  <a:tcPr marL="90007" marR="90007" marT="46820" marB="46820" anchor="ctr" anchorCtr="1"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Packard 101</a:t>
                      </a:r>
                    </a:p>
                  </a:txBody>
                  <a:tcPr marL="90007" marR="90007" marT="46820" marB="46820" anchor="ctr" anchorCtr="1"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217338" name="Group 250">
            <a:extLst>
              <a:ext uri="{FF2B5EF4-FFF2-40B4-BE49-F238E27FC236}">
                <a16:creationId xmlns:a16="http://schemas.microsoft.com/office/drawing/2014/main" id="{330EC788-5082-4054-A319-EF80910C853D}"/>
              </a:ext>
            </a:extLst>
          </p:cNvPr>
          <p:cNvGraphicFramePr>
            <a:graphicFrameLocks noGrp="1"/>
          </p:cNvGraphicFramePr>
          <p:nvPr/>
        </p:nvGraphicFramePr>
        <p:xfrm>
          <a:off x="173038" y="3003550"/>
          <a:ext cx="2401887" cy="1463676"/>
        </p:xfrm>
        <a:graphic>
          <a:graphicData uri="http://schemas.openxmlformats.org/drawingml/2006/table">
            <a:tbl>
              <a:tblPr/>
              <a:tblGrid>
                <a:gridCol w="510022">
                  <a:extLst>
                    <a:ext uri="{9D8B030D-6E8A-4147-A177-3AD203B41FA5}">
                      <a16:colId xmlns:a16="http://schemas.microsoft.com/office/drawing/2014/main" val="20000"/>
                    </a:ext>
                  </a:extLst>
                </a:gridCol>
                <a:gridCol w="1080164">
                  <a:extLst>
                    <a:ext uri="{9D8B030D-6E8A-4147-A177-3AD203B41FA5}">
                      <a16:colId xmlns:a16="http://schemas.microsoft.com/office/drawing/2014/main" val="20001"/>
                    </a:ext>
                  </a:extLst>
                </a:gridCol>
                <a:gridCol w="811701">
                  <a:extLst>
                    <a:ext uri="{9D8B030D-6E8A-4147-A177-3AD203B41FA5}">
                      <a16:colId xmlns:a16="http://schemas.microsoft.com/office/drawing/2014/main" val="20002"/>
                    </a:ext>
                  </a:extLst>
                </a:gridCol>
              </a:tblGrid>
              <a:tr h="365959">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Garamond" pitchFamily="18" charset="0"/>
                          <a:ea typeface="宋体" pitchFamily="2" charset="-122"/>
                          <a:cs typeface="Times New Roman" pitchFamily="18" charset="0"/>
                        </a:rPr>
                        <a:t>ID</a:t>
                      </a:r>
                    </a:p>
                  </a:txBody>
                  <a:tcPr marL="91469" marR="91469" marT="45725" marB="45725"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Garamond" pitchFamily="18" charset="0"/>
                          <a:ea typeface="宋体" pitchFamily="2" charset="-122"/>
                          <a:cs typeface="Times New Roman" pitchFamily="18" charset="0"/>
                        </a:rPr>
                        <a:t>name</a:t>
                      </a:r>
                    </a:p>
                  </a:txBody>
                  <a:tcPr marL="91469" marR="91469"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Garamond" pitchFamily="18" charset="0"/>
                          <a:ea typeface="宋体" pitchFamily="2" charset="-122"/>
                          <a:cs typeface="Times New Roman" pitchFamily="18" charset="0"/>
                        </a:rPr>
                        <a:t>salary</a:t>
                      </a:r>
                    </a:p>
                  </a:txBody>
                  <a:tcPr marL="91469" marR="91469" marT="45725" marB="45725"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799">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a:t>
                      </a:r>
                    </a:p>
                  </a:txBody>
                  <a:tcPr marL="96900" marR="96900" marT="45716" marB="45716"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Jones</a:t>
                      </a:r>
                    </a:p>
                  </a:txBody>
                  <a:tcPr marL="96900" marR="96900"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72000</a:t>
                      </a:r>
                    </a:p>
                  </a:txBody>
                  <a:tcPr marL="91469" marR="91469" marT="45725" marB="45725"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959">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a:t>
                      </a:r>
                    </a:p>
                  </a:txBody>
                  <a:tcPr marL="96900" marR="96900" marT="45716" marB="45716"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Smith</a:t>
                      </a:r>
                    </a:p>
                  </a:txBody>
                  <a:tcPr marL="96900" marR="96900"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98000</a:t>
                      </a:r>
                    </a:p>
                  </a:txBody>
                  <a:tcPr marL="91469" marR="91469" marT="45725" marB="45725"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959">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3</a:t>
                      </a:r>
                    </a:p>
                  </a:txBody>
                  <a:tcPr marL="96900" marR="96900" marT="45716" marB="45716"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Williams</a:t>
                      </a:r>
                    </a:p>
                  </a:txBody>
                  <a:tcPr marL="96900" marR="96900"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82000</a:t>
                      </a:r>
                    </a:p>
                  </a:txBody>
                  <a:tcPr marL="91469" marR="91469" marT="45725" marB="45725"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02462" name="Text Box 78">
            <a:extLst>
              <a:ext uri="{FF2B5EF4-FFF2-40B4-BE49-F238E27FC236}">
                <a16:creationId xmlns:a16="http://schemas.microsoft.com/office/drawing/2014/main" id="{6A838BA8-62CF-44C4-BB19-14C788DC99A4}"/>
              </a:ext>
            </a:extLst>
          </p:cNvPr>
          <p:cNvSpPr txBox="1">
            <a:spLocks noChangeArrowheads="1"/>
          </p:cNvSpPr>
          <p:nvPr/>
        </p:nvSpPr>
        <p:spPr bwMode="auto">
          <a:xfrm>
            <a:off x="4298950" y="5280025"/>
            <a:ext cx="4762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50000"/>
              </a:spcBef>
              <a:buClrTx/>
              <a:buSzTx/>
              <a:buFontTx/>
              <a:buNone/>
            </a:pPr>
            <a:r>
              <a:rPr kumimoji="0" lang="en-US" altLang="zh-CN" sz="1600">
                <a:ea typeface="宋体" panose="02010600030101010101" pitchFamily="2" charset="-122"/>
              </a:rPr>
              <a:t>(b)</a:t>
            </a:r>
          </a:p>
        </p:txBody>
      </p:sp>
      <p:pic>
        <p:nvPicPr>
          <p:cNvPr id="102463" name="图片 1">
            <a:extLst>
              <a:ext uri="{FF2B5EF4-FFF2-40B4-BE49-F238E27FC236}">
                <a16:creationId xmlns:a16="http://schemas.microsoft.com/office/drawing/2014/main" id="{EA83DDA1-1480-473F-B3F9-5626EF817A4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68500" y="1231900"/>
            <a:ext cx="4889500" cy="1195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563">
            <a:extLst>
              <a:ext uri="{FF2B5EF4-FFF2-40B4-BE49-F238E27FC236}">
                <a16:creationId xmlns:a16="http://schemas.microsoft.com/office/drawing/2014/main" id="{DDA846F1-E11A-4282-AB8E-DD05096740D4}"/>
              </a:ext>
            </a:extLst>
          </p:cNvPr>
          <p:cNvSpPr>
            <a:spLocks noChangeArrowheads="1"/>
          </p:cNvSpPr>
          <p:nvPr/>
        </p:nvSpPr>
        <p:spPr bwMode="auto">
          <a:xfrm>
            <a:off x="671513" y="3362325"/>
            <a:ext cx="1116012" cy="396875"/>
          </a:xfrm>
          <a:prstGeom prst="rect">
            <a:avLst/>
          </a:prstGeom>
          <a:noFill/>
          <a:ln w="2857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endParaRPr kumimoji="0" lang="zh-CN" altLang="en-US" sz="1600">
              <a:ea typeface="宋体" panose="02010600030101010101" pitchFamily="2" charset="-122"/>
            </a:endParaRPr>
          </a:p>
        </p:txBody>
      </p:sp>
      <p:sp>
        <p:nvSpPr>
          <p:cNvPr id="11" name="椭圆 10">
            <a:extLst>
              <a:ext uri="{FF2B5EF4-FFF2-40B4-BE49-F238E27FC236}">
                <a16:creationId xmlns:a16="http://schemas.microsoft.com/office/drawing/2014/main" id="{D6CFA7D7-FAED-481A-834F-7485B4F3F699}"/>
              </a:ext>
            </a:extLst>
          </p:cNvPr>
          <p:cNvSpPr>
            <a:spLocks noChangeArrowheads="1"/>
          </p:cNvSpPr>
          <p:nvPr/>
        </p:nvSpPr>
        <p:spPr bwMode="auto">
          <a:xfrm>
            <a:off x="228600" y="3362325"/>
            <a:ext cx="390525" cy="373063"/>
          </a:xfrm>
          <a:prstGeom prst="ellipse">
            <a:avLst/>
          </a:prstGeom>
          <a:noFill/>
          <a:ln w="28575" algn="ctr">
            <a:solidFill>
              <a:srgbClr val="FF0000"/>
            </a:solidFill>
            <a:prstDash val="sysDot"/>
            <a:round/>
            <a:headEnd/>
            <a:tailEnd/>
          </a:ln>
          <a:extLst>
            <a:ext uri="{909E8E84-426E-40DD-AFC4-6F175D3DCCD1}">
              <a14:hiddenFill xmlns:a14="http://schemas.microsoft.com/office/drawing/2010/main">
                <a:solidFill>
                  <a:srgbClr val="FFFFFF"/>
                </a:solidFill>
              </a14:hiddenFill>
            </a:ext>
          </a:extLst>
        </p:spPr>
        <p:txBody>
          <a:bodyPr wrap="none"/>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endParaRPr kumimoji="0" lang="zh-CN" altLang="en-US" sz="1600"/>
          </a:p>
        </p:txBody>
      </p:sp>
      <p:sp>
        <p:nvSpPr>
          <p:cNvPr id="17" name="椭圆 16">
            <a:extLst>
              <a:ext uri="{FF2B5EF4-FFF2-40B4-BE49-F238E27FC236}">
                <a16:creationId xmlns:a16="http://schemas.microsoft.com/office/drawing/2014/main" id="{393E1260-38F9-4256-9387-36594466F504}"/>
              </a:ext>
            </a:extLst>
          </p:cNvPr>
          <p:cNvSpPr>
            <a:spLocks noChangeArrowheads="1"/>
          </p:cNvSpPr>
          <p:nvPr/>
        </p:nvSpPr>
        <p:spPr bwMode="auto">
          <a:xfrm>
            <a:off x="3027363" y="3386138"/>
            <a:ext cx="392112" cy="373062"/>
          </a:xfrm>
          <a:prstGeom prst="ellipse">
            <a:avLst/>
          </a:prstGeom>
          <a:noFill/>
          <a:ln w="28575" algn="ctr">
            <a:solidFill>
              <a:srgbClr val="FF0000"/>
            </a:solidFill>
            <a:prstDash val="sysDot"/>
            <a:round/>
            <a:headEnd/>
            <a:tailEnd/>
          </a:ln>
          <a:extLst>
            <a:ext uri="{909E8E84-426E-40DD-AFC4-6F175D3DCCD1}">
              <a14:hiddenFill xmlns:a14="http://schemas.microsoft.com/office/drawing/2010/main">
                <a:solidFill>
                  <a:srgbClr val="FFFFFF"/>
                </a:solidFill>
              </a14:hiddenFill>
            </a:ext>
          </a:extLst>
        </p:spPr>
        <p:txBody>
          <a:bodyPr wrap="none"/>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endParaRPr kumimoji="0" lang="zh-CN" altLang="en-US" sz="1600"/>
          </a:p>
        </p:txBody>
      </p:sp>
      <p:cxnSp>
        <p:nvCxnSpPr>
          <p:cNvPr id="13" name="曲线连接符 12">
            <a:extLst>
              <a:ext uri="{FF2B5EF4-FFF2-40B4-BE49-F238E27FC236}">
                <a16:creationId xmlns:a16="http://schemas.microsoft.com/office/drawing/2014/main" id="{4759D926-EB52-4C0B-9303-B606C1E92E20}"/>
              </a:ext>
            </a:extLst>
          </p:cNvPr>
          <p:cNvCxnSpPr>
            <a:cxnSpLocks noChangeShapeType="1"/>
            <a:stCxn id="11" idx="0"/>
            <a:endCxn id="17" idx="0"/>
          </p:cNvCxnSpPr>
          <p:nvPr/>
        </p:nvCxnSpPr>
        <p:spPr bwMode="auto">
          <a:xfrm rot="16200000" flipH="1">
            <a:off x="1811337" y="1974851"/>
            <a:ext cx="23813" cy="2798762"/>
          </a:xfrm>
          <a:prstGeom prst="curvedConnector3">
            <a:avLst>
              <a:gd name="adj1" fmla="val -2776671"/>
            </a:avLst>
          </a:prstGeom>
          <a:noFill/>
          <a:ln w="9525" algn="ctr">
            <a:solidFill>
              <a:srgbClr val="FF0000"/>
            </a:solidFill>
            <a:prstDash val="dash"/>
            <a:round/>
            <a:headEnd type="triangle" w="med" len="med"/>
            <a:tailEnd type="triangle" w="med" len="me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1735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738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733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par>
                          <p:cTn id="19" fill="hold" nodeType="afterGroup">
                            <p:stCondLst>
                              <p:cond delay="0"/>
                            </p:stCondLst>
                            <p:childTnLst>
                              <p:par>
                                <p:cTn id="20" presetID="22" presetClass="entr" presetSubtype="8" fill="hold" nodeType="after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childTnLst>
                          </p:cTn>
                        </p:par>
                        <p:par>
                          <p:cTn id="23" fill="hold" nodeType="afterGroup">
                            <p:stCondLst>
                              <p:cond delay="500"/>
                            </p:stCondLst>
                            <p:childTnLst>
                              <p:par>
                                <p:cTn id="24" presetID="1" presetClass="entr" presetSubtype="0" fill="hold" grpId="0" nodeType="afterEffect">
                                  <p:stCondLst>
                                    <p:cond delay="0"/>
                                  </p:stCondLst>
                                  <p:childTnLst>
                                    <p:set>
                                      <p:cBhvr>
                                        <p:cTn id="25"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7"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a:extLst>
              <a:ext uri="{FF2B5EF4-FFF2-40B4-BE49-F238E27FC236}">
                <a16:creationId xmlns:a16="http://schemas.microsoft.com/office/drawing/2014/main" id="{FC5F16FB-AD7B-4F7F-B953-D3CEDB18386A}"/>
              </a:ext>
            </a:extLst>
          </p:cNvPr>
          <p:cNvSpPr>
            <a:spLocks noGrp="1" noChangeArrowheads="1"/>
          </p:cNvSpPr>
          <p:nvPr>
            <p:ph type="title"/>
          </p:nvPr>
        </p:nvSpPr>
        <p:spPr/>
        <p:txBody>
          <a:bodyPr/>
          <a:lstStyle/>
          <a:p>
            <a:pPr eaLnBrk="1" hangingPunct="1">
              <a:defRPr/>
            </a:pPr>
            <a:r>
              <a:rPr lang="en-US" altLang="zh-CN" dirty="0">
                <a:ea typeface="宋体" pitchFamily="2" charset="-122"/>
              </a:rPr>
              <a:t>Use of entity sets vs. relationship sets</a:t>
            </a:r>
            <a:endParaRPr lang="zh-CN" altLang="en-US" dirty="0">
              <a:ea typeface="宋体" pitchFamily="2" charset="-122"/>
            </a:endParaRPr>
          </a:p>
        </p:txBody>
      </p:sp>
      <p:sp>
        <p:nvSpPr>
          <p:cNvPr id="103427" name="菱形 3">
            <a:extLst>
              <a:ext uri="{FF2B5EF4-FFF2-40B4-BE49-F238E27FC236}">
                <a16:creationId xmlns:a16="http://schemas.microsoft.com/office/drawing/2014/main" id="{B9A1F803-3C5A-4B34-9ABB-0DF6F9639295}"/>
              </a:ext>
            </a:extLst>
          </p:cNvPr>
          <p:cNvSpPr>
            <a:spLocks noChangeArrowheads="1"/>
          </p:cNvSpPr>
          <p:nvPr/>
        </p:nvSpPr>
        <p:spPr bwMode="auto">
          <a:xfrm>
            <a:off x="3767138" y="1884363"/>
            <a:ext cx="1044575" cy="855662"/>
          </a:xfrm>
          <a:prstGeom prst="diamond">
            <a:avLst/>
          </a:prstGeom>
          <a:solidFill>
            <a:schemeClr val="bg1"/>
          </a:solidFill>
          <a:ln w="9525" algn="ctr">
            <a:solidFill>
              <a:schemeClr val="tx1"/>
            </a:solidFill>
            <a:round/>
            <a:headEnd/>
            <a:tailEnd/>
          </a:ln>
        </p:spPr>
        <p:txBody>
          <a:bodyPr wrap="none"/>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r>
              <a:rPr kumimoji="0" lang="en-US" altLang="zh-CN" sz="1600" i="1">
                <a:latin typeface="Palatino Linotype" panose="02040502050505030304" pitchFamily="18" charset="0"/>
              </a:rPr>
              <a:t>loan</a:t>
            </a:r>
            <a:endParaRPr kumimoji="0" lang="zh-CN" altLang="en-US" sz="1600" i="1">
              <a:latin typeface="Palatino Linotype" panose="02040502050505030304" pitchFamily="18" charset="0"/>
            </a:endParaRPr>
          </a:p>
        </p:txBody>
      </p:sp>
      <p:cxnSp>
        <p:nvCxnSpPr>
          <p:cNvPr id="103428" name="直接连接符 5">
            <a:extLst>
              <a:ext uri="{FF2B5EF4-FFF2-40B4-BE49-F238E27FC236}">
                <a16:creationId xmlns:a16="http://schemas.microsoft.com/office/drawing/2014/main" id="{59EC33B6-9916-4AC8-B88C-DDBFBB18B3F9}"/>
              </a:ext>
            </a:extLst>
          </p:cNvPr>
          <p:cNvCxnSpPr>
            <a:cxnSpLocks noChangeShapeType="1"/>
            <a:stCxn id="103440" idx="3"/>
            <a:endCxn id="103427" idx="1"/>
          </p:cNvCxnSpPr>
          <p:nvPr/>
        </p:nvCxnSpPr>
        <p:spPr bwMode="auto">
          <a:xfrm flipV="1">
            <a:off x="2654300" y="2311400"/>
            <a:ext cx="1112838" cy="476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3429" name="直接连接符 7">
            <a:extLst>
              <a:ext uri="{FF2B5EF4-FFF2-40B4-BE49-F238E27FC236}">
                <a16:creationId xmlns:a16="http://schemas.microsoft.com/office/drawing/2014/main" id="{85604C33-6D99-4946-9A79-FD867DCE8CFF}"/>
              </a:ext>
            </a:extLst>
          </p:cNvPr>
          <p:cNvCxnSpPr>
            <a:cxnSpLocks noChangeShapeType="1"/>
            <a:stCxn id="103427" idx="3"/>
          </p:cNvCxnSpPr>
          <p:nvPr/>
        </p:nvCxnSpPr>
        <p:spPr bwMode="auto">
          <a:xfrm flipV="1">
            <a:off x="4811713" y="2311400"/>
            <a:ext cx="133667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03430" name="矩形 10">
            <a:extLst>
              <a:ext uri="{FF2B5EF4-FFF2-40B4-BE49-F238E27FC236}">
                <a16:creationId xmlns:a16="http://schemas.microsoft.com/office/drawing/2014/main" id="{3082CF0E-ECCF-4921-A6F9-FA73D62080DA}"/>
              </a:ext>
            </a:extLst>
          </p:cNvPr>
          <p:cNvSpPr>
            <a:spLocks noChangeArrowheads="1"/>
          </p:cNvSpPr>
          <p:nvPr/>
        </p:nvSpPr>
        <p:spPr bwMode="auto">
          <a:xfrm>
            <a:off x="3657600" y="1265238"/>
            <a:ext cx="1262063" cy="304800"/>
          </a:xfrm>
          <a:prstGeom prst="rect">
            <a:avLst/>
          </a:prstGeom>
          <a:solidFill>
            <a:schemeClr val="accent1"/>
          </a:solidFill>
          <a:ln w="9525" algn="ctr">
            <a:solidFill>
              <a:schemeClr val="tx1"/>
            </a:solidFill>
            <a:round/>
            <a:headEnd/>
            <a:tailEnd/>
          </a:ln>
        </p:spPr>
        <p:txBody>
          <a:bodyPr wrap="none"/>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r>
              <a:rPr kumimoji="0" lang="en-US" altLang="zh-CN" sz="1600" i="1">
                <a:latin typeface="Palatino Linotype" panose="02040502050505030304" pitchFamily="18" charset="0"/>
              </a:rPr>
              <a:t>loan_number</a:t>
            </a:r>
            <a:endParaRPr kumimoji="0" lang="zh-CN" altLang="en-US" sz="1600" i="1">
              <a:latin typeface="Palatino Linotype" panose="02040502050505030304" pitchFamily="18" charset="0"/>
            </a:endParaRPr>
          </a:p>
        </p:txBody>
      </p:sp>
      <p:sp>
        <p:nvSpPr>
          <p:cNvPr id="103431" name="矩形 15">
            <a:extLst>
              <a:ext uri="{FF2B5EF4-FFF2-40B4-BE49-F238E27FC236}">
                <a16:creationId xmlns:a16="http://schemas.microsoft.com/office/drawing/2014/main" id="{4D675ED8-83C8-459B-8D0E-635C92DCF0ED}"/>
              </a:ext>
            </a:extLst>
          </p:cNvPr>
          <p:cNvSpPr>
            <a:spLocks noChangeArrowheads="1"/>
          </p:cNvSpPr>
          <p:nvPr/>
        </p:nvSpPr>
        <p:spPr bwMode="auto">
          <a:xfrm>
            <a:off x="3660775" y="2954338"/>
            <a:ext cx="1262063" cy="304800"/>
          </a:xfrm>
          <a:prstGeom prst="rect">
            <a:avLst/>
          </a:prstGeom>
          <a:solidFill>
            <a:schemeClr val="accent1"/>
          </a:solidFill>
          <a:ln w="9525" algn="ctr">
            <a:solidFill>
              <a:schemeClr val="tx1"/>
            </a:solidFill>
            <a:round/>
            <a:headEnd/>
            <a:tailEnd/>
          </a:ln>
        </p:spPr>
        <p:txBody>
          <a:bodyPr wrap="none"/>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r>
              <a:rPr kumimoji="0" lang="en-US" altLang="zh-CN" sz="1600" i="1">
                <a:latin typeface="Palatino Linotype" panose="02040502050505030304" pitchFamily="18" charset="0"/>
              </a:rPr>
              <a:t>amount</a:t>
            </a:r>
            <a:endParaRPr kumimoji="0" lang="zh-CN" altLang="en-US" sz="1600" i="1">
              <a:latin typeface="Palatino Linotype" panose="02040502050505030304" pitchFamily="18" charset="0"/>
            </a:endParaRPr>
          </a:p>
        </p:txBody>
      </p:sp>
      <p:cxnSp>
        <p:nvCxnSpPr>
          <p:cNvPr id="103432" name="直接连接符 12">
            <a:extLst>
              <a:ext uri="{FF2B5EF4-FFF2-40B4-BE49-F238E27FC236}">
                <a16:creationId xmlns:a16="http://schemas.microsoft.com/office/drawing/2014/main" id="{642782E3-4EFE-4E64-9FF8-6465D853C400}"/>
              </a:ext>
            </a:extLst>
          </p:cNvPr>
          <p:cNvCxnSpPr>
            <a:cxnSpLocks noChangeShapeType="1"/>
            <a:stCxn id="103427" idx="0"/>
            <a:endCxn id="103430" idx="2"/>
          </p:cNvCxnSpPr>
          <p:nvPr/>
        </p:nvCxnSpPr>
        <p:spPr bwMode="auto">
          <a:xfrm flipV="1">
            <a:off x="4289425" y="1570038"/>
            <a:ext cx="0" cy="314325"/>
          </a:xfrm>
          <a:prstGeom prst="line">
            <a:avLst/>
          </a:prstGeom>
          <a:noFill/>
          <a:ln w="12700"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103433" name="直接连接符 14">
            <a:extLst>
              <a:ext uri="{FF2B5EF4-FFF2-40B4-BE49-F238E27FC236}">
                <a16:creationId xmlns:a16="http://schemas.microsoft.com/office/drawing/2014/main" id="{C4BFF3B8-90CB-4C23-A2F6-024584981650}"/>
              </a:ext>
            </a:extLst>
          </p:cNvPr>
          <p:cNvCxnSpPr>
            <a:cxnSpLocks noChangeShapeType="1"/>
            <a:stCxn id="103427" idx="2"/>
            <a:endCxn id="103431" idx="0"/>
          </p:cNvCxnSpPr>
          <p:nvPr/>
        </p:nvCxnSpPr>
        <p:spPr bwMode="auto">
          <a:xfrm>
            <a:off x="4289425" y="2740025"/>
            <a:ext cx="3175" cy="214313"/>
          </a:xfrm>
          <a:prstGeom prst="line">
            <a:avLst/>
          </a:prstGeom>
          <a:noFill/>
          <a:ln w="12700" algn="ctr">
            <a:solidFill>
              <a:schemeClr val="tx1"/>
            </a:solidFill>
            <a:prstDash val="dash"/>
            <a:round/>
            <a:headEnd/>
            <a:tailEnd/>
          </a:ln>
          <a:extLst>
            <a:ext uri="{909E8E84-426E-40DD-AFC4-6F175D3DCCD1}">
              <a14:hiddenFill xmlns:a14="http://schemas.microsoft.com/office/drawing/2010/main">
                <a:noFill/>
              </a14:hiddenFill>
            </a:ext>
          </a:extLst>
        </p:spPr>
      </p:cxnSp>
      <p:sp>
        <p:nvSpPr>
          <p:cNvPr id="103434" name="菱形 26">
            <a:extLst>
              <a:ext uri="{FF2B5EF4-FFF2-40B4-BE49-F238E27FC236}">
                <a16:creationId xmlns:a16="http://schemas.microsoft.com/office/drawing/2014/main" id="{08B0ABC2-5081-44F2-8038-ADA291878C5B}"/>
              </a:ext>
            </a:extLst>
          </p:cNvPr>
          <p:cNvSpPr>
            <a:spLocks noChangeArrowheads="1"/>
          </p:cNvSpPr>
          <p:nvPr/>
        </p:nvSpPr>
        <p:spPr bwMode="auto">
          <a:xfrm>
            <a:off x="2006600" y="4695825"/>
            <a:ext cx="1295400" cy="854075"/>
          </a:xfrm>
          <a:prstGeom prst="diamond">
            <a:avLst/>
          </a:prstGeom>
          <a:solidFill>
            <a:schemeClr val="bg1"/>
          </a:solidFill>
          <a:ln w="9525" algn="ctr">
            <a:solidFill>
              <a:schemeClr val="tx1"/>
            </a:solidFill>
            <a:round/>
            <a:headEnd/>
            <a:tailEnd/>
          </a:ln>
        </p:spPr>
        <p:txBody>
          <a:bodyPr wrap="none" lIns="0"/>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r>
              <a:rPr kumimoji="0" lang="en-US" altLang="zh-CN" sz="1600" i="1">
                <a:latin typeface="Palatino Linotype" panose="02040502050505030304" pitchFamily="18" charset="0"/>
              </a:rPr>
              <a:t>borrower</a:t>
            </a:r>
            <a:endParaRPr kumimoji="0" lang="zh-CN" altLang="en-US" sz="1600" i="1">
              <a:latin typeface="Palatino Linotype" panose="02040502050505030304" pitchFamily="18" charset="0"/>
            </a:endParaRPr>
          </a:p>
        </p:txBody>
      </p:sp>
      <p:sp>
        <p:nvSpPr>
          <p:cNvPr id="103435" name="菱形 27">
            <a:extLst>
              <a:ext uri="{FF2B5EF4-FFF2-40B4-BE49-F238E27FC236}">
                <a16:creationId xmlns:a16="http://schemas.microsoft.com/office/drawing/2014/main" id="{9C56DFA8-E26A-4E15-B9DA-B8AB510ACF78}"/>
              </a:ext>
            </a:extLst>
          </p:cNvPr>
          <p:cNvSpPr>
            <a:spLocks noChangeArrowheads="1"/>
          </p:cNvSpPr>
          <p:nvPr/>
        </p:nvSpPr>
        <p:spPr bwMode="auto">
          <a:xfrm>
            <a:off x="5472113" y="4768850"/>
            <a:ext cx="1735137" cy="704850"/>
          </a:xfrm>
          <a:prstGeom prst="diamond">
            <a:avLst/>
          </a:prstGeom>
          <a:solidFill>
            <a:schemeClr val="bg1"/>
          </a:solidFill>
          <a:ln w="9525" algn="ctr">
            <a:solidFill>
              <a:schemeClr val="tx1"/>
            </a:solidFill>
            <a:round/>
            <a:headEnd/>
            <a:tailEnd/>
          </a:ln>
        </p:spPr>
        <p:txBody>
          <a:bodyPr lIns="0" rIns="0"/>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r>
              <a:rPr kumimoji="0" lang="en-US" altLang="zh-CN" sz="1400" i="1">
                <a:latin typeface="Palatino Linotype" panose="02040502050505030304" pitchFamily="18" charset="0"/>
              </a:rPr>
              <a:t>loan-branch</a:t>
            </a:r>
            <a:endParaRPr kumimoji="0" lang="zh-CN" altLang="en-US" sz="1400" i="1">
              <a:latin typeface="Palatino Linotype" panose="02040502050505030304" pitchFamily="18" charset="0"/>
            </a:endParaRPr>
          </a:p>
        </p:txBody>
      </p:sp>
      <p:cxnSp>
        <p:nvCxnSpPr>
          <p:cNvPr id="103436" name="直接连接符 20">
            <a:extLst>
              <a:ext uri="{FF2B5EF4-FFF2-40B4-BE49-F238E27FC236}">
                <a16:creationId xmlns:a16="http://schemas.microsoft.com/office/drawing/2014/main" id="{15011342-C443-4FD7-860C-9736253C09E7}"/>
              </a:ext>
            </a:extLst>
          </p:cNvPr>
          <p:cNvCxnSpPr>
            <a:cxnSpLocks noChangeShapeType="1"/>
            <a:endCxn id="103434" idx="1"/>
          </p:cNvCxnSpPr>
          <p:nvPr/>
        </p:nvCxnSpPr>
        <p:spPr bwMode="auto">
          <a:xfrm flipV="1">
            <a:off x="1779588" y="5122863"/>
            <a:ext cx="227012"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3437" name="直接连接符 25">
            <a:extLst>
              <a:ext uri="{FF2B5EF4-FFF2-40B4-BE49-F238E27FC236}">
                <a16:creationId xmlns:a16="http://schemas.microsoft.com/office/drawing/2014/main" id="{8B663493-403F-4110-88F2-A07FB6D7890A}"/>
              </a:ext>
            </a:extLst>
          </p:cNvPr>
          <p:cNvCxnSpPr>
            <a:cxnSpLocks noChangeShapeType="1"/>
            <a:stCxn id="103434" idx="3"/>
          </p:cNvCxnSpPr>
          <p:nvPr/>
        </p:nvCxnSpPr>
        <p:spPr bwMode="auto">
          <a:xfrm flipV="1">
            <a:off x="3302000" y="5121275"/>
            <a:ext cx="392113"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3438" name="直接连接符 29">
            <a:extLst>
              <a:ext uri="{FF2B5EF4-FFF2-40B4-BE49-F238E27FC236}">
                <a16:creationId xmlns:a16="http://schemas.microsoft.com/office/drawing/2014/main" id="{81440A78-C2A4-4471-81DF-768197856776}"/>
              </a:ext>
            </a:extLst>
          </p:cNvPr>
          <p:cNvCxnSpPr>
            <a:cxnSpLocks noChangeShapeType="1"/>
            <a:endCxn id="103435" idx="1"/>
          </p:cNvCxnSpPr>
          <p:nvPr/>
        </p:nvCxnSpPr>
        <p:spPr bwMode="auto">
          <a:xfrm>
            <a:off x="5227638" y="5121275"/>
            <a:ext cx="24447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3439" name="直接连接符 31">
            <a:extLst>
              <a:ext uri="{FF2B5EF4-FFF2-40B4-BE49-F238E27FC236}">
                <a16:creationId xmlns:a16="http://schemas.microsoft.com/office/drawing/2014/main" id="{4C343CE2-860A-49CF-BE5D-E2BBBC3F61EF}"/>
              </a:ext>
            </a:extLst>
          </p:cNvPr>
          <p:cNvCxnSpPr>
            <a:cxnSpLocks noChangeShapeType="1"/>
            <a:stCxn id="103435" idx="3"/>
          </p:cNvCxnSpPr>
          <p:nvPr/>
        </p:nvCxnSpPr>
        <p:spPr bwMode="auto">
          <a:xfrm>
            <a:off x="7207250" y="5121275"/>
            <a:ext cx="242888"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pic>
        <p:nvPicPr>
          <p:cNvPr id="103440" name="图片 61">
            <a:extLst>
              <a:ext uri="{FF2B5EF4-FFF2-40B4-BE49-F238E27FC236}">
                <a16:creationId xmlns:a16="http://schemas.microsoft.com/office/drawing/2014/main" id="{31C704E2-692F-4F21-8627-74414416328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84238" y="1462088"/>
            <a:ext cx="1770062" cy="170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41" name="图片 68">
            <a:extLst>
              <a:ext uri="{FF2B5EF4-FFF2-40B4-BE49-F238E27FC236}">
                <a16:creationId xmlns:a16="http://schemas.microsoft.com/office/drawing/2014/main" id="{E25BD9FB-735E-40C9-8E6D-9EBE4670EA9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6988" y="4267200"/>
            <a:ext cx="1770062" cy="170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42" name="图片 164864">
            <a:extLst>
              <a:ext uri="{FF2B5EF4-FFF2-40B4-BE49-F238E27FC236}">
                <a16:creationId xmlns:a16="http://schemas.microsoft.com/office/drawing/2014/main" id="{69C83715-D08E-4284-B4C2-9B26042A643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148388" y="1604963"/>
            <a:ext cx="1509712" cy="137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43" name="图片 70">
            <a:extLst>
              <a:ext uri="{FF2B5EF4-FFF2-40B4-BE49-F238E27FC236}">
                <a16:creationId xmlns:a16="http://schemas.microsoft.com/office/drawing/2014/main" id="{BDBADB9F-18BE-49E9-B32B-89A84CD1442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450138" y="4433888"/>
            <a:ext cx="1511300" cy="137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44" name="图片 164866">
            <a:extLst>
              <a:ext uri="{FF2B5EF4-FFF2-40B4-BE49-F238E27FC236}">
                <a16:creationId xmlns:a16="http://schemas.microsoft.com/office/drawing/2014/main" id="{3CA2080F-F29A-4CFB-9A3D-A22E4450126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694113" y="4581525"/>
            <a:ext cx="1674812"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a:extLst>
              <a:ext uri="{FF2B5EF4-FFF2-40B4-BE49-F238E27FC236}">
                <a16:creationId xmlns:a16="http://schemas.microsoft.com/office/drawing/2014/main" id="{1004BADF-A70F-4310-8070-6412F95C3311}"/>
              </a:ext>
            </a:extLst>
          </p:cNvPr>
          <p:cNvSpPr>
            <a:spLocks noGrp="1" noChangeArrowheads="1"/>
          </p:cNvSpPr>
          <p:nvPr>
            <p:ph type="title"/>
          </p:nvPr>
        </p:nvSpPr>
        <p:spPr/>
        <p:txBody>
          <a:bodyPr/>
          <a:lstStyle/>
          <a:p>
            <a:pPr eaLnBrk="1" hangingPunct="1">
              <a:defRPr/>
            </a:pPr>
            <a:r>
              <a:rPr lang="en-US" altLang="zh-CN">
                <a:ea typeface="宋体" pitchFamily="2" charset="-122"/>
              </a:rPr>
              <a:t>Use of entity sets vs. relationship sets</a:t>
            </a:r>
            <a:endParaRPr lang="zh-CN" altLang="en-US">
              <a:ea typeface="宋体" pitchFamily="2" charset="-122"/>
            </a:endParaRPr>
          </a:p>
        </p:txBody>
      </p:sp>
      <p:graphicFrame>
        <p:nvGraphicFramePr>
          <p:cNvPr id="223435" name="Group 203">
            <a:extLst>
              <a:ext uri="{FF2B5EF4-FFF2-40B4-BE49-F238E27FC236}">
                <a16:creationId xmlns:a16="http://schemas.microsoft.com/office/drawing/2014/main" id="{26CA7653-7151-42D9-A3C1-084070092A8E}"/>
              </a:ext>
            </a:extLst>
          </p:cNvPr>
          <p:cNvGraphicFramePr>
            <a:graphicFrameLocks noGrp="1"/>
          </p:cNvGraphicFramePr>
          <p:nvPr>
            <p:ph idx="1"/>
          </p:nvPr>
        </p:nvGraphicFramePr>
        <p:xfrm>
          <a:off x="228600" y="1946275"/>
          <a:ext cx="8610600" cy="1463676"/>
        </p:xfrm>
        <a:graphic>
          <a:graphicData uri="http://schemas.openxmlformats.org/drawingml/2006/table">
            <a:tbl>
              <a:tblPr/>
              <a:tblGrid>
                <a:gridCol w="1819275">
                  <a:extLst>
                    <a:ext uri="{9D8B030D-6E8A-4147-A177-3AD203B41FA5}">
                      <a16:colId xmlns:a16="http://schemas.microsoft.com/office/drawing/2014/main" val="20000"/>
                    </a:ext>
                  </a:extLst>
                </a:gridCol>
                <a:gridCol w="2478088">
                  <a:extLst>
                    <a:ext uri="{9D8B030D-6E8A-4147-A177-3AD203B41FA5}">
                      <a16:colId xmlns:a16="http://schemas.microsoft.com/office/drawing/2014/main" val="20001"/>
                    </a:ext>
                  </a:extLst>
                </a:gridCol>
                <a:gridCol w="2478087">
                  <a:extLst>
                    <a:ext uri="{9D8B030D-6E8A-4147-A177-3AD203B41FA5}">
                      <a16:colId xmlns:a16="http://schemas.microsoft.com/office/drawing/2014/main" val="20002"/>
                    </a:ext>
                  </a:extLst>
                </a:gridCol>
                <a:gridCol w="1835150">
                  <a:extLst>
                    <a:ext uri="{9D8B030D-6E8A-4147-A177-3AD203B41FA5}">
                      <a16:colId xmlns:a16="http://schemas.microsoft.com/office/drawing/2014/main" val="20003"/>
                    </a:ext>
                  </a:extLst>
                </a:gridCol>
              </a:tblGrid>
              <a:tr h="365919">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Garamond" pitchFamily="18" charset="0"/>
                          <a:ea typeface="宋体" pitchFamily="2" charset="-122"/>
                          <a:cs typeface="Times New Roman" pitchFamily="18" charset="0"/>
                        </a:rPr>
                        <a:t>customer-id </a:t>
                      </a:r>
                    </a:p>
                  </a:txBody>
                  <a:tcPr marL="111504" marR="111504" marT="45740" marB="45740"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Garamond" pitchFamily="18" charset="0"/>
                          <a:ea typeface="宋体" pitchFamily="2" charset="-122"/>
                          <a:cs typeface="Times New Roman" pitchFamily="18" charset="0"/>
                        </a:rPr>
                        <a:t>loan-number</a:t>
                      </a:r>
                    </a:p>
                  </a:txBody>
                  <a:tcPr marL="111504" marR="111504"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Garamond" pitchFamily="18" charset="0"/>
                          <a:ea typeface="宋体" pitchFamily="2" charset="-122"/>
                          <a:cs typeface="Times New Roman" pitchFamily="18" charset="0"/>
                        </a:rPr>
                        <a:t>branch-name</a:t>
                      </a:r>
                    </a:p>
                  </a:txBody>
                  <a:tcPr marL="111504" marR="111504"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Garamond" pitchFamily="18" charset="0"/>
                          <a:ea typeface="宋体" pitchFamily="2" charset="-122"/>
                          <a:cs typeface="Times New Roman" pitchFamily="18" charset="0"/>
                        </a:rPr>
                        <a:t>amount</a:t>
                      </a:r>
                    </a:p>
                  </a:txBody>
                  <a:tcPr marL="111504" marR="111504" marT="45740" marB="45740"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919">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p>
                  </a:txBody>
                  <a:tcPr marL="111504" marR="111504" marT="45740" marB="45740"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L-12</a:t>
                      </a:r>
                    </a:p>
                  </a:txBody>
                  <a:tcPr marL="111504" marR="111504"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Downtown</a:t>
                      </a:r>
                    </a:p>
                  </a:txBody>
                  <a:tcPr marL="111504" marR="111504"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250</a:t>
                      </a:r>
                    </a:p>
                  </a:txBody>
                  <a:tcPr marL="111504" marR="111504" marT="45740" marB="45740"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919">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a:t>
                      </a:r>
                    </a:p>
                  </a:txBody>
                  <a:tcPr marL="111504" marR="111504" marT="45740" marB="45740"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L-11</a:t>
                      </a:r>
                    </a:p>
                  </a:txBody>
                  <a:tcPr marL="111504" marR="111504"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Redwood</a:t>
                      </a:r>
                    </a:p>
                  </a:txBody>
                  <a:tcPr marL="111504" marR="111504"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900</a:t>
                      </a:r>
                    </a:p>
                  </a:txBody>
                  <a:tcPr marL="111504" marR="111504" marT="45740" marB="45740"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919">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a:t>
                      </a:r>
                    </a:p>
                  </a:txBody>
                  <a:tcPr marL="111504" marR="111504" marT="45740" marB="45740"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L-14</a:t>
                      </a:r>
                    </a:p>
                  </a:txBody>
                  <a:tcPr marL="111504" marR="111504"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Perryridge</a:t>
                      </a:r>
                    </a:p>
                  </a:txBody>
                  <a:tcPr marL="111504" marR="111504"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1500</a:t>
                      </a:r>
                    </a:p>
                  </a:txBody>
                  <a:tcPr marL="111504" marR="111504" marT="45740" marB="45740"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23341" name="Rectangle 109">
            <a:extLst>
              <a:ext uri="{FF2B5EF4-FFF2-40B4-BE49-F238E27FC236}">
                <a16:creationId xmlns:a16="http://schemas.microsoft.com/office/drawing/2014/main" id="{2C0A0968-6030-49D7-9980-1F5E8170F234}"/>
              </a:ext>
            </a:extLst>
          </p:cNvPr>
          <p:cNvSpPr>
            <a:spLocks noChangeArrowheads="1"/>
          </p:cNvSpPr>
          <p:nvPr/>
        </p:nvSpPr>
        <p:spPr bwMode="auto">
          <a:xfrm>
            <a:off x="228600" y="1222375"/>
            <a:ext cx="831373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r>
              <a:rPr lang="en-US" altLang="zh-CN" sz="2000">
                <a:ea typeface="宋体" panose="02010600030101010101" pitchFamily="2" charset="-122"/>
              </a:rPr>
              <a:t>If every loan is held by exactly one customer and is associated with exactly one branch, the above design is satisfied.</a:t>
            </a:r>
          </a:p>
        </p:txBody>
      </p:sp>
      <p:graphicFrame>
        <p:nvGraphicFramePr>
          <p:cNvPr id="223466" name="Group 234">
            <a:extLst>
              <a:ext uri="{FF2B5EF4-FFF2-40B4-BE49-F238E27FC236}">
                <a16:creationId xmlns:a16="http://schemas.microsoft.com/office/drawing/2014/main" id="{D862658F-4395-4797-8ACD-C17995A81910}"/>
              </a:ext>
            </a:extLst>
          </p:cNvPr>
          <p:cNvGraphicFramePr>
            <a:graphicFrameLocks noGrp="1"/>
          </p:cNvGraphicFramePr>
          <p:nvPr/>
        </p:nvGraphicFramePr>
        <p:xfrm>
          <a:off x="1047750" y="4564063"/>
          <a:ext cx="7061200" cy="1463676"/>
        </p:xfrm>
        <a:graphic>
          <a:graphicData uri="http://schemas.openxmlformats.org/drawingml/2006/table">
            <a:tbl>
              <a:tblPr/>
              <a:tblGrid>
                <a:gridCol w="149225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gridCol w="1504950">
                  <a:extLst>
                    <a:ext uri="{9D8B030D-6E8A-4147-A177-3AD203B41FA5}">
                      <a16:colId xmlns:a16="http://schemas.microsoft.com/office/drawing/2014/main" val="20003"/>
                    </a:ext>
                  </a:extLst>
                </a:gridCol>
              </a:tblGrid>
              <a:tr h="365919">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Garamond" pitchFamily="18" charset="0"/>
                          <a:ea typeface="宋体" pitchFamily="2" charset="-122"/>
                          <a:cs typeface="Times New Roman" pitchFamily="18" charset="0"/>
                        </a:rPr>
                        <a:t>customer-id </a:t>
                      </a:r>
                    </a:p>
                  </a:txBody>
                  <a:tcPr marT="45740" marB="45740"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Garamond" pitchFamily="18" charset="0"/>
                          <a:ea typeface="宋体" pitchFamily="2" charset="-122"/>
                          <a:cs typeface="Times New Roman" pitchFamily="18" charset="0"/>
                        </a:rPr>
                        <a:t>loan-number</a:t>
                      </a:r>
                    </a:p>
                  </a:txBody>
                  <a:tcPr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Garamond" pitchFamily="18" charset="0"/>
                          <a:ea typeface="宋体" pitchFamily="2" charset="-122"/>
                          <a:cs typeface="Times New Roman" pitchFamily="18" charset="0"/>
                        </a:rPr>
                        <a:t>branch-name</a:t>
                      </a:r>
                    </a:p>
                  </a:txBody>
                  <a:tcPr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Garamond" pitchFamily="18" charset="0"/>
                          <a:ea typeface="宋体" pitchFamily="2" charset="-122"/>
                          <a:cs typeface="Times New Roman" pitchFamily="18" charset="0"/>
                        </a:rPr>
                        <a:t>amount</a:t>
                      </a:r>
                    </a:p>
                  </a:txBody>
                  <a:tcPr marT="45740" marB="45740"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919">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p>
                  </a:txBody>
                  <a:tcPr marT="45740" marB="45740"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L-12</a:t>
                      </a:r>
                    </a:p>
                  </a:txBody>
                  <a:tcPr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Downtown</a:t>
                      </a:r>
                    </a:p>
                  </a:txBody>
                  <a:tcPr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250</a:t>
                      </a:r>
                    </a:p>
                  </a:txBody>
                  <a:tcPr marT="45740" marB="45740"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919">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a:t>
                      </a:r>
                    </a:p>
                  </a:txBody>
                  <a:tcPr marT="45740" marB="45740"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L-11</a:t>
                      </a:r>
                    </a:p>
                  </a:txBody>
                  <a:tcPr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Redwood</a:t>
                      </a:r>
                    </a:p>
                  </a:txBody>
                  <a:tcPr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900</a:t>
                      </a:r>
                    </a:p>
                  </a:txBody>
                  <a:tcPr marT="45740" marB="45740"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919">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a:t>
                      </a:r>
                    </a:p>
                  </a:txBody>
                  <a:tcPr marT="45740" marB="45740"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L-12</a:t>
                      </a:r>
                    </a:p>
                  </a:txBody>
                  <a:tcPr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Downtown</a:t>
                      </a:r>
                    </a:p>
                  </a:txBody>
                  <a:tcPr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250</a:t>
                      </a:r>
                    </a:p>
                  </a:txBody>
                  <a:tcPr marT="45740" marB="45740"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23374" name="Rectangle 142">
            <a:extLst>
              <a:ext uri="{FF2B5EF4-FFF2-40B4-BE49-F238E27FC236}">
                <a16:creationId xmlns:a16="http://schemas.microsoft.com/office/drawing/2014/main" id="{7BB354F3-C676-447E-A181-E51F1B95CFB1}"/>
              </a:ext>
            </a:extLst>
          </p:cNvPr>
          <p:cNvSpPr>
            <a:spLocks noChangeArrowheads="1"/>
          </p:cNvSpPr>
          <p:nvPr/>
        </p:nvSpPr>
        <p:spPr bwMode="auto">
          <a:xfrm>
            <a:off x="228600" y="3665538"/>
            <a:ext cx="8383588"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r>
              <a:rPr lang="en-US" altLang="zh-CN" sz="2000">
                <a:ea typeface="宋体" panose="02010600030101010101" pitchFamily="2" charset="-122"/>
              </a:rPr>
              <a:t>If several customers hold a loan jointly, we must replicate the values for the descriptive attributes such as </a:t>
            </a:r>
            <a:r>
              <a:rPr lang="en-US" altLang="zh-CN" sz="2000" i="1">
                <a:ea typeface="宋体" panose="02010600030101010101" pitchFamily="2" charset="-122"/>
              </a:rPr>
              <a:t>loan_number</a:t>
            </a:r>
            <a:r>
              <a:rPr lang="en-US" altLang="zh-CN" sz="2000">
                <a:ea typeface="宋体" panose="02010600030101010101" pitchFamily="2" charset="-122"/>
              </a:rPr>
              <a:t> and </a:t>
            </a:r>
            <a:r>
              <a:rPr lang="en-US" altLang="zh-CN" sz="2000" i="1">
                <a:ea typeface="宋体" panose="02010600030101010101" pitchFamily="2" charset="-122"/>
              </a:rPr>
              <a:t>amount</a:t>
            </a:r>
            <a:r>
              <a:rPr lang="en-US" altLang="zh-CN" sz="2000">
                <a:ea typeface="宋体" panose="02010600030101010101" pitchFamily="2" charset="-122"/>
              </a:rPr>
              <a:t>.</a:t>
            </a:r>
          </a:p>
        </p:txBody>
      </p:sp>
      <p:sp>
        <p:nvSpPr>
          <p:cNvPr id="223403" name="Rectangle 171">
            <a:extLst>
              <a:ext uri="{FF2B5EF4-FFF2-40B4-BE49-F238E27FC236}">
                <a16:creationId xmlns:a16="http://schemas.microsoft.com/office/drawing/2014/main" id="{F98FA513-4ED7-49D1-AB4B-8FE24FDEE8B0}"/>
              </a:ext>
            </a:extLst>
          </p:cNvPr>
          <p:cNvSpPr>
            <a:spLocks noChangeArrowheads="1"/>
          </p:cNvSpPr>
          <p:nvPr/>
        </p:nvSpPr>
        <p:spPr bwMode="auto">
          <a:xfrm>
            <a:off x="965200" y="4906963"/>
            <a:ext cx="7202488" cy="396875"/>
          </a:xfrm>
          <a:prstGeom prst="rect">
            <a:avLst/>
          </a:prstGeom>
          <a:noFill/>
          <a:ln w="2857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endParaRPr kumimoji="0" lang="zh-CN" altLang="en-US" sz="1600">
              <a:ea typeface="宋体" panose="02010600030101010101" pitchFamily="2" charset="-122"/>
            </a:endParaRPr>
          </a:p>
        </p:txBody>
      </p:sp>
      <p:sp>
        <p:nvSpPr>
          <p:cNvPr id="223404" name="Rectangle 172">
            <a:extLst>
              <a:ext uri="{FF2B5EF4-FFF2-40B4-BE49-F238E27FC236}">
                <a16:creationId xmlns:a16="http://schemas.microsoft.com/office/drawing/2014/main" id="{EF3FD63D-B9DC-4D8F-9FDE-3437D30B4D7F}"/>
              </a:ext>
            </a:extLst>
          </p:cNvPr>
          <p:cNvSpPr>
            <a:spLocks noChangeArrowheads="1"/>
          </p:cNvSpPr>
          <p:nvPr/>
        </p:nvSpPr>
        <p:spPr bwMode="auto">
          <a:xfrm>
            <a:off x="976313" y="5627688"/>
            <a:ext cx="7202487" cy="396875"/>
          </a:xfrm>
          <a:prstGeom prst="rect">
            <a:avLst/>
          </a:prstGeom>
          <a:noFill/>
          <a:ln w="2857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endParaRPr kumimoji="0" lang="zh-CN" altLang="en-US" sz="16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334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2343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337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2346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340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34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341" grpId="0"/>
      <p:bldP spid="223374" grpId="0"/>
      <p:bldP spid="223403" grpId="0" animBg="1"/>
      <p:bldP spid="223404"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a:extLst>
              <a:ext uri="{FF2B5EF4-FFF2-40B4-BE49-F238E27FC236}">
                <a16:creationId xmlns:a16="http://schemas.microsoft.com/office/drawing/2014/main" id="{B62E213E-F83B-4FFF-9D2B-9288C86A6554}"/>
              </a:ext>
            </a:extLst>
          </p:cNvPr>
          <p:cNvSpPr>
            <a:spLocks noGrp="1" noChangeArrowheads="1"/>
          </p:cNvSpPr>
          <p:nvPr>
            <p:ph type="title"/>
          </p:nvPr>
        </p:nvSpPr>
        <p:spPr/>
        <p:txBody>
          <a:bodyPr/>
          <a:lstStyle/>
          <a:p>
            <a:pPr eaLnBrk="1" hangingPunct="1">
              <a:defRPr/>
            </a:pPr>
            <a:r>
              <a:rPr lang="en-US" altLang="zh-CN" dirty="0">
                <a:ea typeface="宋体" pitchFamily="2" charset="-122"/>
              </a:rPr>
              <a:t>Binary Vs. Non-Binary Relationships</a:t>
            </a:r>
          </a:p>
        </p:txBody>
      </p:sp>
      <p:sp>
        <p:nvSpPr>
          <p:cNvPr id="105475" name="Rectangle 3">
            <a:extLst>
              <a:ext uri="{FF2B5EF4-FFF2-40B4-BE49-F238E27FC236}">
                <a16:creationId xmlns:a16="http://schemas.microsoft.com/office/drawing/2014/main" id="{16FB3779-A3FF-4637-82C2-339257F586E6}"/>
              </a:ext>
            </a:extLst>
          </p:cNvPr>
          <p:cNvSpPr>
            <a:spLocks noGrp="1" noChangeArrowheads="1"/>
          </p:cNvSpPr>
          <p:nvPr>
            <p:ph idx="1"/>
          </p:nvPr>
        </p:nvSpPr>
        <p:spPr/>
        <p:txBody>
          <a:bodyPr/>
          <a:lstStyle/>
          <a:p>
            <a:pPr eaLnBrk="1" hangingPunct="1"/>
            <a:r>
              <a:rPr lang="en-US" altLang="zh-CN" sz="2400">
                <a:ea typeface="宋体" panose="02010600030101010101" pitchFamily="2" charset="-122"/>
              </a:rPr>
              <a:t>Some relationships that appear to be non-binary may be better represented using binary relationships</a:t>
            </a:r>
          </a:p>
          <a:p>
            <a:pPr lvl="1" eaLnBrk="1" hangingPunct="1"/>
            <a:r>
              <a:rPr lang="en-US" altLang="zh-CN" sz="2800">
                <a:ea typeface="宋体" panose="02010600030101010101" pitchFamily="2" charset="-122"/>
              </a:rPr>
              <a:t>Example: </a:t>
            </a:r>
            <a:r>
              <a:rPr lang="en-US" altLang="zh-CN" sz="2800" i="1">
                <a:ea typeface="宋体" panose="02010600030101010101" pitchFamily="2" charset="-122"/>
              </a:rPr>
              <a:t>proj_guide</a:t>
            </a:r>
          </a:p>
        </p:txBody>
      </p:sp>
      <p:pic>
        <p:nvPicPr>
          <p:cNvPr id="105476" name="Picture 20">
            <a:extLst>
              <a:ext uri="{FF2B5EF4-FFF2-40B4-BE49-F238E27FC236}">
                <a16:creationId xmlns:a16="http://schemas.microsoft.com/office/drawing/2014/main" id="{70FEDF8B-5250-42A7-AB94-C1B61BC59F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6550" y="3098800"/>
            <a:ext cx="5256213" cy="200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a:extLst>
              <a:ext uri="{FF2B5EF4-FFF2-40B4-BE49-F238E27FC236}">
                <a16:creationId xmlns:a16="http://schemas.microsoft.com/office/drawing/2014/main" id="{C3840699-369F-4BD3-8829-FE4AF7A61451}"/>
              </a:ext>
            </a:extLst>
          </p:cNvPr>
          <p:cNvSpPr>
            <a:spLocks noGrp="1" noChangeArrowheads="1"/>
          </p:cNvSpPr>
          <p:nvPr>
            <p:ph type="title"/>
          </p:nvPr>
        </p:nvSpPr>
        <p:spPr/>
        <p:txBody>
          <a:bodyPr>
            <a:normAutofit fontScale="90000"/>
          </a:bodyPr>
          <a:lstStyle/>
          <a:p>
            <a:pPr eaLnBrk="1" hangingPunct="1">
              <a:defRPr/>
            </a:pPr>
            <a:r>
              <a:rPr lang="en-US" altLang="zh-CN" sz="2800" dirty="0">
                <a:ea typeface="宋体" pitchFamily="2" charset="-122"/>
              </a:rPr>
              <a:t>Converting Non-Binary Relationships to Binary Form</a:t>
            </a:r>
          </a:p>
        </p:txBody>
      </p:sp>
      <p:sp>
        <p:nvSpPr>
          <p:cNvPr id="106499" name="Rectangle 3">
            <a:extLst>
              <a:ext uri="{FF2B5EF4-FFF2-40B4-BE49-F238E27FC236}">
                <a16:creationId xmlns:a16="http://schemas.microsoft.com/office/drawing/2014/main" id="{2BC9DB00-843D-4C5C-A4D6-82F270525FBB}"/>
              </a:ext>
            </a:extLst>
          </p:cNvPr>
          <p:cNvSpPr>
            <a:spLocks noGrp="1" noChangeArrowheads="1"/>
          </p:cNvSpPr>
          <p:nvPr>
            <p:ph idx="1"/>
          </p:nvPr>
        </p:nvSpPr>
        <p:spPr>
          <a:xfrm>
            <a:off x="228600" y="882650"/>
            <a:ext cx="8610600" cy="5441950"/>
          </a:xfrm>
        </p:spPr>
        <p:txBody>
          <a:bodyPr/>
          <a:lstStyle/>
          <a:p>
            <a:pPr eaLnBrk="1" hangingPunct="1">
              <a:spcBef>
                <a:spcPts val="200"/>
              </a:spcBef>
            </a:pPr>
            <a:r>
              <a:rPr lang="en-US" altLang="zh-CN" sz="2000">
                <a:ea typeface="宋体" panose="02010600030101010101" pitchFamily="2" charset="-122"/>
              </a:rPr>
              <a:t>In general, any non-binary relationship can be represented using binary relationships by creating an artificial entity set.</a:t>
            </a:r>
          </a:p>
          <a:p>
            <a:pPr lvl="1" eaLnBrk="1" hangingPunct="1">
              <a:spcBef>
                <a:spcPts val="200"/>
              </a:spcBef>
            </a:pPr>
            <a:r>
              <a:rPr lang="en-US" altLang="zh-CN" sz="2000">
                <a:ea typeface="宋体" panose="02010600030101010101" pitchFamily="2" charset="-122"/>
              </a:rPr>
              <a:t>Replace </a:t>
            </a:r>
            <a:r>
              <a:rPr lang="en-US" altLang="zh-CN" sz="2000" i="1">
                <a:ea typeface="宋体" panose="02010600030101010101" pitchFamily="2" charset="-122"/>
              </a:rPr>
              <a:t>R </a:t>
            </a:r>
            <a:r>
              <a:rPr lang="en-US" altLang="zh-CN" sz="2000">
                <a:ea typeface="宋体" panose="02010600030101010101" pitchFamily="2" charset="-122"/>
              </a:rPr>
              <a:t>between entity sets A, B and C</a:t>
            </a:r>
            <a:r>
              <a:rPr lang="en-US" altLang="zh-CN" sz="2000" i="1">
                <a:ea typeface="宋体" panose="02010600030101010101" pitchFamily="2" charset="-122"/>
              </a:rPr>
              <a:t> </a:t>
            </a:r>
            <a:r>
              <a:rPr lang="en-US" altLang="zh-CN" sz="2000">
                <a:ea typeface="宋体" panose="02010600030101010101" pitchFamily="2" charset="-122"/>
              </a:rPr>
              <a:t>by an entity set </a:t>
            </a:r>
            <a:r>
              <a:rPr lang="en-US" altLang="zh-CN" sz="2000" i="1">
                <a:ea typeface="宋体" panose="02010600030101010101" pitchFamily="2" charset="-122"/>
              </a:rPr>
              <a:t>E</a:t>
            </a:r>
            <a:r>
              <a:rPr lang="en-US" altLang="zh-CN" sz="2000">
                <a:ea typeface="宋体" panose="02010600030101010101" pitchFamily="2" charset="-122"/>
              </a:rPr>
              <a:t>, and three relationship sets: </a:t>
            </a:r>
          </a:p>
          <a:p>
            <a:pPr eaLnBrk="1" hangingPunct="1">
              <a:spcBef>
                <a:spcPts val="200"/>
              </a:spcBef>
              <a:buFont typeface="Monotype Sorts" pitchFamily="2" charset="2"/>
              <a:buNone/>
            </a:pPr>
            <a:r>
              <a:rPr lang="en-US" altLang="zh-CN" sz="2000">
                <a:ea typeface="宋体" panose="02010600030101010101" pitchFamily="2" charset="-122"/>
              </a:rPr>
              <a:t>		1. </a:t>
            </a:r>
            <a:r>
              <a:rPr lang="en-US" altLang="zh-CN" sz="2000" i="1">
                <a:ea typeface="宋体" panose="02010600030101010101" pitchFamily="2" charset="-122"/>
              </a:rPr>
              <a:t>R</a:t>
            </a:r>
            <a:r>
              <a:rPr lang="en-US" altLang="zh-CN" sz="2000" i="1" baseline="-25000">
                <a:ea typeface="宋体" panose="02010600030101010101" pitchFamily="2" charset="-122"/>
              </a:rPr>
              <a:t>A</a:t>
            </a:r>
            <a:r>
              <a:rPr lang="en-US" altLang="zh-CN" sz="2000">
                <a:ea typeface="宋体" panose="02010600030101010101" pitchFamily="2" charset="-122"/>
              </a:rPr>
              <a:t>, relating </a:t>
            </a:r>
            <a:r>
              <a:rPr lang="en-US" altLang="zh-CN" sz="2000" i="1">
                <a:ea typeface="宋体" panose="02010600030101010101" pitchFamily="2" charset="-122"/>
              </a:rPr>
              <a:t>E </a:t>
            </a:r>
            <a:r>
              <a:rPr lang="en-US" altLang="zh-CN" sz="2000">
                <a:ea typeface="宋体" panose="02010600030101010101" pitchFamily="2" charset="-122"/>
              </a:rPr>
              <a:t>and </a:t>
            </a:r>
            <a:r>
              <a:rPr lang="en-US" altLang="zh-CN" sz="2000" i="1">
                <a:ea typeface="宋体" panose="02010600030101010101" pitchFamily="2" charset="-122"/>
              </a:rPr>
              <a:t>A </a:t>
            </a:r>
            <a:r>
              <a:rPr lang="en-US" altLang="zh-CN" sz="2000">
                <a:ea typeface="宋体" panose="02010600030101010101" pitchFamily="2" charset="-122"/>
              </a:rPr>
              <a:t>		  2.</a:t>
            </a:r>
            <a:r>
              <a:rPr lang="en-US" altLang="zh-CN" sz="2000" i="1">
                <a:ea typeface="宋体" panose="02010600030101010101" pitchFamily="2" charset="-122"/>
              </a:rPr>
              <a:t>R</a:t>
            </a:r>
            <a:r>
              <a:rPr lang="en-US" altLang="zh-CN" sz="2000" i="1" baseline="-25000">
                <a:ea typeface="宋体" panose="02010600030101010101" pitchFamily="2" charset="-122"/>
              </a:rPr>
              <a:t>B</a:t>
            </a:r>
            <a:r>
              <a:rPr lang="en-US" altLang="zh-CN" sz="2000">
                <a:ea typeface="宋体" panose="02010600030101010101" pitchFamily="2" charset="-122"/>
              </a:rPr>
              <a:t>, relating </a:t>
            </a:r>
            <a:r>
              <a:rPr lang="en-US" altLang="zh-CN" sz="2000" i="1">
                <a:ea typeface="宋体" panose="02010600030101010101" pitchFamily="2" charset="-122"/>
              </a:rPr>
              <a:t>E </a:t>
            </a:r>
            <a:r>
              <a:rPr lang="en-US" altLang="zh-CN" sz="2000">
                <a:ea typeface="宋体" panose="02010600030101010101" pitchFamily="2" charset="-122"/>
              </a:rPr>
              <a:t>and </a:t>
            </a:r>
            <a:r>
              <a:rPr lang="en-US" altLang="zh-CN" sz="2000" i="1">
                <a:ea typeface="宋体" panose="02010600030101010101" pitchFamily="2" charset="-122"/>
              </a:rPr>
              <a:t>B</a:t>
            </a:r>
          </a:p>
          <a:p>
            <a:pPr eaLnBrk="1" hangingPunct="1">
              <a:spcBef>
                <a:spcPts val="200"/>
              </a:spcBef>
              <a:buFont typeface="Monotype Sorts" pitchFamily="2" charset="2"/>
              <a:buNone/>
            </a:pPr>
            <a:r>
              <a:rPr lang="en-US" altLang="zh-CN" sz="2000">
                <a:ea typeface="宋体" panose="02010600030101010101" pitchFamily="2" charset="-122"/>
              </a:rPr>
              <a:t>		3. </a:t>
            </a:r>
            <a:r>
              <a:rPr lang="en-US" altLang="zh-CN" sz="2000" i="1">
                <a:ea typeface="宋体" panose="02010600030101010101" pitchFamily="2" charset="-122"/>
              </a:rPr>
              <a:t>R</a:t>
            </a:r>
            <a:r>
              <a:rPr lang="en-US" altLang="zh-CN" sz="2000" i="1" baseline="-25000">
                <a:ea typeface="宋体" panose="02010600030101010101" pitchFamily="2" charset="-122"/>
              </a:rPr>
              <a:t>C</a:t>
            </a:r>
            <a:r>
              <a:rPr lang="en-US" altLang="zh-CN" sz="2000">
                <a:ea typeface="宋体" panose="02010600030101010101" pitchFamily="2" charset="-122"/>
              </a:rPr>
              <a:t>, relating </a:t>
            </a:r>
            <a:r>
              <a:rPr lang="en-US" altLang="zh-CN" sz="2000" i="1">
                <a:ea typeface="宋体" panose="02010600030101010101" pitchFamily="2" charset="-122"/>
              </a:rPr>
              <a:t>E </a:t>
            </a:r>
            <a:r>
              <a:rPr lang="en-US" altLang="zh-CN" sz="2000">
                <a:ea typeface="宋体" panose="02010600030101010101" pitchFamily="2" charset="-122"/>
              </a:rPr>
              <a:t>and </a:t>
            </a:r>
            <a:r>
              <a:rPr lang="en-US" altLang="zh-CN" sz="2000" i="1">
                <a:ea typeface="宋体" panose="02010600030101010101" pitchFamily="2" charset="-122"/>
              </a:rPr>
              <a:t>C</a:t>
            </a:r>
          </a:p>
          <a:p>
            <a:pPr lvl="1" eaLnBrk="1" hangingPunct="1">
              <a:spcBef>
                <a:spcPts val="200"/>
              </a:spcBef>
            </a:pPr>
            <a:r>
              <a:rPr lang="en-US" altLang="zh-CN" sz="2000">
                <a:ea typeface="宋体" panose="02010600030101010101" pitchFamily="2" charset="-122"/>
              </a:rPr>
              <a:t>Create a special identifying attribute for </a:t>
            </a:r>
            <a:r>
              <a:rPr lang="en-US" altLang="zh-CN" sz="2000" i="1">
                <a:ea typeface="宋体" panose="02010600030101010101" pitchFamily="2" charset="-122"/>
              </a:rPr>
              <a:t>E</a:t>
            </a:r>
          </a:p>
          <a:p>
            <a:pPr lvl="1" eaLnBrk="1" hangingPunct="1">
              <a:spcBef>
                <a:spcPts val="200"/>
              </a:spcBef>
            </a:pPr>
            <a:r>
              <a:rPr lang="en-US" altLang="zh-CN" sz="2000">
                <a:ea typeface="宋体" panose="02010600030101010101" pitchFamily="2" charset="-122"/>
              </a:rPr>
              <a:t>Add any attributes of </a:t>
            </a:r>
            <a:r>
              <a:rPr lang="en-US" altLang="zh-CN" sz="2000" i="1">
                <a:ea typeface="宋体" panose="02010600030101010101" pitchFamily="2" charset="-122"/>
              </a:rPr>
              <a:t>R </a:t>
            </a:r>
            <a:r>
              <a:rPr lang="en-US" altLang="zh-CN" sz="2000">
                <a:ea typeface="宋体" panose="02010600030101010101" pitchFamily="2" charset="-122"/>
              </a:rPr>
              <a:t>to </a:t>
            </a:r>
            <a:r>
              <a:rPr lang="en-US" altLang="zh-CN" sz="2000" i="1">
                <a:ea typeface="宋体" panose="02010600030101010101" pitchFamily="2" charset="-122"/>
              </a:rPr>
              <a:t>E </a:t>
            </a:r>
          </a:p>
          <a:p>
            <a:pPr lvl="1" eaLnBrk="1" hangingPunct="1">
              <a:spcBef>
                <a:spcPts val="200"/>
              </a:spcBef>
            </a:pPr>
            <a:r>
              <a:rPr lang="en-US" altLang="zh-CN" sz="2000">
                <a:ea typeface="宋体" panose="02010600030101010101" pitchFamily="2" charset="-122"/>
              </a:rPr>
              <a:t>For each relationship (</a:t>
            </a:r>
            <a:r>
              <a:rPr lang="en-US" altLang="zh-CN" sz="2000" i="1">
                <a:ea typeface="宋体" panose="02010600030101010101" pitchFamily="2" charset="-122"/>
              </a:rPr>
              <a:t>a</a:t>
            </a:r>
            <a:r>
              <a:rPr lang="en-US" altLang="zh-CN" sz="2000" i="1" baseline="-25000">
                <a:ea typeface="宋体" panose="02010600030101010101" pitchFamily="2" charset="-122"/>
              </a:rPr>
              <a:t>i</a:t>
            </a:r>
            <a:r>
              <a:rPr lang="en-US" altLang="zh-CN" sz="2000" i="1">
                <a:ea typeface="宋体" panose="02010600030101010101" pitchFamily="2" charset="-122"/>
              </a:rPr>
              <a:t> , b</a:t>
            </a:r>
            <a:r>
              <a:rPr lang="en-US" altLang="zh-CN" sz="2000" i="1" baseline="-25000">
                <a:ea typeface="宋体" panose="02010600030101010101" pitchFamily="2" charset="-122"/>
              </a:rPr>
              <a:t>i</a:t>
            </a:r>
            <a:r>
              <a:rPr lang="en-US" altLang="zh-CN" sz="2000" i="1">
                <a:ea typeface="宋体" panose="02010600030101010101" pitchFamily="2" charset="-122"/>
              </a:rPr>
              <a:t> , c</a:t>
            </a:r>
            <a:r>
              <a:rPr lang="en-US" altLang="zh-CN" sz="2000" i="1" baseline="-25000">
                <a:ea typeface="宋体" panose="02010600030101010101" pitchFamily="2" charset="-122"/>
              </a:rPr>
              <a:t>i</a:t>
            </a:r>
            <a:r>
              <a:rPr lang="en-US" altLang="zh-CN" sz="2000">
                <a:ea typeface="宋体" panose="02010600030101010101" pitchFamily="2" charset="-122"/>
              </a:rPr>
              <a:t>) in </a:t>
            </a:r>
            <a:r>
              <a:rPr lang="en-US" altLang="zh-CN" sz="2000" i="1">
                <a:ea typeface="宋体" panose="02010600030101010101" pitchFamily="2" charset="-122"/>
              </a:rPr>
              <a:t>R,</a:t>
            </a:r>
            <a:r>
              <a:rPr lang="en-US" altLang="zh-CN" sz="2000">
                <a:ea typeface="宋体" panose="02010600030101010101" pitchFamily="2" charset="-122"/>
              </a:rPr>
              <a:t> create </a:t>
            </a:r>
          </a:p>
          <a:p>
            <a:pPr eaLnBrk="1" hangingPunct="1">
              <a:spcBef>
                <a:spcPts val="200"/>
              </a:spcBef>
              <a:buFont typeface="Monotype Sorts" pitchFamily="2" charset="2"/>
              <a:buNone/>
            </a:pPr>
            <a:r>
              <a:rPr lang="en-US" altLang="zh-CN" sz="2000">
                <a:ea typeface="宋体" panose="02010600030101010101" pitchFamily="2" charset="-122"/>
              </a:rPr>
              <a:t>	      1. a new entity </a:t>
            </a:r>
            <a:r>
              <a:rPr lang="en-US" altLang="zh-CN" sz="2000" i="1">
                <a:ea typeface="宋体" panose="02010600030101010101" pitchFamily="2" charset="-122"/>
              </a:rPr>
              <a:t>e</a:t>
            </a:r>
            <a:r>
              <a:rPr lang="en-US" altLang="zh-CN" sz="2000" i="1" baseline="-25000">
                <a:ea typeface="宋体" panose="02010600030101010101" pitchFamily="2" charset="-122"/>
              </a:rPr>
              <a:t>i</a:t>
            </a:r>
            <a:r>
              <a:rPr lang="en-US" altLang="zh-CN" sz="2000" i="1">
                <a:ea typeface="宋体" panose="02010600030101010101" pitchFamily="2" charset="-122"/>
              </a:rPr>
              <a:t> </a:t>
            </a:r>
            <a:r>
              <a:rPr lang="en-US" altLang="zh-CN" sz="2000">
                <a:ea typeface="宋体" panose="02010600030101010101" pitchFamily="2" charset="-122"/>
              </a:rPr>
              <a:t>in the entity set </a:t>
            </a:r>
            <a:r>
              <a:rPr lang="en-US" altLang="zh-CN" sz="2000" i="1">
                <a:ea typeface="宋体" panose="02010600030101010101" pitchFamily="2" charset="-122"/>
              </a:rPr>
              <a:t>E       </a:t>
            </a:r>
            <a:r>
              <a:rPr lang="en-US" altLang="zh-CN" sz="2000">
                <a:ea typeface="宋体" panose="02010600030101010101" pitchFamily="2" charset="-122"/>
              </a:rPr>
              <a:t>2. add (</a:t>
            </a:r>
            <a:r>
              <a:rPr lang="en-US" altLang="zh-CN" sz="2000" i="1">
                <a:ea typeface="宋体" panose="02010600030101010101" pitchFamily="2" charset="-122"/>
              </a:rPr>
              <a:t>e</a:t>
            </a:r>
            <a:r>
              <a:rPr lang="en-US" altLang="zh-CN" sz="2000" i="1" baseline="-25000">
                <a:ea typeface="宋体" panose="02010600030101010101" pitchFamily="2" charset="-122"/>
              </a:rPr>
              <a:t>i</a:t>
            </a:r>
            <a:r>
              <a:rPr lang="en-US" altLang="zh-CN" sz="2000" i="1">
                <a:ea typeface="宋体" panose="02010600030101010101" pitchFamily="2" charset="-122"/>
              </a:rPr>
              <a:t> , a</a:t>
            </a:r>
            <a:r>
              <a:rPr lang="en-US" altLang="zh-CN" sz="2000" i="1" baseline="-25000">
                <a:ea typeface="宋体" panose="02010600030101010101" pitchFamily="2" charset="-122"/>
              </a:rPr>
              <a:t>i </a:t>
            </a:r>
            <a:r>
              <a:rPr lang="en-US" altLang="zh-CN" sz="2000">
                <a:ea typeface="宋体" panose="02010600030101010101" pitchFamily="2" charset="-122"/>
              </a:rPr>
              <a:t>) to </a:t>
            </a:r>
            <a:r>
              <a:rPr lang="en-US" altLang="zh-CN" sz="2000" i="1">
                <a:ea typeface="宋体" panose="02010600030101010101" pitchFamily="2" charset="-122"/>
              </a:rPr>
              <a:t>R</a:t>
            </a:r>
            <a:r>
              <a:rPr lang="en-US" altLang="zh-CN" sz="2000" i="1" baseline="-25000">
                <a:ea typeface="宋体" panose="02010600030101010101" pitchFamily="2" charset="-122"/>
              </a:rPr>
              <a:t>A</a:t>
            </a:r>
          </a:p>
          <a:p>
            <a:pPr eaLnBrk="1" hangingPunct="1">
              <a:spcBef>
                <a:spcPts val="200"/>
              </a:spcBef>
              <a:buFont typeface="Monotype Sorts" pitchFamily="2" charset="2"/>
              <a:buNone/>
            </a:pPr>
            <a:r>
              <a:rPr lang="en-US" altLang="zh-CN" sz="2000">
                <a:ea typeface="宋体" panose="02010600030101010101" pitchFamily="2" charset="-122"/>
              </a:rPr>
              <a:t>	      3. add (</a:t>
            </a:r>
            <a:r>
              <a:rPr lang="en-US" altLang="zh-CN" sz="2000" i="1">
                <a:ea typeface="宋体" panose="02010600030101010101" pitchFamily="2" charset="-122"/>
              </a:rPr>
              <a:t>e</a:t>
            </a:r>
            <a:r>
              <a:rPr lang="en-US" altLang="zh-CN" sz="2000" i="1" baseline="-25000">
                <a:ea typeface="宋体" panose="02010600030101010101" pitchFamily="2" charset="-122"/>
              </a:rPr>
              <a:t>i</a:t>
            </a:r>
            <a:r>
              <a:rPr lang="en-US" altLang="zh-CN" sz="2000" i="1">
                <a:ea typeface="宋体" panose="02010600030101010101" pitchFamily="2" charset="-122"/>
              </a:rPr>
              <a:t> , b</a:t>
            </a:r>
            <a:r>
              <a:rPr lang="en-US" altLang="zh-CN" sz="2000" i="1" baseline="-25000">
                <a:ea typeface="宋体" panose="02010600030101010101" pitchFamily="2" charset="-122"/>
              </a:rPr>
              <a:t>i</a:t>
            </a:r>
            <a:r>
              <a:rPr lang="en-US" altLang="zh-CN" sz="2000" i="1">
                <a:ea typeface="宋体" panose="02010600030101010101" pitchFamily="2" charset="-122"/>
              </a:rPr>
              <a:t> </a:t>
            </a:r>
            <a:r>
              <a:rPr lang="en-US" altLang="zh-CN" sz="2000">
                <a:ea typeface="宋体" panose="02010600030101010101" pitchFamily="2" charset="-122"/>
              </a:rPr>
              <a:t>) to </a:t>
            </a:r>
            <a:r>
              <a:rPr lang="en-US" altLang="zh-CN" sz="2000" i="1">
                <a:ea typeface="宋体" panose="02010600030101010101" pitchFamily="2" charset="-122"/>
              </a:rPr>
              <a:t>R</a:t>
            </a:r>
            <a:r>
              <a:rPr lang="en-US" altLang="zh-CN" sz="2000" i="1" baseline="-25000">
                <a:ea typeface="宋体" panose="02010600030101010101" pitchFamily="2" charset="-122"/>
              </a:rPr>
              <a:t>B</a:t>
            </a:r>
            <a:r>
              <a:rPr lang="en-US" altLang="zh-CN" sz="2000" i="1">
                <a:ea typeface="宋体" panose="02010600030101010101" pitchFamily="2" charset="-122"/>
              </a:rPr>
              <a:t>      </a:t>
            </a:r>
            <a:r>
              <a:rPr lang="en-US" altLang="zh-CN" sz="2000">
                <a:ea typeface="宋体" panose="02010600030101010101" pitchFamily="2" charset="-122"/>
              </a:rPr>
              <a:t>	                     4. add (</a:t>
            </a:r>
            <a:r>
              <a:rPr lang="en-US" altLang="zh-CN" sz="2000" i="1">
                <a:ea typeface="宋体" panose="02010600030101010101" pitchFamily="2" charset="-122"/>
              </a:rPr>
              <a:t>e</a:t>
            </a:r>
            <a:r>
              <a:rPr lang="en-US" altLang="zh-CN" sz="2000" i="1" baseline="-25000">
                <a:ea typeface="宋体" panose="02010600030101010101" pitchFamily="2" charset="-122"/>
              </a:rPr>
              <a:t>i</a:t>
            </a:r>
            <a:r>
              <a:rPr lang="en-US" altLang="zh-CN" sz="2000" i="1">
                <a:ea typeface="宋体" panose="02010600030101010101" pitchFamily="2" charset="-122"/>
              </a:rPr>
              <a:t> , c</a:t>
            </a:r>
            <a:r>
              <a:rPr lang="en-US" altLang="zh-CN" sz="2000" i="1" baseline="-25000">
                <a:ea typeface="宋体" panose="02010600030101010101" pitchFamily="2" charset="-122"/>
              </a:rPr>
              <a:t>i </a:t>
            </a:r>
            <a:r>
              <a:rPr lang="en-US" altLang="zh-CN" sz="2000">
                <a:ea typeface="宋体" panose="02010600030101010101" pitchFamily="2" charset="-122"/>
              </a:rPr>
              <a:t>) to </a:t>
            </a:r>
            <a:r>
              <a:rPr lang="en-US" altLang="zh-CN" sz="2000" i="1">
                <a:ea typeface="宋体" panose="02010600030101010101" pitchFamily="2" charset="-122"/>
              </a:rPr>
              <a:t>R</a:t>
            </a:r>
            <a:r>
              <a:rPr lang="en-US" altLang="zh-CN" sz="2000" i="1" baseline="-25000">
                <a:ea typeface="宋体" panose="02010600030101010101" pitchFamily="2" charset="-122"/>
              </a:rPr>
              <a:t>C</a:t>
            </a:r>
          </a:p>
        </p:txBody>
      </p:sp>
      <p:pic>
        <p:nvPicPr>
          <p:cNvPr id="106500" name="Picture 5">
            <a:extLst>
              <a:ext uri="{FF2B5EF4-FFF2-40B4-BE49-F238E27FC236}">
                <a16:creationId xmlns:a16="http://schemas.microsoft.com/office/drawing/2014/main" id="{486AF856-EA87-4DE4-9A5E-A4198999D3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406" t="28412" r="609" b="29225"/>
          <a:stretch>
            <a:fillRect/>
          </a:stretch>
        </p:blipFill>
        <p:spPr bwMode="auto">
          <a:xfrm>
            <a:off x="1682750" y="4613275"/>
            <a:ext cx="5327650" cy="1711325"/>
          </a:xfrm>
          <a:prstGeom prst="rect">
            <a:avLst/>
          </a:prstGeom>
          <a:noFill/>
          <a:ln w="38100" cmpd="dbl">
            <a:solidFill>
              <a:schemeClr val="tx2"/>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6474" name="Group 170">
            <a:extLst>
              <a:ext uri="{FF2B5EF4-FFF2-40B4-BE49-F238E27FC236}">
                <a16:creationId xmlns:a16="http://schemas.microsoft.com/office/drawing/2014/main" id="{FFAA8CCC-668B-4E89-9C21-2C5A3100455C}"/>
              </a:ext>
            </a:extLst>
          </p:cNvPr>
          <p:cNvGraphicFramePr>
            <a:graphicFrameLocks noGrp="1"/>
          </p:cNvGraphicFramePr>
          <p:nvPr/>
        </p:nvGraphicFramePr>
        <p:xfrm>
          <a:off x="642938" y="2911475"/>
          <a:ext cx="2509837" cy="1300164"/>
        </p:xfrm>
        <a:graphic>
          <a:graphicData uri="http://schemas.openxmlformats.org/drawingml/2006/table">
            <a:tbl>
              <a:tblPr/>
              <a:tblGrid>
                <a:gridCol w="936706">
                  <a:extLst>
                    <a:ext uri="{9D8B030D-6E8A-4147-A177-3AD203B41FA5}">
                      <a16:colId xmlns:a16="http://schemas.microsoft.com/office/drawing/2014/main" val="20000"/>
                    </a:ext>
                  </a:extLst>
                </a:gridCol>
                <a:gridCol w="776408">
                  <a:extLst>
                    <a:ext uri="{9D8B030D-6E8A-4147-A177-3AD203B41FA5}">
                      <a16:colId xmlns:a16="http://schemas.microsoft.com/office/drawing/2014/main" val="20001"/>
                    </a:ext>
                  </a:extLst>
                </a:gridCol>
                <a:gridCol w="796723">
                  <a:extLst>
                    <a:ext uri="{9D8B030D-6E8A-4147-A177-3AD203B41FA5}">
                      <a16:colId xmlns:a16="http://schemas.microsoft.com/office/drawing/2014/main" val="20002"/>
                    </a:ext>
                  </a:extLst>
                </a:gridCol>
              </a:tblGrid>
              <a:tr h="325041">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1200" b="1" i="0" u="none" strike="noStrike" cap="none" normalizeH="0" baseline="0" dirty="0">
                          <a:ln>
                            <a:noFill/>
                          </a:ln>
                          <a:solidFill>
                            <a:schemeClr val="tx1"/>
                          </a:solidFill>
                          <a:effectLst/>
                          <a:latin typeface="Helvetica" pitchFamily="34" charset="0"/>
                          <a:ea typeface="宋体" pitchFamily="2" charset="-122"/>
                        </a:rPr>
                        <a:t>instructor</a:t>
                      </a:r>
                    </a:p>
                  </a:txBody>
                  <a:tcPr marL="91417" marR="91417" marT="45698" marB="4569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1200" b="1" i="0" u="none" strike="noStrike" cap="none" normalizeH="0" baseline="0" dirty="0">
                          <a:ln>
                            <a:noFill/>
                          </a:ln>
                          <a:solidFill>
                            <a:schemeClr val="tx1"/>
                          </a:solidFill>
                          <a:effectLst/>
                          <a:latin typeface="Helvetica" pitchFamily="34" charset="0"/>
                          <a:ea typeface="宋体" pitchFamily="2" charset="-122"/>
                        </a:rPr>
                        <a:t>student</a:t>
                      </a:r>
                    </a:p>
                  </a:txBody>
                  <a:tcPr marL="91417" marR="91417" marT="45698" marB="456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1200" b="1" i="0" u="none" strike="noStrike" cap="none" normalizeH="0" baseline="0" dirty="0">
                          <a:ln>
                            <a:noFill/>
                          </a:ln>
                          <a:solidFill>
                            <a:schemeClr val="tx1"/>
                          </a:solidFill>
                          <a:effectLst/>
                          <a:latin typeface="Helvetica" pitchFamily="34" charset="0"/>
                          <a:ea typeface="宋体" pitchFamily="2" charset="-122"/>
                        </a:rPr>
                        <a:t>pro</a:t>
                      </a:r>
                    </a:p>
                  </a:txBody>
                  <a:tcPr marL="91417" marR="91417" marT="45698" marB="4569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25041">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1200" b="0" i="0" u="none" strike="noStrike" cap="none" normalizeH="0" baseline="0" dirty="0">
                          <a:ln>
                            <a:noFill/>
                          </a:ln>
                          <a:solidFill>
                            <a:schemeClr val="tx1"/>
                          </a:solidFill>
                          <a:effectLst/>
                          <a:latin typeface="Helvetica" pitchFamily="34" charset="0"/>
                          <a:ea typeface="宋体" pitchFamily="2" charset="-122"/>
                        </a:rPr>
                        <a:t>Ada</a:t>
                      </a:r>
                    </a:p>
                  </a:txBody>
                  <a:tcPr marL="91417" marR="91417" marT="45698" marB="4569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1200" b="0" i="0" u="none" strike="noStrike" cap="none" normalizeH="0" baseline="0" dirty="0">
                          <a:ln>
                            <a:noFill/>
                          </a:ln>
                          <a:solidFill>
                            <a:schemeClr val="tx1"/>
                          </a:solidFill>
                          <a:effectLst/>
                          <a:latin typeface="Helvetica" pitchFamily="34" charset="0"/>
                          <a:ea typeface="宋体" pitchFamily="2" charset="-122"/>
                        </a:rPr>
                        <a:t>Dan</a:t>
                      </a:r>
                    </a:p>
                  </a:txBody>
                  <a:tcPr marL="91417" marR="91417" marT="45698" marB="456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1200" b="0" i="0" u="none" strike="noStrike" cap="none" normalizeH="0" baseline="0" dirty="0">
                          <a:ln>
                            <a:noFill/>
                          </a:ln>
                          <a:solidFill>
                            <a:schemeClr val="tx1"/>
                          </a:solidFill>
                          <a:effectLst/>
                          <a:latin typeface="Helvetica" pitchFamily="34" charset="0"/>
                          <a:ea typeface="宋体" pitchFamily="2" charset="-122"/>
                        </a:rPr>
                        <a:t>m</a:t>
                      </a:r>
                      <a:endParaRPr kumimoji="1" lang="zh-CN" altLang="en-US" sz="1200" b="0" i="0" u="none" strike="noStrike" cap="none" normalizeH="0" baseline="0" dirty="0">
                        <a:ln>
                          <a:noFill/>
                        </a:ln>
                        <a:solidFill>
                          <a:schemeClr val="tx1"/>
                        </a:solidFill>
                        <a:effectLst/>
                        <a:latin typeface="Helvetica" pitchFamily="34" charset="0"/>
                        <a:ea typeface="宋体" pitchFamily="2" charset="-122"/>
                      </a:endParaRPr>
                    </a:p>
                  </a:txBody>
                  <a:tcPr marL="91417" marR="91417" marT="45698" marB="4569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5041">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1200" b="0" i="0" u="none" strike="noStrike" cap="none" normalizeH="0" baseline="0">
                          <a:ln>
                            <a:noFill/>
                          </a:ln>
                          <a:solidFill>
                            <a:schemeClr val="tx1"/>
                          </a:solidFill>
                          <a:effectLst/>
                          <a:latin typeface="Helvetica" pitchFamily="34" charset="0"/>
                          <a:ea typeface="宋体" pitchFamily="2" charset="-122"/>
                        </a:rPr>
                        <a:t>Jones</a:t>
                      </a:r>
                    </a:p>
                  </a:txBody>
                  <a:tcPr marL="91417" marR="91417" marT="45698" marB="4569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1200" b="0" i="0" u="none" strike="noStrike" cap="none" normalizeH="0" baseline="0" dirty="0">
                          <a:ln>
                            <a:noFill/>
                          </a:ln>
                          <a:solidFill>
                            <a:schemeClr val="tx1"/>
                          </a:solidFill>
                          <a:effectLst/>
                          <a:latin typeface="Helvetica" pitchFamily="34" charset="0"/>
                          <a:ea typeface="宋体" pitchFamily="2" charset="-122"/>
                        </a:rPr>
                        <a:t>Dan</a:t>
                      </a:r>
                    </a:p>
                  </a:txBody>
                  <a:tcPr marL="91417" marR="91417" marT="45698" marB="456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1200" b="0" i="0" u="none" strike="noStrike" cap="none" normalizeH="0" baseline="0" dirty="0">
                          <a:ln>
                            <a:noFill/>
                          </a:ln>
                          <a:solidFill>
                            <a:schemeClr val="tx1"/>
                          </a:solidFill>
                          <a:effectLst/>
                          <a:latin typeface="Helvetica" pitchFamily="34" charset="0"/>
                          <a:ea typeface="宋体" pitchFamily="2" charset="-122"/>
                        </a:rPr>
                        <a:t>a</a:t>
                      </a:r>
                    </a:p>
                  </a:txBody>
                  <a:tcPr marL="91417" marR="91417" marT="45698" marB="4569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5041">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1200" b="0" i="0" u="none" strike="noStrike" cap="none" normalizeH="0" baseline="0">
                          <a:ln>
                            <a:noFill/>
                          </a:ln>
                          <a:solidFill>
                            <a:schemeClr val="tx1"/>
                          </a:solidFill>
                          <a:effectLst/>
                          <a:latin typeface="Helvetica" pitchFamily="34" charset="0"/>
                          <a:ea typeface="宋体" pitchFamily="2" charset="-122"/>
                        </a:rPr>
                        <a:t>Jones</a:t>
                      </a:r>
                      <a:endParaRPr kumimoji="1" lang="zh-CN" altLang="en-US" sz="1200" b="0" i="0" u="none" strike="noStrike" cap="none" normalizeH="0" baseline="0">
                        <a:ln>
                          <a:noFill/>
                        </a:ln>
                        <a:solidFill>
                          <a:schemeClr val="tx1"/>
                        </a:solidFill>
                        <a:effectLst/>
                        <a:latin typeface="Helvetica" pitchFamily="34" charset="0"/>
                        <a:ea typeface="宋体" pitchFamily="2" charset="-122"/>
                      </a:endParaRPr>
                    </a:p>
                  </a:txBody>
                  <a:tcPr marL="91417" marR="91417" marT="45698" marB="4569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1200" b="0" i="0" u="none" strike="noStrike" cap="none" normalizeH="0" baseline="0" dirty="0">
                          <a:ln>
                            <a:noFill/>
                          </a:ln>
                          <a:solidFill>
                            <a:schemeClr val="tx1"/>
                          </a:solidFill>
                          <a:effectLst/>
                          <a:latin typeface="Helvetica" pitchFamily="34" charset="0"/>
                          <a:ea typeface="宋体" pitchFamily="2" charset="-122"/>
                        </a:rPr>
                        <a:t>Peter</a:t>
                      </a:r>
                    </a:p>
                  </a:txBody>
                  <a:tcPr marL="91417" marR="91417" marT="45698" marB="456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1200" b="0" i="0" u="none" strike="noStrike" cap="none" normalizeH="0" baseline="0" dirty="0">
                          <a:ln>
                            <a:noFill/>
                          </a:ln>
                          <a:solidFill>
                            <a:schemeClr val="tx1"/>
                          </a:solidFill>
                          <a:effectLst/>
                          <a:latin typeface="Helvetica" pitchFamily="34" charset="0"/>
                          <a:ea typeface="宋体" pitchFamily="2" charset="-122"/>
                        </a:rPr>
                        <a:t>n</a:t>
                      </a:r>
                      <a:endParaRPr kumimoji="1" lang="zh-CN" altLang="en-US" sz="1200" b="0" i="0" u="none" strike="noStrike" cap="none" normalizeH="0" baseline="0" dirty="0">
                        <a:ln>
                          <a:noFill/>
                        </a:ln>
                        <a:solidFill>
                          <a:schemeClr val="tx1"/>
                        </a:solidFill>
                        <a:effectLst/>
                        <a:latin typeface="Helvetica" pitchFamily="34" charset="0"/>
                        <a:ea typeface="宋体" pitchFamily="2" charset="-122"/>
                      </a:endParaRPr>
                    </a:p>
                  </a:txBody>
                  <a:tcPr marL="91417" marR="91417" marT="45698" marB="4569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226469" name="Group 165">
            <a:extLst>
              <a:ext uri="{FF2B5EF4-FFF2-40B4-BE49-F238E27FC236}">
                <a16:creationId xmlns:a16="http://schemas.microsoft.com/office/drawing/2014/main" id="{D7717A1B-04D2-4A38-BB3D-1E832884FBEB}"/>
              </a:ext>
            </a:extLst>
          </p:cNvPr>
          <p:cNvGraphicFramePr>
            <a:graphicFrameLocks noGrp="1"/>
          </p:cNvGraphicFramePr>
          <p:nvPr/>
        </p:nvGraphicFramePr>
        <p:xfrm>
          <a:off x="4171950" y="2911475"/>
          <a:ext cx="1411288" cy="1300164"/>
        </p:xfrm>
        <a:graphic>
          <a:graphicData uri="http://schemas.openxmlformats.org/drawingml/2006/table">
            <a:tbl>
              <a:tblPr/>
              <a:tblGrid>
                <a:gridCol w="351392">
                  <a:extLst>
                    <a:ext uri="{9D8B030D-6E8A-4147-A177-3AD203B41FA5}">
                      <a16:colId xmlns:a16="http://schemas.microsoft.com/office/drawing/2014/main" val="20000"/>
                    </a:ext>
                  </a:extLst>
                </a:gridCol>
                <a:gridCol w="1059896">
                  <a:extLst>
                    <a:ext uri="{9D8B030D-6E8A-4147-A177-3AD203B41FA5}">
                      <a16:colId xmlns:a16="http://schemas.microsoft.com/office/drawing/2014/main" val="20001"/>
                    </a:ext>
                  </a:extLst>
                </a:gridCol>
              </a:tblGrid>
              <a:tr h="325041">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1400" b="1" i="0" u="none" strike="noStrike" cap="none" normalizeH="0" baseline="0" dirty="0">
                          <a:ln>
                            <a:noFill/>
                          </a:ln>
                          <a:solidFill>
                            <a:schemeClr val="tx1"/>
                          </a:solidFill>
                          <a:effectLst/>
                          <a:latin typeface="Helvetica" pitchFamily="34" charset="0"/>
                          <a:ea typeface="宋体" pitchFamily="2" charset="-122"/>
                        </a:rPr>
                        <a:t>E</a:t>
                      </a:r>
                    </a:p>
                  </a:txBody>
                  <a:tcPr marL="91502" marR="91502" marT="45698" marB="4569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1400" b="1" i="0" u="none" strike="noStrike" cap="none" normalizeH="0" baseline="0" dirty="0">
                          <a:ln>
                            <a:noFill/>
                          </a:ln>
                          <a:solidFill>
                            <a:schemeClr val="tx1"/>
                          </a:solidFill>
                          <a:effectLst/>
                          <a:latin typeface="Helvetica" pitchFamily="34" charset="0"/>
                          <a:ea typeface="宋体" pitchFamily="2" charset="-122"/>
                        </a:rPr>
                        <a:t>instructor</a:t>
                      </a:r>
                    </a:p>
                  </a:txBody>
                  <a:tcPr marL="91502" marR="91502" marT="45698" marB="4569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25041">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zh-CN" altLang="en-US" sz="1400" b="0" i="0" u="none" strike="noStrike" cap="none" normalizeH="0" baseline="0" dirty="0">
                          <a:ln>
                            <a:noFill/>
                          </a:ln>
                          <a:solidFill>
                            <a:schemeClr val="tx1"/>
                          </a:solidFill>
                          <a:effectLst/>
                          <a:latin typeface="Helvetica" pitchFamily="34" charset="0"/>
                          <a:ea typeface="宋体" pitchFamily="2" charset="-122"/>
                        </a:rPr>
                        <a:t>1</a:t>
                      </a:r>
                    </a:p>
                  </a:txBody>
                  <a:tcPr marL="91502" marR="91502" marT="45698" marB="4569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1400" b="0" i="0" u="none" strike="noStrike" cap="none" normalizeH="0" baseline="0" dirty="0">
                          <a:ln>
                            <a:noFill/>
                          </a:ln>
                          <a:solidFill>
                            <a:schemeClr val="tx1"/>
                          </a:solidFill>
                          <a:effectLst/>
                          <a:latin typeface="Helvetica" pitchFamily="34" charset="0"/>
                          <a:ea typeface="宋体" pitchFamily="2" charset="-122"/>
                        </a:rPr>
                        <a:t>Ada</a:t>
                      </a:r>
                      <a:endParaRPr kumimoji="1" lang="zh-CN" altLang="en-US" sz="1400" b="0" i="0" u="none" strike="noStrike" cap="none" normalizeH="0" baseline="0" dirty="0">
                        <a:ln>
                          <a:noFill/>
                        </a:ln>
                        <a:solidFill>
                          <a:schemeClr val="tx1"/>
                        </a:solidFill>
                        <a:effectLst/>
                        <a:latin typeface="Helvetica" pitchFamily="34" charset="0"/>
                        <a:ea typeface="宋体" pitchFamily="2" charset="-122"/>
                      </a:endParaRPr>
                    </a:p>
                  </a:txBody>
                  <a:tcPr marL="91502" marR="91502" marT="45698" marB="4569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5041">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zh-CN" altLang="en-US" sz="1400" b="0" i="0" u="none" strike="noStrike" cap="none" normalizeH="0" baseline="0">
                          <a:ln>
                            <a:noFill/>
                          </a:ln>
                          <a:solidFill>
                            <a:schemeClr val="tx1"/>
                          </a:solidFill>
                          <a:effectLst/>
                          <a:latin typeface="Helvetica" pitchFamily="34" charset="0"/>
                          <a:ea typeface="宋体" pitchFamily="2" charset="-122"/>
                        </a:rPr>
                        <a:t>2</a:t>
                      </a:r>
                    </a:p>
                  </a:txBody>
                  <a:tcPr marL="91502" marR="91502" marT="45698" marB="4569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1400" b="0" i="0" u="none" strike="noStrike" cap="none" normalizeH="0" baseline="0" dirty="0">
                          <a:ln>
                            <a:noFill/>
                          </a:ln>
                          <a:solidFill>
                            <a:schemeClr val="tx1"/>
                          </a:solidFill>
                          <a:effectLst/>
                          <a:latin typeface="Helvetica" pitchFamily="34" charset="0"/>
                          <a:ea typeface="宋体" pitchFamily="2" charset="-122"/>
                        </a:rPr>
                        <a:t>Jones</a:t>
                      </a:r>
                      <a:endParaRPr kumimoji="1" lang="zh-CN" altLang="en-US" sz="1400" b="0" i="0" u="none" strike="noStrike" cap="none" normalizeH="0" baseline="0" dirty="0">
                        <a:ln>
                          <a:noFill/>
                        </a:ln>
                        <a:solidFill>
                          <a:schemeClr val="tx1"/>
                        </a:solidFill>
                        <a:effectLst/>
                        <a:latin typeface="Helvetica" pitchFamily="34" charset="0"/>
                        <a:ea typeface="宋体" pitchFamily="2" charset="-122"/>
                      </a:endParaRPr>
                    </a:p>
                  </a:txBody>
                  <a:tcPr marL="91502" marR="91502" marT="45698" marB="4569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5041">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zh-CN" altLang="en-US" sz="1400" b="0" i="0" u="none" strike="noStrike" cap="none" normalizeH="0" baseline="0" dirty="0">
                          <a:ln>
                            <a:noFill/>
                          </a:ln>
                          <a:solidFill>
                            <a:schemeClr val="tx1"/>
                          </a:solidFill>
                          <a:effectLst/>
                          <a:latin typeface="Helvetica" pitchFamily="34" charset="0"/>
                          <a:ea typeface="宋体" pitchFamily="2" charset="-122"/>
                        </a:rPr>
                        <a:t>3</a:t>
                      </a:r>
                    </a:p>
                  </a:txBody>
                  <a:tcPr marL="91502" marR="91502" marT="45698" marB="4569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1400" b="0" i="0" u="none" strike="noStrike" cap="none" normalizeH="0" baseline="0" dirty="0">
                          <a:ln>
                            <a:noFill/>
                          </a:ln>
                          <a:solidFill>
                            <a:schemeClr val="tx1"/>
                          </a:solidFill>
                          <a:effectLst/>
                          <a:latin typeface="Helvetica" pitchFamily="34" charset="0"/>
                          <a:ea typeface="宋体" pitchFamily="2" charset="-122"/>
                        </a:rPr>
                        <a:t>Jones</a:t>
                      </a:r>
                      <a:endParaRPr kumimoji="1" lang="zh-CN" altLang="en-US" sz="1400" b="0" i="0" u="none" strike="noStrike" cap="none" normalizeH="0" baseline="0" dirty="0">
                        <a:ln>
                          <a:noFill/>
                        </a:ln>
                        <a:solidFill>
                          <a:schemeClr val="tx1"/>
                        </a:solidFill>
                        <a:effectLst/>
                        <a:latin typeface="Helvetica" pitchFamily="34" charset="0"/>
                        <a:ea typeface="宋体" pitchFamily="2" charset="-122"/>
                      </a:endParaRPr>
                    </a:p>
                  </a:txBody>
                  <a:tcPr marL="91502" marR="91502" marT="45698" marB="4569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226466" name="Group 162">
            <a:extLst>
              <a:ext uri="{FF2B5EF4-FFF2-40B4-BE49-F238E27FC236}">
                <a16:creationId xmlns:a16="http://schemas.microsoft.com/office/drawing/2014/main" id="{83AEDC97-398F-4975-BCD5-0DA1D61FB909}"/>
              </a:ext>
            </a:extLst>
          </p:cNvPr>
          <p:cNvGraphicFramePr>
            <a:graphicFrameLocks noGrp="1"/>
          </p:cNvGraphicFramePr>
          <p:nvPr/>
        </p:nvGraphicFramePr>
        <p:xfrm>
          <a:off x="5830888" y="2911475"/>
          <a:ext cx="1220787" cy="1300164"/>
        </p:xfrm>
        <a:graphic>
          <a:graphicData uri="http://schemas.openxmlformats.org/drawingml/2006/table">
            <a:tbl>
              <a:tblPr/>
              <a:tblGrid>
                <a:gridCol w="350972">
                  <a:extLst>
                    <a:ext uri="{9D8B030D-6E8A-4147-A177-3AD203B41FA5}">
                      <a16:colId xmlns:a16="http://schemas.microsoft.com/office/drawing/2014/main" val="20000"/>
                    </a:ext>
                  </a:extLst>
                </a:gridCol>
                <a:gridCol w="869815">
                  <a:extLst>
                    <a:ext uri="{9D8B030D-6E8A-4147-A177-3AD203B41FA5}">
                      <a16:colId xmlns:a16="http://schemas.microsoft.com/office/drawing/2014/main" val="20001"/>
                    </a:ext>
                  </a:extLst>
                </a:gridCol>
              </a:tblGrid>
              <a:tr h="325041">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1400" b="1" i="0" u="none" strike="noStrike" cap="none" normalizeH="0" baseline="0" dirty="0">
                          <a:ln>
                            <a:noFill/>
                          </a:ln>
                          <a:solidFill>
                            <a:schemeClr val="tx1"/>
                          </a:solidFill>
                          <a:effectLst/>
                          <a:latin typeface="Helvetica" pitchFamily="34" charset="0"/>
                          <a:ea typeface="宋体" pitchFamily="2" charset="-122"/>
                        </a:rPr>
                        <a:t>E</a:t>
                      </a:r>
                    </a:p>
                  </a:txBody>
                  <a:tcPr marL="91392" marR="91392" marT="45698" marB="4569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1400" b="1" i="0" u="none" strike="noStrike" cap="none" normalizeH="0" baseline="0" dirty="0">
                          <a:ln>
                            <a:noFill/>
                          </a:ln>
                          <a:solidFill>
                            <a:schemeClr val="tx1"/>
                          </a:solidFill>
                          <a:effectLst/>
                          <a:latin typeface="Helvetica" pitchFamily="34" charset="0"/>
                          <a:ea typeface="宋体" pitchFamily="2" charset="-122"/>
                        </a:rPr>
                        <a:t>student</a:t>
                      </a:r>
                    </a:p>
                  </a:txBody>
                  <a:tcPr marL="91392" marR="91392" marT="45698" marB="4569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25041">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zh-CN" altLang="en-US" sz="1400" b="0" i="0" u="none" strike="noStrike" cap="none" normalizeH="0" baseline="0" dirty="0">
                          <a:ln>
                            <a:noFill/>
                          </a:ln>
                          <a:solidFill>
                            <a:schemeClr val="tx1"/>
                          </a:solidFill>
                          <a:effectLst/>
                          <a:latin typeface="Helvetica" pitchFamily="34" charset="0"/>
                          <a:ea typeface="宋体" pitchFamily="2" charset="-122"/>
                        </a:rPr>
                        <a:t>1</a:t>
                      </a:r>
                    </a:p>
                  </a:txBody>
                  <a:tcPr marL="91392" marR="91392" marT="45698" marB="4569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1400" b="0" i="0" u="none" strike="noStrike" cap="none" normalizeH="0" baseline="0" dirty="0">
                          <a:ln>
                            <a:noFill/>
                          </a:ln>
                          <a:solidFill>
                            <a:schemeClr val="tx1"/>
                          </a:solidFill>
                          <a:effectLst/>
                          <a:latin typeface="Helvetica" pitchFamily="34" charset="0"/>
                          <a:ea typeface="宋体" pitchFamily="2" charset="-122"/>
                        </a:rPr>
                        <a:t>Dan</a:t>
                      </a:r>
                    </a:p>
                  </a:txBody>
                  <a:tcPr marL="91392" marR="91392" marT="45698" marB="4569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5041">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zh-CN" altLang="en-US" sz="1400" b="0" i="0" u="none" strike="noStrike" cap="none" normalizeH="0" baseline="0">
                          <a:ln>
                            <a:noFill/>
                          </a:ln>
                          <a:solidFill>
                            <a:schemeClr val="tx1"/>
                          </a:solidFill>
                          <a:effectLst/>
                          <a:latin typeface="Helvetica" pitchFamily="34" charset="0"/>
                          <a:ea typeface="宋体" pitchFamily="2" charset="-122"/>
                        </a:rPr>
                        <a:t>2</a:t>
                      </a:r>
                    </a:p>
                  </a:txBody>
                  <a:tcPr marL="91392" marR="91392" marT="45698" marB="4569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1400" b="0" i="0" u="none" strike="noStrike" cap="none" normalizeH="0" baseline="0" dirty="0">
                          <a:ln>
                            <a:noFill/>
                          </a:ln>
                          <a:solidFill>
                            <a:schemeClr val="tx1"/>
                          </a:solidFill>
                          <a:effectLst/>
                          <a:latin typeface="Helvetica" pitchFamily="34" charset="0"/>
                          <a:ea typeface="宋体" pitchFamily="2" charset="-122"/>
                        </a:rPr>
                        <a:t>Dan</a:t>
                      </a:r>
                    </a:p>
                  </a:txBody>
                  <a:tcPr marL="91392" marR="91392" marT="45698" marB="4569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5041">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zh-CN" altLang="en-US" sz="1400" b="0" i="0" u="none" strike="noStrike" cap="none" normalizeH="0" baseline="0">
                          <a:ln>
                            <a:noFill/>
                          </a:ln>
                          <a:solidFill>
                            <a:schemeClr val="tx1"/>
                          </a:solidFill>
                          <a:effectLst/>
                          <a:latin typeface="Helvetica" pitchFamily="34" charset="0"/>
                          <a:ea typeface="宋体" pitchFamily="2" charset="-122"/>
                        </a:rPr>
                        <a:t>3</a:t>
                      </a:r>
                    </a:p>
                  </a:txBody>
                  <a:tcPr marL="91392" marR="91392" marT="45698" marB="4569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1400" b="0" i="0" u="none" strike="noStrike" cap="none" normalizeH="0" baseline="0" dirty="0">
                          <a:ln>
                            <a:noFill/>
                          </a:ln>
                          <a:solidFill>
                            <a:schemeClr val="tx1"/>
                          </a:solidFill>
                          <a:effectLst/>
                          <a:latin typeface="Helvetica" pitchFamily="34" charset="0"/>
                          <a:ea typeface="宋体" pitchFamily="2" charset="-122"/>
                        </a:rPr>
                        <a:t>Peter</a:t>
                      </a:r>
                    </a:p>
                  </a:txBody>
                  <a:tcPr marL="91392" marR="91392" marT="45698" marB="4569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226365" name="Group 61">
            <a:extLst>
              <a:ext uri="{FF2B5EF4-FFF2-40B4-BE49-F238E27FC236}">
                <a16:creationId xmlns:a16="http://schemas.microsoft.com/office/drawing/2014/main" id="{A6805AD3-1378-47BC-9126-7AF9E0B9F3EC}"/>
              </a:ext>
            </a:extLst>
          </p:cNvPr>
          <p:cNvGraphicFramePr>
            <a:graphicFrameLocks noGrp="1"/>
          </p:cNvGraphicFramePr>
          <p:nvPr/>
        </p:nvGraphicFramePr>
        <p:xfrm>
          <a:off x="7253288" y="2911475"/>
          <a:ext cx="868362" cy="1300164"/>
        </p:xfrm>
        <a:graphic>
          <a:graphicData uri="http://schemas.openxmlformats.org/drawingml/2006/table">
            <a:tbl>
              <a:tblPr/>
              <a:tblGrid>
                <a:gridCol w="350898">
                  <a:extLst>
                    <a:ext uri="{9D8B030D-6E8A-4147-A177-3AD203B41FA5}">
                      <a16:colId xmlns:a16="http://schemas.microsoft.com/office/drawing/2014/main" val="20000"/>
                    </a:ext>
                  </a:extLst>
                </a:gridCol>
                <a:gridCol w="517464">
                  <a:extLst>
                    <a:ext uri="{9D8B030D-6E8A-4147-A177-3AD203B41FA5}">
                      <a16:colId xmlns:a16="http://schemas.microsoft.com/office/drawing/2014/main" val="20001"/>
                    </a:ext>
                  </a:extLst>
                </a:gridCol>
              </a:tblGrid>
              <a:tr h="325041">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1400" b="1" i="0" u="none" strike="noStrike" cap="none" normalizeH="0" baseline="0" dirty="0">
                          <a:ln>
                            <a:noFill/>
                          </a:ln>
                          <a:solidFill>
                            <a:schemeClr val="tx1"/>
                          </a:solidFill>
                          <a:effectLst/>
                          <a:latin typeface="Helvetica" pitchFamily="34" charset="0"/>
                          <a:ea typeface="宋体" pitchFamily="2" charset="-122"/>
                        </a:rPr>
                        <a:t>E</a:t>
                      </a:r>
                    </a:p>
                  </a:txBody>
                  <a:tcPr marL="91373" marR="91373" marT="45698" marB="4569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1400" b="1" i="0" u="none" strike="noStrike" cap="none" normalizeH="0" baseline="0" dirty="0">
                          <a:ln>
                            <a:noFill/>
                          </a:ln>
                          <a:solidFill>
                            <a:schemeClr val="tx1"/>
                          </a:solidFill>
                          <a:effectLst/>
                          <a:latin typeface="Helvetica" pitchFamily="34" charset="0"/>
                          <a:ea typeface="宋体" pitchFamily="2" charset="-122"/>
                        </a:rPr>
                        <a:t>pro</a:t>
                      </a:r>
                    </a:p>
                  </a:txBody>
                  <a:tcPr marL="91373" marR="91373" marT="45698" marB="4569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25041">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zh-CN" altLang="en-US" sz="1400" b="0" i="0" u="none" strike="noStrike" cap="none" normalizeH="0" baseline="0" dirty="0">
                          <a:ln>
                            <a:noFill/>
                          </a:ln>
                          <a:solidFill>
                            <a:schemeClr val="tx1"/>
                          </a:solidFill>
                          <a:effectLst/>
                          <a:latin typeface="Helvetica" pitchFamily="34" charset="0"/>
                          <a:ea typeface="宋体" pitchFamily="2" charset="-122"/>
                        </a:rPr>
                        <a:t>1</a:t>
                      </a:r>
                    </a:p>
                  </a:txBody>
                  <a:tcPr marL="91373" marR="91373" marT="45698" marB="4569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1400" b="0" i="0" u="none" strike="noStrike" cap="none" normalizeH="0" baseline="0" dirty="0">
                          <a:ln>
                            <a:noFill/>
                          </a:ln>
                          <a:solidFill>
                            <a:schemeClr val="tx1"/>
                          </a:solidFill>
                          <a:effectLst/>
                          <a:latin typeface="Helvetica" pitchFamily="34" charset="0"/>
                          <a:ea typeface="宋体" pitchFamily="2" charset="-122"/>
                        </a:rPr>
                        <a:t>m</a:t>
                      </a:r>
                    </a:p>
                  </a:txBody>
                  <a:tcPr marL="91373" marR="91373" marT="45698" marB="4569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5041">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zh-CN" altLang="en-US" sz="1400" b="0" i="0" u="none" strike="noStrike" cap="none" normalizeH="0" baseline="0" dirty="0">
                          <a:ln>
                            <a:noFill/>
                          </a:ln>
                          <a:solidFill>
                            <a:schemeClr val="tx1"/>
                          </a:solidFill>
                          <a:effectLst/>
                          <a:latin typeface="Helvetica" pitchFamily="34" charset="0"/>
                          <a:ea typeface="宋体" pitchFamily="2" charset="-122"/>
                        </a:rPr>
                        <a:t>2</a:t>
                      </a:r>
                    </a:p>
                  </a:txBody>
                  <a:tcPr marL="91373" marR="91373" marT="45698" marB="4569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1400" b="0" i="0" u="none" strike="noStrike" cap="none" normalizeH="0" baseline="0" dirty="0">
                          <a:ln>
                            <a:noFill/>
                          </a:ln>
                          <a:solidFill>
                            <a:schemeClr val="tx1"/>
                          </a:solidFill>
                          <a:effectLst/>
                          <a:latin typeface="Helvetica" pitchFamily="34" charset="0"/>
                          <a:ea typeface="宋体" pitchFamily="2" charset="-122"/>
                        </a:rPr>
                        <a:t>a</a:t>
                      </a:r>
                    </a:p>
                  </a:txBody>
                  <a:tcPr marL="91373" marR="91373" marT="45698" marB="4569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5041">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zh-CN" altLang="en-US" sz="1400" b="0" i="0" u="none" strike="noStrike" cap="none" normalizeH="0" baseline="0">
                          <a:ln>
                            <a:noFill/>
                          </a:ln>
                          <a:solidFill>
                            <a:schemeClr val="tx1"/>
                          </a:solidFill>
                          <a:effectLst/>
                          <a:latin typeface="Helvetica" pitchFamily="34" charset="0"/>
                          <a:ea typeface="宋体" pitchFamily="2" charset="-122"/>
                        </a:rPr>
                        <a:t>3</a:t>
                      </a:r>
                    </a:p>
                  </a:txBody>
                  <a:tcPr marL="91373" marR="91373" marT="45698" marB="4569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1400" b="0" i="0" u="none" strike="noStrike" cap="none" normalizeH="0" baseline="0" dirty="0">
                          <a:ln>
                            <a:noFill/>
                          </a:ln>
                          <a:solidFill>
                            <a:schemeClr val="tx1"/>
                          </a:solidFill>
                          <a:effectLst/>
                          <a:latin typeface="Helvetica" pitchFamily="34" charset="0"/>
                          <a:ea typeface="宋体" pitchFamily="2" charset="-122"/>
                        </a:rPr>
                        <a:t>n</a:t>
                      </a:r>
                    </a:p>
                  </a:txBody>
                  <a:tcPr marL="91373" marR="91373" marT="45698" marB="4569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26382" name="AutoShape 78">
            <a:extLst>
              <a:ext uri="{FF2B5EF4-FFF2-40B4-BE49-F238E27FC236}">
                <a16:creationId xmlns:a16="http://schemas.microsoft.com/office/drawing/2014/main" id="{477C8029-92C5-4ACB-B52E-7BE4BFC91EF7}"/>
              </a:ext>
            </a:extLst>
          </p:cNvPr>
          <p:cNvSpPr>
            <a:spLocks noChangeArrowheads="1"/>
          </p:cNvSpPr>
          <p:nvPr/>
        </p:nvSpPr>
        <p:spPr bwMode="auto">
          <a:xfrm>
            <a:off x="3286125" y="3267075"/>
            <a:ext cx="762000" cy="590550"/>
          </a:xfrm>
          <a:prstGeom prst="rightArrow">
            <a:avLst>
              <a:gd name="adj1" fmla="val 27083"/>
              <a:gd name="adj2" fmla="val 32258"/>
            </a:avLst>
          </a:prstGeom>
          <a:gradFill rotWithShape="0">
            <a:gsLst>
              <a:gs pos="0">
                <a:srgbClr val="000082"/>
              </a:gs>
              <a:gs pos="30000">
                <a:srgbClr val="66008F"/>
              </a:gs>
              <a:gs pos="64999">
                <a:srgbClr val="BA0066"/>
              </a:gs>
              <a:gs pos="89999">
                <a:srgbClr val="FF0000"/>
              </a:gs>
              <a:gs pos="100000">
                <a:srgbClr val="FF8200"/>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endParaRPr kumimoji="0" lang="zh-CN" altLang="en-US" sz="1600">
              <a:ea typeface="宋体" panose="02010600030101010101" pitchFamily="2" charset="-122"/>
            </a:endParaRPr>
          </a:p>
        </p:txBody>
      </p:sp>
      <p:pic>
        <p:nvPicPr>
          <p:cNvPr id="107596" name="Picture 20">
            <a:extLst>
              <a:ext uri="{FF2B5EF4-FFF2-40B4-BE49-F238E27FC236}">
                <a16:creationId xmlns:a16="http://schemas.microsoft.com/office/drawing/2014/main" id="{75640419-CA5C-4FBD-8073-6E3E411ABA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7600" y="992188"/>
            <a:ext cx="4322763" cy="165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3">
            <a:extLst>
              <a:ext uri="{FF2B5EF4-FFF2-40B4-BE49-F238E27FC236}">
                <a16:creationId xmlns:a16="http://schemas.microsoft.com/office/drawing/2014/main" id="{07F1E7B2-1E08-4362-8C56-FA4CE9D765C1}"/>
              </a:ext>
            </a:extLst>
          </p:cNvPr>
          <p:cNvSpPr>
            <a:spLocks noGrp="1"/>
          </p:cNvSpPr>
          <p:nvPr>
            <p:ph type="title"/>
          </p:nvPr>
        </p:nvSpPr>
        <p:spPr/>
        <p:txBody>
          <a:bodyPr>
            <a:noAutofit/>
          </a:bodyPr>
          <a:lstStyle/>
          <a:p>
            <a:pPr algn="l">
              <a:defRPr/>
            </a:pPr>
            <a:r>
              <a:rPr lang="en-US" altLang="zh-CN" sz="2400">
                <a:effectLst>
                  <a:outerShdw blurRad="38100" dist="38100" dir="2700000" algn="tl">
                    <a:srgbClr val="C0C0C0"/>
                  </a:outerShdw>
                </a:effectLst>
                <a:ea typeface="宋体" panose="02010600030101010101" pitchFamily="2" charset="-122"/>
              </a:rPr>
              <a:t>Converting Non-Binary Relationships to Binary Form</a:t>
            </a:r>
            <a:endParaRPr lang="zh-CN" altLang="en-US" sz="2400">
              <a:effectLst>
                <a:outerShdw blurRad="38100" dist="38100" dir="2700000" algn="tl">
                  <a:srgbClr val="C0C0C0"/>
                </a:outerShdw>
              </a:effectLst>
              <a:ea typeface="宋体" panose="02010600030101010101" pitchFamily="2" charset="-122"/>
            </a:endParaRPr>
          </a:p>
        </p:txBody>
      </p:sp>
      <p:sp>
        <p:nvSpPr>
          <p:cNvPr id="107598" name="内容占位符 5">
            <a:extLst>
              <a:ext uri="{FF2B5EF4-FFF2-40B4-BE49-F238E27FC236}">
                <a16:creationId xmlns:a16="http://schemas.microsoft.com/office/drawing/2014/main" id="{EB641632-CC0C-4702-BAA5-2A3E5B86F791}"/>
              </a:ext>
            </a:extLst>
          </p:cNvPr>
          <p:cNvSpPr>
            <a:spLocks noGrp="1" noChangeArrowheads="1"/>
          </p:cNvSpPr>
          <p:nvPr>
            <p:ph idx="1"/>
          </p:nvPr>
        </p:nvSpPr>
        <p:spPr>
          <a:xfrm>
            <a:off x="228600" y="4687888"/>
            <a:ext cx="8610600" cy="1636712"/>
          </a:xfrm>
        </p:spPr>
        <p:txBody>
          <a:bodyPr/>
          <a:lstStyle/>
          <a:p>
            <a:r>
              <a:rPr lang="en-US" altLang="zh-CN" sz="2000">
                <a:ea typeface="宋体" panose="02010600030101010101" pitchFamily="2" charset="-122"/>
              </a:rPr>
              <a:t>The extra relationship sets and its attributes may increase the complexity of the design and overall storage requirements.</a:t>
            </a:r>
          </a:p>
          <a:p>
            <a:r>
              <a:rPr lang="en-US" altLang="zh-CN" sz="2000">
                <a:ea typeface="宋体" panose="02010600030101010101" pitchFamily="2" charset="-122"/>
              </a:rPr>
              <a:t>A </a:t>
            </a:r>
            <a:r>
              <a:rPr lang="en-US" altLang="zh-CN" sz="2000" i="1">
                <a:ea typeface="宋体" panose="02010600030101010101" pitchFamily="2" charset="-122"/>
              </a:rPr>
              <a:t>n</a:t>
            </a:r>
            <a:r>
              <a:rPr lang="en-US" altLang="zh-CN" sz="2000">
                <a:ea typeface="宋体" panose="02010600030101010101" pitchFamily="2" charset="-122"/>
              </a:rPr>
              <a:t>-ary relationship set shows more clearly that several entities participate in a single relationship.</a:t>
            </a:r>
          </a:p>
          <a:p>
            <a:endParaRPr lang="zh-CN" altLang="en-US" sz="20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26469"/>
                                        </p:tgtEl>
                                        <p:attrNameLst>
                                          <p:attrName>style.visibility</p:attrName>
                                        </p:attrNameLst>
                                      </p:cBhvr>
                                      <p:to>
                                        <p:strVal val="visible"/>
                                      </p:to>
                                    </p:set>
                                    <p:animEffect transition="in" filter="wipe(left)">
                                      <p:cBhvr>
                                        <p:cTn id="7" dur="500"/>
                                        <p:tgtEl>
                                          <p:spTgt spid="226469"/>
                                        </p:tgtEl>
                                      </p:cBhvr>
                                    </p:animEffect>
                                  </p:childTnLst>
                                </p:cTn>
                              </p:par>
                              <p:par>
                                <p:cTn id="8" presetID="22" presetClass="entr" presetSubtype="8" fill="hold" nodeType="withEffect">
                                  <p:stCondLst>
                                    <p:cond delay="0"/>
                                  </p:stCondLst>
                                  <p:childTnLst>
                                    <p:set>
                                      <p:cBhvr>
                                        <p:cTn id="9" dur="1" fill="hold">
                                          <p:stCondLst>
                                            <p:cond delay="0"/>
                                          </p:stCondLst>
                                        </p:cTn>
                                        <p:tgtEl>
                                          <p:spTgt spid="226466"/>
                                        </p:tgtEl>
                                        <p:attrNameLst>
                                          <p:attrName>style.visibility</p:attrName>
                                        </p:attrNameLst>
                                      </p:cBhvr>
                                      <p:to>
                                        <p:strVal val="visible"/>
                                      </p:to>
                                    </p:set>
                                    <p:animEffect transition="in" filter="wipe(left)">
                                      <p:cBhvr>
                                        <p:cTn id="10" dur="500"/>
                                        <p:tgtEl>
                                          <p:spTgt spid="226466"/>
                                        </p:tgtEl>
                                      </p:cBhvr>
                                    </p:animEffect>
                                  </p:childTnLst>
                                </p:cTn>
                              </p:par>
                              <p:par>
                                <p:cTn id="11" presetID="22" presetClass="entr" presetSubtype="8" fill="hold" nodeType="withEffect">
                                  <p:stCondLst>
                                    <p:cond delay="0"/>
                                  </p:stCondLst>
                                  <p:childTnLst>
                                    <p:set>
                                      <p:cBhvr>
                                        <p:cTn id="12" dur="1" fill="hold">
                                          <p:stCondLst>
                                            <p:cond delay="0"/>
                                          </p:stCondLst>
                                        </p:cTn>
                                        <p:tgtEl>
                                          <p:spTgt spid="226365"/>
                                        </p:tgtEl>
                                        <p:attrNameLst>
                                          <p:attrName>style.visibility</p:attrName>
                                        </p:attrNameLst>
                                      </p:cBhvr>
                                      <p:to>
                                        <p:strVal val="visible"/>
                                      </p:to>
                                    </p:set>
                                    <p:animEffect transition="in" filter="wipe(left)">
                                      <p:cBhvr>
                                        <p:cTn id="13" dur="500"/>
                                        <p:tgtEl>
                                          <p:spTgt spid="226365"/>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26382"/>
                                        </p:tgtEl>
                                        <p:attrNameLst>
                                          <p:attrName>style.visibility</p:attrName>
                                        </p:attrNameLst>
                                      </p:cBhvr>
                                      <p:to>
                                        <p:strVal val="visible"/>
                                      </p:to>
                                    </p:set>
                                    <p:animEffect transition="in" filter="wipe(left)">
                                      <p:cBhvr>
                                        <p:cTn id="16" dur="500"/>
                                        <p:tgtEl>
                                          <p:spTgt spid="2263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382"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a:extLst>
              <a:ext uri="{FF2B5EF4-FFF2-40B4-BE49-F238E27FC236}">
                <a16:creationId xmlns:a16="http://schemas.microsoft.com/office/drawing/2014/main" id="{FA68F58F-0AFD-420B-8E4A-21F3CCB50789}"/>
              </a:ext>
            </a:extLst>
          </p:cNvPr>
          <p:cNvSpPr>
            <a:spLocks noGrp="1" noChangeArrowheads="1"/>
          </p:cNvSpPr>
          <p:nvPr>
            <p:ph type="title"/>
          </p:nvPr>
        </p:nvSpPr>
        <p:spPr/>
        <p:txBody>
          <a:bodyPr/>
          <a:lstStyle/>
          <a:p>
            <a:pPr eaLnBrk="1" hangingPunct="1">
              <a:defRPr/>
            </a:pPr>
            <a:r>
              <a:rPr lang="en-US" altLang="zh-CN" dirty="0">
                <a:ea typeface="宋体" pitchFamily="2" charset="-122"/>
              </a:rPr>
              <a:t>Placement of relationship attributes</a:t>
            </a:r>
          </a:p>
        </p:txBody>
      </p:sp>
      <p:sp>
        <p:nvSpPr>
          <p:cNvPr id="104451" name="内容占位符 4">
            <a:extLst>
              <a:ext uri="{FF2B5EF4-FFF2-40B4-BE49-F238E27FC236}">
                <a16:creationId xmlns:a16="http://schemas.microsoft.com/office/drawing/2014/main" id="{3B6B394B-1EF5-4B43-912F-6289058A3B51}"/>
              </a:ext>
            </a:extLst>
          </p:cNvPr>
          <p:cNvSpPr>
            <a:spLocks noGrp="1"/>
          </p:cNvSpPr>
          <p:nvPr>
            <p:ph idx="1"/>
          </p:nvPr>
        </p:nvSpPr>
        <p:spPr>
          <a:xfrm>
            <a:off x="228600" y="1066800"/>
            <a:ext cx="8610600" cy="2892425"/>
          </a:xfrm>
        </p:spPr>
        <p:txBody>
          <a:bodyPr>
            <a:normAutofit fontScale="92500"/>
          </a:bodyPr>
          <a:lstStyle/>
          <a:p>
            <a:pPr eaLnBrk="1" hangingPunct="1">
              <a:buFont typeface="Monotype Sorts" charset="2"/>
              <a:buChar char="n"/>
              <a:defRPr/>
            </a:pPr>
            <a:r>
              <a:rPr lang="en-US" altLang="zh-CN" dirty="0">
                <a:ea typeface="宋体" panose="02010600030101010101" pitchFamily="2" charset="-122"/>
              </a:rPr>
              <a:t>The cardinality ratio of a relationship can affect the placement of relationship attributes.</a:t>
            </a:r>
          </a:p>
          <a:p>
            <a:pPr lvl="1">
              <a:buFont typeface="Monotype Sorts" charset="2"/>
              <a:buChar char="l"/>
              <a:defRPr/>
            </a:pPr>
            <a:r>
              <a:rPr lang="en-US" altLang="zh-CN" dirty="0">
                <a:ea typeface="宋体" panose="02010600030101010101" pitchFamily="2" charset="-122"/>
              </a:rPr>
              <a:t>For instance, </a:t>
            </a:r>
            <a:r>
              <a:rPr lang="en-US" altLang="zh-CN" dirty="0"/>
              <a:t>the attribute </a:t>
            </a:r>
            <a:r>
              <a:rPr lang="en-US" altLang="zh-CN" i="1" dirty="0"/>
              <a:t>date </a:t>
            </a:r>
            <a:r>
              <a:rPr lang="en-US" altLang="zh-CN" dirty="0"/>
              <a:t>specifies when the instructor became the advisor of a student. </a:t>
            </a:r>
          </a:p>
          <a:p>
            <a:pPr lvl="1">
              <a:buFont typeface="Monotype Sorts" charset="2"/>
              <a:buChar char="l"/>
              <a:defRPr/>
            </a:pPr>
            <a:r>
              <a:rPr lang="en-US" altLang="zh-CN" dirty="0"/>
              <a:t>Suppose that advisor is a one-to-many relationship set such that one instructor may advise several students, but each student can be advised by only a single instructor.</a:t>
            </a:r>
            <a:endParaRPr lang="zh-CN" altLang="en-US" sz="7600" dirty="0">
              <a:ea typeface="宋体" panose="02010600030101010101" pitchFamily="2" charset="-122"/>
            </a:endParaRPr>
          </a:p>
        </p:txBody>
      </p:sp>
      <p:grpSp>
        <p:nvGrpSpPr>
          <p:cNvPr id="108548" name="组合 3">
            <a:extLst>
              <a:ext uri="{FF2B5EF4-FFF2-40B4-BE49-F238E27FC236}">
                <a16:creationId xmlns:a16="http://schemas.microsoft.com/office/drawing/2014/main" id="{6AA2EBD6-839A-4B9E-98D7-B5EDD33620E7}"/>
              </a:ext>
            </a:extLst>
          </p:cNvPr>
          <p:cNvGrpSpPr>
            <a:grpSpLocks/>
          </p:cNvGrpSpPr>
          <p:nvPr/>
        </p:nvGrpSpPr>
        <p:grpSpPr bwMode="auto">
          <a:xfrm>
            <a:off x="720725" y="3959225"/>
            <a:ext cx="7626350" cy="2222500"/>
            <a:chOff x="720725" y="3958696"/>
            <a:chExt cx="7626350" cy="2222500"/>
          </a:xfrm>
        </p:grpSpPr>
        <p:pic>
          <p:nvPicPr>
            <p:cNvPr id="108550" name="Picture 5">
              <a:extLst>
                <a:ext uri="{FF2B5EF4-FFF2-40B4-BE49-F238E27FC236}">
                  <a16:creationId xmlns:a16="http://schemas.microsoft.com/office/drawing/2014/main" id="{E5F99B28-8F77-4030-9784-B385714FA1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0725" y="3958696"/>
              <a:ext cx="7626350" cy="222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8551" name="直接箭头连接符 2">
              <a:extLst>
                <a:ext uri="{FF2B5EF4-FFF2-40B4-BE49-F238E27FC236}">
                  <a16:creationId xmlns:a16="http://schemas.microsoft.com/office/drawing/2014/main" id="{10101458-F424-4A0D-91B5-402717BBF9B9}"/>
                </a:ext>
              </a:extLst>
            </p:cNvPr>
            <p:cNvCxnSpPr>
              <a:cxnSpLocks noChangeShapeType="1"/>
            </p:cNvCxnSpPr>
            <p:nvPr/>
          </p:nvCxnSpPr>
          <p:spPr bwMode="auto">
            <a:xfrm flipH="1">
              <a:off x="2632075" y="5343525"/>
              <a:ext cx="155575" cy="0"/>
            </a:xfrm>
            <a:prstGeom prst="straightConnector1">
              <a:avLst/>
            </a:prstGeom>
            <a:noFill/>
            <a:ln w="9525" algn="ctr">
              <a:solidFill>
                <a:schemeClr val="tx1"/>
              </a:solidFill>
              <a:round/>
              <a:headEnd/>
              <a:tailEnd type="triangle" w="lg" len="lg"/>
            </a:ln>
            <a:extLst>
              <a:ext uri="{909E8E84-426E-40DD-AFC4-6F175D3DCCD1}">
                <a14:hiddenFill xmlns:a14="http://schemas.microsoft.com/office/drawing/2010/main">
                  <a:noFill/>
                </a14:hiddenFill>
              </a:ext>
            </a:extLst>
          </p:spPr>
        </p:cxnSp>
      </p:grpSp>
      <p:sp>
        <p:nvSpPr>
          <p:cNvPr id="15" name="Rectangle 563">
            <a:extLst>
              <a:ext uri="{FF2B5EF4-FFF2-40B4-BE49-F238E27FC236}">
                <a16:creationId xmlns:a16="http://schemas.microsoft.com/office/drawing/2014/main" id="{12825EF2-4312-4C7C-8FBA-98F7C95DF948}"/>
              </a:ext>
            </a:extLst>
          </p:cNvPr>
          <p:cNvSpPr>
            <a:spLocks noChangeArrowheads="1"/>
          </p:cNvSpPr>
          <p:nvPr/>
        </p:nvSpPr>
        <p:spPr bwMode="auto">
          <a:xfrm>
            <a:off x="3975100" y="3873500"/>
            <a:ext cx="1117600" cy="596900"/>
          </a:xfrm>
          <a:prstGeom prst="rect">
            <a:avLst/>
          </a:prstGeom>
          <a:noFill/>
          <a:ln w="2857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endParaRPr kumimoji="0" lang="zh-CN" altLang="en-US" sz="16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EF15AD3D-8B3E-4B9E-A215-B1D2BA2F3E56}"/>
              </a:ext>
            </a:extLst>
          </p:cNvPr>
          <p:cNvSpPr>
            <a:spLocks noGrp="1" noChangeArrowheads="1"/>
          </p:cNvSpPr>
          <p:nvPr>
            <p:ph type="title"/>
          </p:nvPr>
        </p:nvSpPr>
        <p:spPr/>
        <p:txBody>
          <a:bodyPr/>
          <a:lstStyle/>
          <a:p>
            <a:pPr eaLnBrk="1" hangingPunct="1">
              <a:defRPr/>
            </a:pPr>
            <a:r>
              <a:rPr lang="en-US" altLang="zh-CN">
                <a:ea typeface="宋体" pitchFamily="2" charset="-122"/>
              </a:rPr>
              <a:t>Mapping Cardinalities affect ER Design</a:t>
            </a:r>
          </a:p>
        </p:txBody>
      </p:sp>
      <p:sp>
        <p:nvSpPr>
          <p:cNvPr id="109571" name="内容占位符 4">
            <a:extLst>
              <a:ext uri="{FF2B5EF4-FFF2-40B4-BE49-F238E27FC236}">
                <a16:creationId xmlns:a16="http://schemas.microsoft.com/office/drawing/2014/main" id="{770870BA-D9D1-431D-B58A-04C1102B2DAE}"/>
              </a:ext>
            </a:extLst>
          </p:cNvPr>
          <p:cNvSpPr>
            <a:spLocks noGrp="1" noChangeArrowheads="1"/>
          </p:cNvSpPr>
          <p:nvPr>
            <p:ph idx="1"/>
          </p:nvPr>
        </p:nvSpPr>
        <p:spPr/>
        <p:txBody>
          <a:bodyPr/>
          <a:lstStyle/>
          <a:p>
            <a:r>
              <a:rPr lang="en-US" altLang="zh-CN" sz="2000">
                <a:ea typeface="宋体" panose="02010600030101010101" pitchFamily="2" charset="-122"/>
              </a:rPr>
              <a:t>In this case, the attribute </a:t>
            </a:r>
            <a:r>
              <a:rPr lang="en-US" altLang="zh-CN" sz="2000" i="1">
                <a:ea typeface="宋体" panose="02010600030101010101" pitchFamily="2" charset="-122"/>
              </a:rPr>
              <a:t>date</a:t>
            </a:r>
            <a:r>
              <a:rPr lang="en-US" altLang="zh-CN" sz="2000">
                <a:ea typeface="宋体" panose="02010600030101010101" pitchFamily="2" charset="-122"/>
              </a:rPr>
              <a:t> could be associated with the </a:t>
            </a:r>
            <a:r>
              <a:rPr lang="en-US" altLang="zh-CN" sz="2000" i="1">
                <a:ea typeface="宋体" panose="02010600030101010101" pitchFamily="2" charset="-122"/>
              </a:rPr>
              <a:t>student </a:t>
            </a:r>
            <a:r>
              <a:rPr lang="en-US" altLang="zh-CN" sz="2000">
                <a:ea typeface="宋体" panose="02010600030101010101" pitchFamily="2" charset="-122"/>
              </a:rPr>
              <a:t>entity set.</a:t>
            </a:r>
          </a:p>
          <a:p>
            <a:pPr lvl="1"/>
            <a:r>
              <a:rPr lang="en-US" altLang="zh-CN" sz="1600">
                <a:ea typeface="宋体" panose="02010600030101010101" pitchFamily="2" charset="-122"/>
              </a:rPr>
              <a:t>Since each </a:t>
            </a:r>
            <a:r>
              <a:rPr lang="en-US" altLang="zh-CN" sz="1600" i="1">
                <a:ea typeface="宋体" panose="02010600030101010101" pitchFamily="2" charset="-122"/>
              </a:rPr>
              <a:t>student </a:t>
            </a:r>
            <a:r>
              <a:rPr lang="en-US" altLang="zh-CN" sz="1600">
                <a:ea typeface="宋体" panose="02010600030101010101" pitchFamily="2" charset="-122"/>
              </a:rPr>
              <a:t>entity participates in a  relationship with at most one instance of </a:t>
            </a:r>
            <a:r>
              <a:rPr lang="en-US" altLang="zh-CN" sz="1600" i="1">
                <a:ea typeface="宋体" panose="02010600030101010101" pitchFamily="2" charset="-122"/>
              </a:rPr>
              <a:t>instructor</a:t>
            </a:r>
            <a:r>
              <a:rPr lang="en-US" altLang="zh-CN" sz="1600">
                <a:ea typeface="宋体" panose="02010600030101010101" pitchFamily="2" charset="-122"/>
              </a:rPr>
              <a:t>, making this attribute designation has the same meaning as would placing </a:t>
            </a:r>
            <a:r>
              <a:rPr lang="en-US" altLang="zh-CN" sz="1600" i="1">
                <a:ea typeface="宋体" panose="02010600030101010101" pitchFamily="2" charset="-122"/>
              </a:rPr>
              <a:t>date </a:t>
            </a:r>
            <a:r>
              <a:rPr lang="en-US" altLang="zh-CN" sz="1600">
                <a:ea typeface="宋体" panose="02010600030101010101" pitchFamily="2" charset="-122"/>
              </a:rPr>
              <a:t>with the </a:t>
            </a:r>
            <a:r>
              <a:rPr lang="en-US" altLang="zh-CN" sz="1600" i="1">
                <a:ea typeface="宋体" panose="02010600030101010101" pitchFamily="2" charset="-122"/>
              </a:rPr>
              <a:t>advisor </a:t>
            </a:r>
            <a:r>
              <a:rPr lang="en-US" altLang="zh-CN" sz="1600">
                <a:ea typeface="宋体" panose="02010600030101010101" pitchFamily="2" charset="-122"/>
              </a:rPr>
              <a:t>relationship set.</a:t>
            </a:r>
            <a:endParaRPr lang="zh-CN" altLang="en-US" sz="1600">
              <a:ea typeface="宋体" panose="02010600030101010101" pitchFamily="2" charset="-122"/>
            </a:endParaRPr>
          </a:p>
        </p:txBody>
      </p:sp>
      <p:pic>
        <p:nvPicPr>
          <p:cNvPr id="109572" name="图片 1">
            <a:extLst>
              <a:ext uri="{FF2B5EF4-FFF2-40B4-BE49-F238E27FC236}">
                <a16:creationId xmlns:a16="http://schemas.microsoft.com/office/drawing/2014/main" id="{996F8D02-AE70-4D0B-A23A-C87B53E9180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73138" y="2765425"/>
            <a:ext cx="7400925" cy="334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63">
            <a:extLst>
              <a:ext uri="{FF2B5EF4-FFF2-40B4-BE49-F238E27FC236}">
                <a16:creationId xmlns:a16="http://schemas.microsoft.com/office/drawing/2014/main" id="{C602180F-F9F0-45E4-8AE1-34096CDC70FA}"/>
              </a:ext>
            </a:extLst>
          </p:cNvPr>
          <p:cNvSpPr>
            <a:spLocks noChangeArrowheads="1"/>
          </p:cNvSpPr>
          <p:nvPr/>
        </p:nvSpPr>
        <p:spPr bwMode="auto">
          <a:xfrm>
            <a:off x="6864350" y="2425700"/>
            <a:ext cx="1428750" cy="3384550"/>
          </a:xfrm>
          <a:prstGeom prst="rect">
            <a:avLst/>
          </a:prstGeom>
          <a:noFill/>
          <a:ln w="2857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r>
              <a:rPr kumimoji="0" lang="en-US" altLang="zh-CN" sz="1600">
                <a:solidFill>
                  <a:srgbClr val="FF3399"/>
                </a:solidFill>
                <a:latin typeface="Palatino Linotype" panose="02040502050505030304" pitchFamily="18" charset="0"/>
                <a:ea typeface="宋体" panose="02010600030101010101" pitchFamily="2" charset="-122"/>
              </a:rPr>
              <a:t>date</a:t>
            </a:r>
            <a:endParaRPr kumimoji="0" lang="zh-CN" altLang="en-US" sz="1600">
              <a:solidFill>
                <a:srgbClr val="FF3399"/>
              </a:solidFill>
              <a:latin typeface="Palatino Linotype" panose="0204050205050503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4">
            <a:extLst>
              <a:ext uri="{FF2B5EF4-FFF2-40B4-BE49-F238E27FC236}">
                <a16:creationId xmlns:a16="http://schemas.microsoft.com/office/drawing/2014/main" id="{FA168C1A-598A-421D-9F6C-672D5464721C}"/>
              </a:ext>
            </a:extLst>
          </p:cNvPr>
          <p:cNvSpPr>
            <a:spLocks noGrp="1" noChangeArrowheads="1"/>
          </p:cNvSpPr>
          <p:nvPr>
            <p:ph type="ctrTitle"/>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a:effectLst/>
                <a:ea typeface="ＭＳ Ｐゴシック" panose="020B0600070205080204" pitchFamily="34" charset="-128"/>
              </a:rPr>
              <a:t>Extended ER Features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506" name="Rectangle 2">
            <a:extLst>
              <a:ext uri="{FF2B5EF4-FFF2-40B4-BE49-F238E27FC236}">
                <a16:creationId xmlns:a16="http://schemas.microsoft.com/office/drawing/2014/main" id="{8539330E-2F56-409F-B70B-0C9A12F6E5B4}"/>
              </a:ext>
            </a:extLst>
          </p:cNvPr>
          <p:cNvSpPr>
            <a:spLocks noGrp="1" noChangeArrowheads="1"/>
          </p:cNvSpPr>
          <p:nvPr>
            <p:ph type="title"/>
          </p:nvPr>
        </p:nvSpPr>
        <p:spPr/>
        <p:txBody>
          <a:bodyPr/>
          <a:lstStyle/>
          <a:p>
            <a:pPr>
              <a:defRPr/>
            </a:pPr>
            <a:r>
              <a:rPr lang="en-US" dirty="0"/>
              <a:t>Specialization</a:t>
            </a:r>
          </a:p>
        </p:txBody>
      </p:sp>
      <p:sp>
        <p:nvSpPr>
          <p:cNvPr id="53251" name="Rectangle 3">
            <a:extLst>
              <a:ext uri="{FF2B5EF4-FFF2-40B4-BE49-F238E27FC236}">
                <a16:creationId xmlns:a16="http://schemas.microsoft.com/office/drawing/2014/main" id="{44D9C1A3-9F41-444A-BAA0-F578531311E3}"/>
              </a:ext>
            </a:extLst>
          </p:cNvPr>
          <p:cNvSpPr>
            <a:spLocks noGrp="1" noChangeArrowheads="1"/>
          </p:cNvSpPr>
          <p:nvPr>
            <p:ph idx="1"/>
          </p:nvPr>
        </p:nvSpPr>
        <p:spPr/>
        <p:txBody>
          <a:bodyPr>
            <a:normAutofit fontScale="92500"/>
          </a:bodyPr>
          <a:lstStyle/>
          <a:p>
            <a:pPr>
              <a:defRPr/>
            </a:pPr>
            <a:r>
              <a:rPr lang="en-US" altLang="en-US" dirty="0">
                <a:ea typeface="ＭＳ Ｐゴシック" panose="020B0600070205080204" pitchFamily="34" charset="-128"/>
              </a:rPr>
              <a:t>Top-down design process; we designate sub-groupings within an entity set that are distinctive from other entities in the set.</a:t>
            </a:r>
          </a:p>
          <a:p>
            <a:pPr>
              <a:defRPr/>
            </a:pPr>
            <a:r>
              <a:rPr lang="en-US" altLang="en-US" dirty="0">
                <a:ea typeface="ＭＳ Ｐゴシック" panose="020B0600070205080204" pitchFamily="34" charset="-128"/>
              </a:rPr>
              <a:t>These sub-groupings become lower-level entity sets that have attributes or participate in relationships that do not apply to the higher-level entity set.</a:t>
            </a:r>
          </a:p>
          <a:p>
            <a:pPr>
              <a:defRPr/>
            </a:pPr>
            <a:r>
              <a:rPr lang="en-US" altLang="en-US" dirty="0">
                <a:ea typeface="ＭＳ Ｐゴシック" panose="020B0600070205080204" pitchFamily="34" charset="-128"/>
              </a:rPr>
              <a:t>Depicted by a </a:t>
            </a:r>
            <a:r>
              <a:rPr lang="en-US" altLang="en-US" i="1" dirty="0">
                <a:ea typeface="ＭＳ Ｐゴシック" panose="020B0600070205080204" pitchFamily="34" charset="-128"/>
              </a:rPr>
              <a:t>triangle</a:t>
            </a:r>
            <a:r>
              <a:rPr lang="en-US" altLang="en-US" dirty="0">
                <a:ea typeface="ＭＳ Ｐゴシック" panose="020B0600070205080204" pitchFamily="34" charset="-128"/>
              </a:rPr>
              <a:t> component labeled ISA (e.g., </a:t>
            </a:r>
            <a:r>
              <a:rPr lang="en-US" altLang="en-US" i="1" dirty="0">
                <a:ea typeface="ＭＳ Ｐゴシック" panose="020B0600070205080204" pitchFamily="34" charset="-128"/>
              </a:rPr>
              <a:t>instructor</a:t>
            </a:r>
            <a:r>
              <a:rPr lang="en-US" altLang="en-US" dirty="0">
                <a:ea typeface="ＭＳ Ｐゴシック" panose="020B0600070205080204" pitchFamily="34" charset="-128"/>
              </a:rPr>
              <a:t> “is a” </a:t>
            </a:r>
            <a:r>
              <a:rPr lang="en-US" altLang="en-US" i="1" dirty="0">
                <a:ea typeface="ＭＳ Ｐゴシック" panose="020B0600070205080204" pitchFamily="34" charset="-128"/>
              </a:rPr>
              <a:t>person</a:t>
            </a:r>
            <a:r>
              <a:rPr lang="en-US" altLang="en-US" dirty="0">
                <a:ea typeface="ＭＳ Ｐゴシック" panose="020B0600070205080204" pitchFamily="34" charset="-128"/>
              </a:rPr>
              <a:t>).</a:t>
            </a:r>
          </a:p>
          <a:p>
            <a:pPr>
              <a:defRPr/>
            </a:pPr>
            <a:r>
              <a:rPr lang="en-US" altLang="en-US" b="1" dirty="0">
                <a:solidFill>
                  <a:srgbClr val="000099"/>
                </a:solidFill>
                <a:ea typeface="ＭＳ Ｐゴシック" panose="020B0600070205080204" pitchFamily="34" charset="-128"/>
              </a:rPr>
              <a:t>Attribute inheritance</a:t>
            </a:r>
            <a:r>
              <a:rPr lang="en-US" altLang="en-US" dirty="0">
                <a:ea typeface="ＭＳ Ｐゴシック" panose="020B0600070205080204" pitchFamily="34" charset="-128"/>
              </a:rPr>
              <a:t> – a lower-level entity set inherits all the attributes and relationship participation of the higher-level entity set to which it is linked.</a:t>
            </a:r>
          </a:p>
          <a:p>
            <a:pPr>
              <a:defRPr/>
            </a:pPr>
            <a:endParaRPr lang="en-US" altLang="en-US" dirty="0">
              <a:ea typeface="ＭＳ Ｐゴシック" panose="020B0600070205080204" pitchFamily="34" charset="-128"/>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4692" name="Picture 1">
            <a:extLst>
              <a:ext uri="{FF2B5EF4-FFF2-40B4-BE49-F238E27FC236}">
                <a16:creationId xmlns:a16="http://schemas.microsoft.com/office/drawing/2014/main" id="{E231AAA1-F396-4AF5-86A2-0E261A23E25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476875" y="2498958"/>
            <a:ext cx="3667125" cy="378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7602" name="Rectangle 2">
            <a:extLst>
              <a:ext uri="{FF2B5EF4-FFF2-40B4-BE49-F238E27FC236}">
                <a16:creationId xmlns:a16="http://schemas.microsoft.com/office/drawing/2014/main" id="{13AEC7DD-839C-46CF-87B8-487BBCA4E0D0}"/>
              </a:ext>
            </a:extLst>
          </p:cNvPr>
          <p:cNvSpPr>
            <a:spLocks noGrp="1" noChangeArrowheads="1"/>
          </p:cNvSpPr>
          <p:nvPr>
            <p:ph type="title"/>
          </p:nvPr>
        </p:nvSpPr>
        <p:spPr/>
        <p:txBody>
          <a:bodyPr/>
          <a:lstStyle/>
          <a:p>
            <a:pPr>
              <a:defRPr/>
            </a:pPr>
            <a:r>
              <a:rPr lang="en-US" dirty="0"/>
              <a:t>Specialization Example</a:t>
            </a:r>
          </a:p>
        </p:txBody>
      </p:sp>
      <p:sp>
        <p:nvSpPr>
          <p:cNvPr id="114691" name="Rectangle 3">
            <a:extLst>
              <a:ext uri="{FF2B5EF4-FFF2-40B4-BE49-F238E27FC236}">
                <a16:creationId xmlns:a16="http://schemas.microsoft.com/office/drawing/2014/main" id="{B87029EA-7963-4DA0-A34E-A7C9524F1E31}"/>
              </a:ext>
            </a:extLst>
          </p:cNvPr>
          <p:cNvSpPr>
            <a:spLocks noGrp="1" noChangeArrowheads="1"/>
          </p:cNvSpPr>
          <p:nvPr>
            <p:ph idx="1"/>
          </p:nvPr>
        </p:nvSpPr>
        <p:spPr>
          <a:xfrm>
            <a:off x="228600" y="1066800"/>
            <a:ext cx="7112285" cy="3037726"/>
          </a:xfrm>
        </p:spPr>
        <p:txBody>
          <a:bodyPr>
            <a:normAutofit/>
          </a:bodyPr>
          <a:lstStyle/>
          <a:p>
            <a:r>
              <a:rPr lang="en-US" altLang="en-US" sz="2400" b="1" dirty="0">
                <a:solidFill>
                  <a:srgbClr val="000099"/>
                </a:solidFill>
                <a:ea typeface="ＭＳ Ｐゴシック" panose="020B0600070205080204" pitchFamily="34" charset="-128"/>
              </a:rPr>
              <a:t>Overlapping</a:t>
            </a:r>
            <a:r>
              <a:rPr lang="en-US" altLang="en-US" sz="2400" dirty="0">
                <a:ea typeface="ＭＳ Ｐゴシック" panose="020B0600070205080204" pitchFamily="34" charset="-128"/>
              </a:rPr>
              <a:t> – </a:t>
            </a:r>
            <a:r>
              <a:rPr lang="en-US" altLang="en-US" sz="2400" i="1" dirty="0">
                <a:ea typeface="ＭＳ Ｐゴシック" panose="020B0600070205080204" pitchFamily="34" charset="-128"/>
              </a:rPr>
              <a:t>employee</a:t>
            </a:r>
            <a:r>
              <a:rPr lang="en-US" altLang="en-US" sz="2400" dirty="0">
                <a:ea typeface="ＭＳ Ｐゴシック" panose="020B0600070205080204" pitchFamily="34" charset="-128"/>
              </a:rPr>
              <a:t> and </a:t>
            </a:r>
            <a:r>
              <a:rPr lang="en-US" altLang="en-US" sz="2400" i="1" dirty="0">
                <a:ea typeface="ＭＳ Ｐゴシック" panose="020B0600070205080204" pitchFamily="34" charset="-128"/>
              </a:rPr>
              <a:t>student</a:t>
            </a:r>
          </a:p>
          <a:p>
            <a:pPr lvl="1"/>
            <a:r>
              <a:rPr lang="en-US" altLang="en-US" sz="2000" i="1" dirty="0">
                <a:ea typeface="ＭＳ Ｐゴシック" panose="020B0600070205080204" pitchFamily="34" charset="-128"/>
              </a:rPr>
              <a:t>For an overlapping specialization (as is the case for student and employee as specializations of person), </a:t>
            </a:r>
            <a:r>
              <a:rPr lang="en-US" altLang="en-US" sz="2000" i="1" dirty="0">
                <a:solidFill>
                  <a:srgbClr val="FF0000"/>
                </a:solidFill>
                <a:ea typeface="ＭＳ Ｐゴシック" panose="020B0600070205080204" pitchFamily="34" charset="-128"/>
              </a:rPr>
              <a:t>two separate arrows are used</a:t>
            </a:r>
          </a:p>
          <a:p>
            <a:r>
              <a:rPr lang="en-US" altLang="en-US" sz="2400" b="1" dirty="0">
                <a:solidFill>
                  <a:srgbClr val="000099"/>
                </a:solidFill>
                <a:ea typeface="ＭＳ Ｐゴシック" panose="020B0600070205080204" pitchFamily="34" charset="-128"/>
              </a:rPr>
              <a:t>Disjoint</a:t>
            </a:r>
            <a:r>
              <a:rPr lang="en-US" altLang="en-US" sz="2400" dirty="0">
                <a:ea typeface="ＭＳ Ｐゴシック" panose="020B0600070205080204" pitchFamily="34" charset="-128"/>
              </a:rPr>
              <a:t> – </a:t>
            </a:r>
            <a:r>
              <a:rPr lang="en-US" altLang="en-US" sz="2400" i="1" dirty="0">
                <a:ea typeface="ＭＳ Ｐゴシック" panose="020B0600070205080204" pitchFamily="34" charset="-128"/>
              </a:rPr>
              <a:t>instructor</a:t>
            </a:r>
            <a:r>
              <a:rPr lang="en-US" altLang="en-US" sz="2400" dirty="0">
                <a:ea typeface="ＭＳ Ｐゴシック" panose="020B0600070205080204" pitchFamily="34" charset="-128"/>
              </a:rPr>
              <a:t> and </a:t>
            </a:r>
            <a:r>
              <a:rPr lang="en-US" altLang="en-US" sz="2400" i="1" dirty="0">
                <a:ea typeface="ＭＳ Ｐゴシック" panose="020B0600070205080204" pitchFamily="34" charset="-128"/>
              </a:rPr>
              <a:t>secretary</a:t>
            </a:r>
          </a:p>
          <a:p>
            <a:pPr lvl="1"/>
            <a:r>
              <a:rPr lang="en-US" altLang="en-US" sz="2000" i="1" dirty="0">
                <a:ea typeface="ＭＳ Ｐゴシック" panose="020B0600070205080204" pitchFamily="34" charset="-128"/>
              </a:rPr>
              <a:t>For a disjoint specialization (as is the case for instructor and secretary as specializations of employee), </a:t>
            </a:r>
            <a:r>
              <a:rPr lang="en-US" altLang="en-US" sz="2000" i="1" dirty="0">
                <a:solidFill>
                  <a:srgbClr val="FF0000"/>
                </a:solidFill>
                <a:ea typeface="ＭＳ Ｐゴシック" panose="020B0600070205080204" pitchFamily="34" charset="-128"/>
              </a:rPr>
              <a:t>a single arrow is used</a:t>
            </a:r>
          </a:p>
        </p:txBody>
      </p:sp>
      <p:sp>
        <p:nvSpPr>
          <p:cNvPr id="2" name="文本框 1">
            <a:extLst>
              <a:ext uri="{FF2B5EF4-FFF2-40B4-BE49-F238E27FC236}">
                <a16:creationId xmlns:a16="http://schemas.microsoft.com/office/drawing/2014/main" id="{CE59B1F4-95A7-4FE2-A45C-DA3DF18EE2BF}"/>
              </a:ext>
            </a:extLst>
          </p:cNvPr>
          <p:cNvSpPr txBox="1"/>
          <p:nvPr/>
        </p:nvSpPr>
        <p:spPr>
          <a:xfrm>
            <a:off x="228600" y="4164001"/>
            <a:ext cx="5488969" cy="2154436"/>
          </a:xfrm>
          <a:prstGeom prst="rect">
            <a:avLst/>
          </a:prstGeom>
          <a:noFill/>
        </p:spPr>
        <p:txBody>
          <a:bodyPr wrap="square" rtlCol="0">
            <a:spAutoFit/>
          </a:bodyPr>
          <a:lstStyle/>
          <a:p>
            <a:pPr marL="342900" marR="0" lvl="0" indent="-342900" algn="l" defTabSz="914400" rtl="0" eaLnBrk="0" fontAlgn="base" latinLnBrk="0" hangingPunct="0">
              <a:lnSpc>
                <a:spcPct val="100000"/>
              </a:lnSpc>
              <a:spcBef>
                <a:spcPct val="35000"/>
              </a:spcBef>
              <a:spcAft>
                <a:spcPct val="0"/>
              </a:spcAft>
              <a:buClr>
                <a:srgbClr val="CC3300"/>
              </a:buClr>
              <a:buSzPct val="90000"/>
              <a:buFont typeface="Monotype Sorts" pitchFamily="2" charset="2"/>
              <a:buChar char="n"/>
              <a:tabLst/>
              <a:defRPr/>
            </a:pPr>
            <a:r>
              <a:rPr kumimoji="1" lang="en-US" altLang="en-US" sz="2400" b="1" i="0" u="none" strike="noStrike" kern="0" cap="none" spc="0" normalizeH="0" baseline="0" noProof="0" dirty="0">
                <a:ln>
                  <a:noFill/>
                </a:ln>
                <a:solidFill>
                  <a:srgbClr val="000099"/>
                </a:solidFill>
                <a:effectLst/>
                <a:uLnTx/>
                <a:uFillTx/>
                <a:latin typeface="Helvetica"/>
                <a:ea typeface="ＭＳ Ｐゴシック" panose="020B0600070205080204" pitchFamily="34" charset="-128"/>
                <a:cs typeface="+mn-cs"/>
              </a:rPr>
              <a:t>Total and partial</a:t>
            </a:r>
          </a:p>
          <a:p>
            <a:pPr marL="742950" marR="0" lvl="1" indent="-285750" algn="l" defTabSz="914400" rtl="0" eaLnBrk="0" fontAlgn="base" latinLnBrk="0" hangingPunct="0">
              <a:lnSpc>
                <a:spcPct val="100000"/>
              </a:lnSpc>
              <a:spcBef>
                <a:spcPct val="35000"/>
              </a:spcBef>
              <a:spcAft>
                <a:spcPct val="0"/>
              </a:spcAft>
              <a:buClr>
                <a:srgbClr val="FF9900"/>
              </a:buClr>
              <a:buSzPct val="80000"/>
              <a:buFont typeface="Monotype Sorts" pitchFamily="2" charset="2"/>
              <a:buChar char="l"/>
              <a:tabLst/>
              <a:defRPr/>
            </a:pPr>
            <a:r>
              <a:rPr kumimoji="1" lang="en-US" altLang="zh-CN" sz="2000" b="0" i="1" u="none" strike="noStrike" kern="0" cap="none" spc="0" normalizeH="0" baseline="0" noProof="0" dirty="0">
                <a:ln>
                  <a:noFill/>
                </a:ln>
                <a:solidFill>
                  <a:srgbClr val="FF0000"/>
                </a:solidFill>
                <a:effectLst/>
                <a:uLnTx/>
                <a:uFillTx/>
                <a:latin typeface="Helvetica"/>
                <a:ea typeface="ＭＳ Ｐゴシック" panose="020B0600070205080204" pitchFamily="34" charset="-128"/>
              </a:rPr>
              <a:t>Total</a:t>
            </a:r>
            <a:r>
              <a:rPr kumimoji="1" lang="zh-CN" altLang="en-US" sz="2000" b="0" i="1" u="none" strike="noStrike" kern="0" cap="none" spc="0" normalizeH="0" baseline="0" noProof="0" dirty="0">
                <a:ln>
                  <a:noFill/>
                </a:ln>
                <a:solidFill>
                  <a:srgbClr val="000000"/>
                </a:solidFill>
                <a:effectLst/>
                <a:uLnTx/>
                <a:uFillTx/>
                <a:latin typeface="Helvetica"/>
                <a:ea typeface="ＭＳ Ｐゴシック" panose="020B0600070205080204" pitchFamily="34" charset="-128"/>
              </a:rPr>
              <a:t>：</a:t>
            </a:r>
            <a:r>
              <a:rPr kumimoji="1" lang="en-US" altLang="zh-CN" sz="2000" b="0" i="1" u="none" strike="noStrike" kern="0" cap="none" spc="0" normalizeH="0" baseline="0" noProof="0" dirty="0">
                <a:ln>
                  <a:noFill/>
                </a:ln>
                <a:solidFill>
                  <a:srgbClr val="000000"/>
                </a:solidFill>
                <a:effectLst/>
                <a:uLnTx/>
                <a:uFillTx/>
                <a:latin typeface="Helvetica"/>
                <a:ea typeface="ＭＳ Ｐゴシック" panose="020B0600070205080204" pitchFamily="34" charset="-128"/>
              </a:rPr>
              <a:t>Each higher-level entity must belong to a lower-level entity set.</a:t>
            </a:r>
          </a:p>
          <a:p>
            <a:pPr marL="742950" marR="0" lvl="1" indent="-285750" algn="l" defTabSz="914400" rtl="0" eaLnBrk="0" fontAlgn="base" latinLnBrk="0" hangingPunct="0">
              <a:lnSpc>
                <a:spcPct val="100000"/>
              </a:lnSpc>
              <a:spcBef>
                <a:spcPct val="35000"/>
              </a:spcBef>
              <a:spcAft>
                <a:spcPct val="0"/>
              </a:spcAft>
              <a:buClr>
                <a:srgbClr val="FF9900"/>
              </a:buClr>
              <a:buSzPct val="80000"/>
              <a:buFont typeface="Monotype Sorts" pitchFamily="2" charset="2"/>
              <a:buChar char="l"/>
              <a:tabLst/>
              <a:defRPr/>
            </a:pPr>
            <a:r>
              <a:rPr kumimoji="1" lang="en-US" altLang="zh-CN" sz="2000" b="0" i="1" u="none" strike="noStrike" kern="0" cap="none" spc="0" normalizeH="0" baseline="0" noProof="0" dirty="0" err="1">
                <a:ln>
                  <a:noFill/>
                </a:ln>
                <a:solidFill>
                  <a:srgbClr val="FF0000"/>
                </a:solidFill>
                <a:effectLst/>
                <a:uLnTx/>
                <a:uFillTx/>
                <a:latin typeface="Helvetica"/>
                <a:ea typeface="ＭＳ Ｐゴシック" panose="020B0600070205080204" pitchFamily="34" charset="-128"/>
              </a:rPr>
              <a:t>Partial</a:t>
            </a:r>
            <a:r>
              <a:rPr kumimoji="1" lang="en-US" altLang="zh-CN" sz="2000" b="0" i="1" u="none" strike="noStrike" kern="0" cap="none" spc="0" normalizeH="0" baseline="0" noProof="0" dirty="0" err="1">
                <a:ln>
                  <a:noFill/>
                </a:ln>
                <a:solidFill>
                  <a:srgbClr val="000000"/>
                </a:solidFill>
                <a:effectLst/>
                <a:uLnTx/>
                <a:uFillTx/>
                <a:latin typeface="Helvetica"/>
                <a:ea typeface="ＭＳ Ｐゴシック" panose="020B0600070205080204" pitchFamily="34" charset="-128"/>
              </a:rPr>
              <a:t>:Some</a:t>
            </a:r>
            <a:r>
              <a:rPr kumimoji="1" lang="en-US" altLang="zh-CN" sz="2000" b="0" i="1" u="none" strike="noStrike" kern="0" cap="none" spc="0" normalizeH="0" baseline="0" noProof="0" dirty="0">
                <a:ln>
                  <a:noFill/>
                </a:ln>
                <a:solidFill>
                  <a:srgbClr val="000000"/>
                </a:solidFill>
                <a:effectLst/>
                <a:uLnTx/>
                <a:uFillTx/>
                <a:latin typeface="Helvetica"/>
                <a:ea typeface="ＭＳ Ｐゴシック" panose="020B0600070205080204" pitchFamily="34" charset="-128"/>
              </a:rPr>
              <a:t> higher-level entities may not belong to any lower-level entity set.</a:t>
            </a:r>
            <a:endParaRPr kumimoji="1" lang="en-US" altLang="en-US" sz="2000" b="0" i="1" u="none" strike="noStrike" kern="0" cap="none" spc="0" normalizeH="0" baseline="0" noProof="0" dirty="0">
              <a:ln>
                <a:noFill/>
              </a:ln>
              <a:solidFill>
                <a:srgbClr val="000000"/>
              </a:solidFill>
              <a:effectLst/>
              <a:uLnTx/>
              <a:uFillTx/>
              <a:latin typeface="Helvetica"/>
              <a:ea typeface="ＭＳ Ｐゴシック" panose="020B0600070205080204" pitchFamily="34" charset="-128"/>
            </a:endParaRPr>
          </a:p>
          <a:p>
            <a:endParaRPr lang="zh-CN" altLang="en-US" dirty="0"/>
          </a:p>
        </p:txBody>
      </p:sp>
      <p:cxnSp>
        <p:nvCxnSpPr>
          <p:cNvPr id="5" name="直接箭头连接符 4">
            <a:extLst>
              <a:ext uri="{FF2B5EF4-FFF2-40B4-BE49-F238E27FC236}">
                <a16:creationId xmlns:a16="http://schemas.microsoft.com/office/drawing/2014/main" id="{ADA610D1-818A-4AE7-9844-21786294EA00}"/>
              </a:ext>
            </a:extLst>
          </p:cNvPr>
          <p:cNvCxnSpPr/>
          <p:nvPr/>
        </p:nvCxnSpPr>
        <p:spPr bwMode="auto">
          <a:xfrm flipV="1">
            <a:off x="6893960" y="3750067"/>
            <a:ext cx="446925" cy="529120"/>
          </a:xfrm>
          <a:prstGeom prst="straightConnector1">
            <a:avLst/>
          </a:prstGeom>
          <a:solidFill>
            <a:schemeClr val="accent1"/>
          </a:solidFill>
          <a:ln w="28575" cap="flat" cmpd="sng" algn="ctr">
            <a:solidFill>
              <a:srgbClr val="FF0000"/>
            </a:solidFill>
            <a:prstDash val="solid"/>
            <a:round/>
            <a:headEnd type="none" w="med" len="med"/>
            <a:tailEnd type="triangle" w="lg" len="lg"/>
          </a:ln>
          <a:effectLst/>
        </p:spPr>
      </p:cxnSp>
      <p:cxnSp>
        <p:nvCxnSpPr>
          <p:cNvPr id="9" name="直接箭头连接符 8">
            <a:extLst>
              <a:ext uri="{FF2B5EF4-FFF2-40B4-BE49-F238E27FC236}">
                <a16:creationId xmlns:a16="http://schemas.microsoft.com/office/drawing/2014/main" id="{6385D5E7-4FB7-4967-A1CB-51A352A644AD}"/>
              </a:ext>
            </a:extLst>
          </p:cNvPr>
          <p:cNvCxnSpPr>
            <a:cxnSpLocks/>
          </p:cNvCxnSpPr>
          <p:nvPr/>
        </p:nvCxnSpPr>
        <p:spPr bwMode="auto">
          <a:xfrm flipH="1" flipV="1">
            <a:off x="8133403" y="3750067"/>
            <a:ext cx="461957" cy="582297"/>
          </a:xfrm>
          <a:prstGeom prst="straightConnector1">
            <a:avLst/>
          </a:prstGeom>
          <a:solidFill>
            <a:schemeClr val="accent1"/>
          </a:solidFill>
          <a:ln w="28575" cap="flat" cmpd="sng" algn="ctr">
            <a:solidFill>
              <a:srgbClr val="FF0000"/>
            </a:solidFill>
            <a:prstDash val="solid"/>
            <a:round/>
            <a:headEnd type="none" w="med" len="med"/>
            <a:tailEnd type="triangle" w="lg" len="lg"/>
          </a:ln>
          <a:effectLst/>
        </p:spPr>
      </p:cxnSp>
      <p:grpSp>
        <p:nvGrpSpPr>
          <p:cNvPr id="16" name="组合 15">
            <a:extLst>
              <a:ext uri="{FF2B5EF4-FFF2-40B4-BE49-F238E27FC236}">
                <a16:creationId xmlns:a16="http://schemas.microsoft.com/office/drawing/2014/main" id="{F092A64D-39D3-48DB-A9FC-5FD051D6F2C3}"/>
              </a:ext>
            </a:extLst>
          </p:cNvPr>
          <p:cNvGrpSpPr/>
          <p:nvPr/>
        </p:nvGrpSpPr>
        <p:grpSpPr>
          <a:xfrm>
            <a:off x="5953059" y="4918841"/>
            <a:ext cx="1847719" cy="788276"/>
            <a:chOff x="5953059" y="4918841"/>
            <a:chExt cx="1847719" cy="788276"/>
          </a:xfrm>
        </p:grpSpPr>
        <p:cxnSp>
          <p:nvCxnSpPr>
            <p:cNvPr id="8" name="直接连接符 7">
              <a:extLst>
                <a:ext uri="{FF2B5EF4-FFF2-40B4-BE49-F238E27FC236}">
                  <a16:creationId xmlns:a16="http://schemas.microsoft.com/office/drawing/2014/main" id="{98A395C7-9292-421F-931D-BFF1CDC667D2}"/>
                </a:ext>
              </a:extLst>
            </p:cNvPr>
            <p:cNvCxnSpPr>
              <a:cxnSpLocks/>
            </p:cNvCxnSpPr>
            <p:nvPr/>
          </p:nvCxnSpPr>
          <p:spPr bwMode="auto">
            <a:xfrm flipV="1">
              <a:off x="5953059" y="5308997"/>
              <a:ext cx="0" cy="398120"/>
            </a:xfrm>
            <a:prstGeom prst="line">
              <a:avLst/>
            </a:prstGeom>
            <a:solidFill>
              <a:schemeClr val="accent1"/>
            </a:solidFill>
            <a:ln w="28575" cap="flat" cmpd="sng" algn="ctr">
              <a:solidFill>
                <a:srgbClr val="FF0000"/>
              </a:solidFill>
              <a:prstDash val="solid"/>
              <a:round/>
              <a:headEnd type="none" w="med" len="med"/>
              <a:tailEnd type="none" w="med" len="med"/>
            </a:ln>
            <a:effectLst/>
          </p:spPr>
        </p:cxnSp>
        <p:cxnSp>
          <p:nvCxnSpPr>
            <p:cNvPr id="11" name="直接连接符 10">
              <a:extLst>
                <a:ext uri="{FF2B5EF4-FFF2-40B4-BE49-F238E27FC236}">
                  <a16:creationId xmlns:a16="http://schemas.microsoft.com/office/drawing/2014/main" id="{4567371B-3B67-4258-AB78-3EEF19F517AD}"/>
                </a:ext>
              </a:extLst>
            </p:cNvPr>
            <p:cNvCxnSpPr>
              <a:cxnSpLocks/>
            </p:cNvCxnSpPr>
            <p:nvPr/>
          </p:nvCxnSpPr>
          <p:spPr bwMode="auto">
            <a:xfrm>
              <a:off x="5953059" y="5324475"/>
              <a:ext cx="1847719" cy="10576"/>
            </a:xfrm>
            <a:prstGeom prst="line">
              <a:avLst/>
            </a:prstGeom>
            <a:solidFill>
              <a:schemeClr val="accent1"/>
            </a:solidFill>
            <a:ln w="28575" cap="flat" cmpd="sng" algn="ctr">
              <a:solidFill>
                <a:srgbClr val="FF0000"/>
              </a:solidFill>
              <a:prstDash val="solid"/>
              <a:round/>
              <a:headEnd type="none" w="med" len="med"/>
              <a:tailEnd type="none" w="med" len="med"/>
            </a:ln>
            <a:effectLst/>
          </p:spPr>
        </p:cxnSp>
        <p:cxnSp>
          <p:nvCxnSpPr>
            <p:cNvPr id="13" name="直接连接符 12">
              <a:extLst>
                <a:ext uri="{FF2B5EF4-FFF2-40B4-BE49-F238E27FC236}">
                  <a16:creationId xmlns:a16="http://schemas.microsoft.com/office/drawing/2014/main" id="{DB7F0726-77D7-4D4C-B43A-29A9BD929E48}"/>
                </a:ext>
              </a:extLst>
            </p:cNvPr>
            <p:cNvCxnSpPr/>
            <p:nvPr/>
          </p:nvCxnSpPr>
          <p:spPr bwMode="auto">
            <a:xfrm>
              <a:off x="7800778" y="5290908"/>
              <a:ext cx="0" cy="416209"/>
            </a:xfrm>
            <a:prstGeom prst="line">
              <a:avLst/>
            </a:prstGeom>
            <a:solidFill>
              <a:schemeClr val="accent1"/>
            </a:solidFill>
            <a:ln w="28575" cap="flat" cmpd="sng" algn="ctr">
              <a:solidFill>
                <a:srgbClr val="FF0000"/>
              </a:solidFill>
              <a:prstDash val="solid"/>
              <a:round/>
              <a:headEnd type="none" w="med" len="med"/>
              <a:tailEnd type="none" w="med" len="med"/>
            </a:ln>
            <a:effectLst/>
          </p:spPr>
        </p:cxnSp>
        <p:cxnSp>
          <p:nvCxnSpPr>
            <p:cNvPr id="15" name="直接箭头连接符 14">
              <a:extLst>
                <a:ext uri="{FF2B5EF4-FFF2-40B4-BE49-F238E27FC236}">
                  <a16:creationId xmlns:a16="http://schemas.microsoft.com/office/drawing/2014/main" id="{BAED49C9-38F2-44B9-B48C-B63598A63005}"/>
                </a:ext>
              </a:extLst>
            </p:cNvPr>
            <p:cNvCxnSpPr>
              <a:cxnSpLocks/>
            </p:cNvCxnSpPr>
            <p:nvPr/>
          </p:nvCxnSpPr>
          <p:spPr bwMode="auto">
            <a:xfrm flipV="1">
              <a:off x="6823316" y="4918841"/>
              <a:ext cx="0" cy="416210"/>
            </a:xfrm>
            <a:prstGeom prst="straightConnector1">
              <a:avLst/>
            </a:prstGeom>
            <a:solidFill>
              <a:schemeClr val="accent1"/>
            </a:solidFill>
            <a:ln w="28575" cap="flat" cmpd="sng" algn="ctr">
              <a:solidFill>
                <a:srgbClr val="FF0000"/>
              </a:solidFill>
              <a:prstDash val="solid"/>
              <a:round/>
              <a:headEnd type="none" w="med" len="med"/>
              <a:tailEnd type="triangle" w="lg" len="lg"/>
            </a:ln>
            <a:effectLst/>
          </p:spPr>
        </p:cxnSp>
      </p:grpSp>
      <p:cxnSp>
        <p:nvCxnSpPr>
          <p:cNvPr id="22" name="直接连接符 21">
            <a:extLst>
              <a:ext uri="{FF2B5EF4-FFF2-40B4-BE49-F238E27FC236}">
                <a16:creationId xmlns:a16="http://schemas.microsoft.com/office/drawing/2014/main" id="{D56F15F0-1C30-4CF3-8E56-7D454DFD143A}"/>
              </a:ext>
            </a:extLst>
          </p:cNvPr>
          <p:cNvCxnSpPr/>
          <p:nvPr/>
        </p:nvCxnSpPr>
        <p:spPr bwMode="auto">
          <a:xfrm>
            <a:off x="6986588" y="5162550"/>
            <a:ext cx="414337" cy="0"/>
          </a:xfrm>
          <a:prstGeom prst="line">
            <a:avLst/>
          </a:prstGeom>
          <a:solidFill>
            <a:schemeClr val="accent1"/>
          </a:solidFill>
          <a:ln w="9525" cap="flat" cmpd="sng" algn="ctr">
            <a:solidFill>
              <a:schemeClr val="tx2"/>
            </a:solidFill>
            <a:prstDash val="sysDot"/>
            <a:round/>
            <a:headEnd type="none" w="med" len="med"/>
            <a:tailEnd type="none" w="med" len="med"/>
          </a:ln>
          <a:effectLst/>
        </p:spPr>
      </p:cxnSp>
      <p:sp>
        <p:nvSpPr>
          <p:cNvPr id="23" name="文本框 22">
            <a:extLst>
              <a:ext uri="{FF2B5EF4-FFF2-40B4-BE49-F238E27FC236}">
                <a16:creationId xmlns:a16="http://schemas.microsoft.com/office/drawing/2014/main" id="{D454F3D1-7891-4738-99CC-4AB1E73EE528}"/>
              </a:ext>
            </a:extLst>
          </p:cNvPr>
          <p:cNvSpPr txBox="1"/>
          <p:nvPr/>
        </p:nvSpPr>
        <p:spPr>
          <a:xfrm>
            <a:off x="7400925" y="4963641"/>
            <a:ext cx="912493" cy="338554"/>
          </a:xfrm>
          <a:prstGeom prst="rect">
            <a:avLst/>
          </a:prstGeom>
          <a:noFill/>
        </p:spPr>
        <p:txBody>
          <a:bodyPr wrap="square" rtlCol="0">
            <a:spAutoFit/>
          </a:bodyPr>
          <a:lstStyle/>
          <a:p>
            <a:r>
              <a:rPr lang="en-US" altLang="zh-CN" dirty="0">
                <a:solidFill>
                  <a:srgbClr val="FF0000"/>
                </a:solidFill>
              </a:rPr>
              <a:t>total</a:t>
            </a:r>
            <a:endParaRPr lang="zh-CN" altLang="en-US"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469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4691">
                                            <p:txEl>
                                              <p:pRg st="1" end="1"/>
                                            </p:txEl>
                                          </p:spTgt>
                                        </p:tgtEl>
                                        <p:attrNameLst>
                                          <p:attrName>style.visibility</p:attrName>
                                        </p:attrNameLst>
                                      </p:cBhvr>
                                      <p:to>
                                        <p:strVal val="visible"/>
                                      </p:to>
                                    </p:set>
                                  </p:childTnLst>
                                </p:cTn>
                              </p:par>
                            </p:childTnLst>
                          </p:cTn>
                        </p:par>
                        <p:par>
                          <p:cTn id="9" fill="hold">
                            <p:stCondLst>
                              <p:cond delay="0"/>
                            </p:stCondLst>
                            <p:childTnLst>
                              <p:par>
                                <p:cTn id="10" presetID="22" presetClass="entr" presetSubtype="4"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par>
                                <p:cTn id="13" presetID="22" presetClass="entr" presetSubtype="4"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down)">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14691">
                                            <p:txEl>
                                              <p:pRg st="2" end="2"/>
                                            </p:txEl>
                                          </p:spTgt>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14691">
                                            <p:txEl>
                                              <p:pRg st="3" end="3"/>
                                            </p:txEl>
                                          </p:spTgt>
                                        </p:tgtEl>
                                        <p:attrNameLst>
                                          <p:attrName>style.visibility</p:attrName>
                                        </p:attrNameLst>
                                      </p:cBhvr>
                                      <p:to>
                                        <p:strVal val="visible"/>
                                      </p:to>
                                    </p:set>
                                  </p:childTnLst>
                                </p:cTn>
                              </p:par>
                            </p:childTnLst>
                          </p:cTn>
                        </p:par>
                        <p:par>
                          <p:cTn id="22" fill="hold">
                            <p:stCondLst>
                              <p:cond delay="0"/>
                            </p:stCondLst>
                            <p:childTnLst>
                              <p:par>
                                <p:cTn id="23" presetID="22" presetClass="entr" presetSubtype="4" fill="hold" nodeType="after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down)">
                                      <p:cBhvr>
                                        <p:cTn id="25" dur="5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
                                        </p:tgtEl>
                                        <p:attrNameLst>
                                          <p:attrName>style.visibility</p:attrName>
                                        </p:attrNameLst>
                                      </p:cBhvr>
                                      <p:to>
                                        <p:strVal val="visible"/>
                                      </p:to>
                                    </p:set>
                                  </p:childTnLst>
                                </p:cTn>
                              </p:par>
                            </p:childTnLst>
                          </p:cTn>
                        </p:par>
                        <p:par>
                          <p:cTn id="30" fill="hold">
                            <p:stCondLst>
                              <p:cond delay="0"/>
                            </p:stCondLst>
                            <p:childTnLst>
                              <p:par>
                                <p:cTn id="31" presetID="1" presetClass="entr" presetSubtype="0" fill="hold" grpId="0" nodeType="after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par>
                          <p:cTn id="33" fill="hold">
                            <p:stCondLst>
                              <p:cond delay="0"/>
                            </p:stCondLst>
                            <p:childTnLst>
                              <p:par>
                                <p:cTn id="34" presetID="1" presetClass="entr" presetSubtype="0" fill="hold" nodeType="afterEffect">
                                  <p:stCondLst>
                                    <p:cond delay="0"/>
                                  </p:stCondLst>
                                  <p:childTnLst>
                                    <p:set>
                                      <p:cBhvr>
                                        <p:cTn id="35"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1" grpId="0" uiExpand="1" build="p"/>
      <p:bldP spid="2" grpId="0"/>
      <p:bldP spid="23"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7602" name="Rectangle 2">
            <a:extLst>
              <a:ext uri="{FF2B5EF4-FFF2-40B4-BE49-F238E27FC236}">
                <a16:creationId xmlns:a16="http://schemas.microsoft.com/office/drawing/2014/main" id="{AB354F17-C629-4E13-B0CE-2EAE71C91EFC}"/>
              </a:ext>
            </a:extLst>
          </p:cNvPr>
          <p:cNvSpPr>
            <a:spLocks noGrp="1" noChangeArrowheads="1"/>
          </p:cNvSpPr>
          <p:nvPr>
            <p:ph type="title"/>
          </p:nvPr>
        </p:nvSpPr>
        <p:spPr/>
        <p:txBody>
          <a:bodyPr/>
          <a:lstStyle/>
          <a:p>
            <a:pPr eaLnBrk="1" hangingPunct="1">
              <a:defRPr/>
            </a:pPr>
            <a:r>
              <a:rPr lang="en-US"/>
              <a:t>Extended ER Features: Generalization</a:t>
            </a:r>
          </a:p>
        </p:txBody>
      </p:sp>
      <p:sp>
        <p:nvSpPr>
          <p:cNvPr id="116739" name="Rectangle 3">
            <a:extLst>
              <a:ext uri="{FF2B5EF4-FFF2-40B4-BE49-F238E27FC236}">
                <a16:creationId xmlns:a16="http://schemas.microsoft.com/office/drawing/2014/main" id="{D5B85F5B-33B4-4743-861D-48FD0068340D}"/>
              </a:ext>
            </a:extLst>
          </p:cNvPr>
          <p:cNvSpPr>
            <a:spLocks noGrp="1" noChangeArrowheads="1"/>
          </p:cNvSpPr>
          <p:nvPr>
            <p:ph idx="1"/>
          </p:nvPr>
        </p:nvSpPr>
        <p:spPr/>
        <p:txBody>
          <a:bodyPr/>
          <a:lstStyle/>
          <a:p>
            <a:pPr eaLnBrk="1" hangingPunct="1"/>
            <a:r>
              <a:rPr lang="en-US" altLang="zh-CN" sz="2000" b="1">
                <a:solidFill>
                  <a:srgbClr val="000099"/>
                </a:solidFill>
                <a:ea typeface="ＭＳ Ｐゴシック" panose="020B0600070205080204" pitchFamily="34" charset="-128"/>
              </a:rPr>
              <a:t>A bottom-up design process</a:t>
            </a:r>
            <a:r>
              <a:rPr lang="en-US" altLang="zh-CN" sz="2000">
                <a:ea typeface="ＭＳ Ｐゴシック" panose="020B0600070205080204" pitchFamily="34" charset="-128"/>
              </a:rPr>
              <a:t> – combine a number of entity sets that share the same features into a higher-level entity set.</a:t>
            </a:r>
          </a:p>
          <a:p>
            <a:pPr eaLnBrk="1" hangingPunct="1"/>
            <a:r>
              <a:rPr lang="en-US" altLang="zh-CN" sz="2000">
                <a:ea typeface="ＭＳ Ｐゴシック" panose="020B0600070205080204" pitchFamily="34" charset="-128"/>
              </a:rPr>
              <a:t>Specialization and generalization are simple inversions of each other; they are represented in an E-R diagram in the same way.</a:t>
            </a:r>
          </a:p>
          <a:p>
            <a:pPr eaLnBrk="1" hangingPunct="1"/>
            <a:r>
              <a:rPr lang="en-US" altLang="zh-CN" sz="2000">
                <a:ea typeface="ＭＳ Ｐゴシック" panose="020B0600070205080204" pitchFamily="34" charset="-128"/>
              </a:rPr>
              <a:t>The terms specialization and generalization are used interchangeably.</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F212BD47-C078-4BE6-9B13-DE930FA5224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57550" y="2946400"/>
            <a:ext cx="1289050" cy="1042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8354" name="Rectangle 2">
            <a:extLst>
              <a:ext uri="{FF2B5EF4-FFF2-40B4-BE49-F238E27FC236}">
                <a16:creationId xmlns:a16="http://schemas.microsoft.com/office/drawing/2014/main" id="{24C14ACB-E2C1-4EB3-8463-1042F18D7710}"/>
              </a:ext>
            </a:extLst>
          </p:cNvPr>
          <p:cNvSpPr>
            <a:spLocks noGrp="1" noChangeArrowheads="1"/>
          </p:cNvSpPr>
          <p:nvPr>
            <p:ph type="title"/>
          </p:nvPr>
        </p:nvSpPr>
        <p:spPr/>
        <p:txBody>
          <a:bodyPr/>
          <a:lstStyle/>
          <a:p>
            <a:pPr eaLnBrk="1" hangingPunct="1">
              <a:defRPr/>
            </a:pPr>
            <a:r>
              <a:rPr lang="en-US" altLang="zh-CN">
                <a:ea typeface="宋体" pitchFamily="2" charset="-122"/>
              </a:rPr>
              <a:t>Generalization</a:t>
            </a:r>
            <a:endParaRPr lang="zh-CN" altLang="en-US">
              <a:ea typeface="宋体" pitchFamily="2" charset="-122"/>
            </a:endParaRPr>
          </a:p>
        </p:txBody>
      </p:sp>
      <p:grpSp>
        <p:nvGrpSpPr>
          <p:cNvPr id="117803" name="Group 40">
            <a:extLst>
              <a:ext uri="{FF2B5EF4-FFF2-40B4-BE49-F238E27FC236}">
                <a16:creationId xmlns:a16="http://schemas.microsoft.com/office/drawing/2014/main" id="{95A3483A-FB16-4D07-8E39-0EDAEABC8F66}"/>
              </a:ext>
            </a:extLst>
          </p:cNvPr>
          <p:cNvGrpSpPr>
            <a:grpSpLocks/>
          </p:cNvGrpSpPr>
          <p:nvPr/>
        </p:nvGrpSpPr>
        <p:grpSpPr bwMode="auto">
          <a:xfrm>
            <a:off x="1711325" y="2473325"/>
            <a:ext cx="1546225" cy="1062038"/>
            <a:chOff x="1078" y="1829"/>
            <a:chExt cx="878" cy="669"/>
          </a:xfrm>
        </p:grpSpPr>
        <p:sp>
          <p:nvSpPr>
            <p:cNvPr id="118805" name="Line 7">
              <a:extLst>
                <a:ext uri="{FF2B5EF4-FFF2-40B4-BE49-F238E27FC236}">
                  <a16:creationId xmlns:a16="http://schemas.microsoft.com/office/drawing/2014/main" id="{EE92CAA6-D367-4146-9B32-1220A33E834C}"/>
                </a:ext>
              </a:extLst>
            </p:cNvPr>
            <p:cNvSpPr>
              <a:spLocks noChangeShapeType="1"/>
            </p:cNvSpPr>
            <p:nvPr/>
          </p:nvSpPr>
          <p:spPr bwMode="auto">
            <a:xfrm flipV="1">
              <a:off x="1078" y="2239"/>
              <a:ext cx="288" cy="14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06" name="Line 8">
              <a:extLst>
                <a:ext uri="{FF2B5EF4-FFF2-40B4-BE49-F238E27FC236}">
                  <a16:creationId xmlns:a16="http://schemas.microsoft.com/office/drawing/2014/main" id="{B0024D2C-E171-417E-8038-61F952B10C71}"/>
                </a:ext>
              </a:extLst>
            </p:cNvPr>
            <p:cNvSpPr>
              <a:spLocks noChangeShapeType="1"/>
            </p:cNvSpPr>
            <p:nvPr/>
          </p:nvSpPr>
          <p:spPr bwMode="auto">
            <a:xfrm flipH="1" flipV="1">
              <a:off x="1668" y="2244"/>
              <a:ext cx="288" cy="14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07" name="Line 10">
              <a:extLst>
                <a:ext uri="{FF2B5EF4-FFF2-40B4-BE49-F238E27FC236}">
                  <a16:creationId xmlns:a16="http://schemas.microsoft.com/office/drawing/2014/main" id="{17CC88BD-1ED9-4203-B803-7B87BD9BBC6B}"/>
                </a:ext>
              </a:extLst>
            </p:cNvPr>
            <p:cNvSpPr>
              <a:spLocks noChangeShapeType="1"/>
            </p:cNvSpPr>
            <p:nvPr/>
          </p:nvSpPr>
          <p:spPr bwMode="auto">
            <a:xfrm>
              <a:off x="1520" y="1829"/>
              <a:ext cx="0" cy="324"/>
            </a:xfrm>
            <a:prstGeom prst="line">
              <a:avLst/>
            </a:prstGeom>
            <a:noFill/>
            <a:ln w="28575">
              <a:solidFill>
                <a:schemeClr val="tx1"/>
              </a:solidFill>
              <a:round/>
              <a:headEnd type="non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118808" name="AutoShape 11">
              <a:extLst>
                <a:ext uri="{FF2B5EF4-FFF2-40B4-BE49-F238E27FC236}">
                  <a16:creationId xmlns:a16="http://schemas.microsoft.com/office/drawing/2014/main" id="{EFA7D12F-9930-40A7-B45C-347A07D38FCC}"/>
                </a:ext>
              </a:extLst>
            </p:cNvPr>
            <p:cNvSpPr>
              <a:spLocks noChangeArrowheads="1"/>
            </p:cNvSpPr>
            <p:nvPr/>
          </p:nvSpPr>
          <p:spPr bwMode="auto">
            <a:xfrm>
              <a:off x="1322" y="2162"/>
              <a:ext cx="384" cy="336"/>
            </a:xfrm>
            <a:prstGeom prst="flowChartMerge">
              <a:avLst/>
            </a:prstGeom>
            <a:solidFill>
              <a:schemeClr val="accent1"/>
            </a:solidFill>
            <a:ln w="28575">
              <a:solidFill>
                <a:schemeClr val="tx1"/>
              </a:solidFill>
              <a:miter lim="800000"/>
              <a:headEnd/>
              <a:tailEnd/>
            </a:ln>
          </p:spPr>
          <p:txBody>
            <a:bodyPr wrap="none" anchor="ct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eaLnBrk="1" hangingPunct="1">
                <a:lnSpc>
                  <a:spcPct val="90000"/>
                </a:lnSpc>
                <a:spcBef>
                  <a:spcPct val="20000"/>
                </a:spcBef>
                <a:buClr>
                  <a:srgbClr val="FF9933"/>
                </a:buClr>
                <a:buSzPct val="60000"/>
                <a:buFont typeface="Wingdings" panose="05000000000000000000" pitchFamily="2" charset="2"/>
                <a:buNone/>
              </a:pPr>
              <a:r>
                <a:rPr lang="en-US" altLang="zh-CN" sz="2000" b="1">
                  <a:solidFill>
                    <a:srgbClr val="000000"/>
                  </a:solidFill>
                  <a:latin typeface="华文新魏" panose="02010800040101010101" pitchFamily="2" charset="-122"/>
                  <a:ea typeface="华文新魏" panose="02010800040101010101" pitchFamily="2" charset="-122"/>
                </a:rPr>
                <a:t>ISA</a:t>
              </a:r>
              <a:endParaRPr lang="zh-CN" altLang="en-US" sz="2000" b="1">
                <a:solidFill>
                  <a:srgbClr val="000000"/>
                </a:solidFill>
                <a:latin typeface="华文新魏" panose="02010800040101010101" pitchFamily="2" charset="-122"/>
                <a:ea typeface="华文新魏" panose="02010800040101010101" pitchFamily="2" charset="-122"/>
              </a:endParaRPr>
            </a:p>
          </p:txBody>
        </p:sp>
      </p:grpSp>
      <p:grpSp>
        <p:nvGrpSpPr>
          <p:cNvPr id="117797" name="Group 41">
            <a:extLst>
              <a:ext uri="{FF2B5EF4-FFF2-40B4-BE49-F238E27FC236}">
                <a16:creationId xmlns:a16="http://schemas.microsoft.com/office/drawing/2014/main" id="{983CA78E-44C3-4169-B884-F5AED507CB02}"/>
              </a:ext>
            </a:extLst>
          </p:cNvPr>
          <p:cNvGrpSpPr>
            <a:grpSpLocks/>
          </p:cNvGrpSpPr>
          <p:nvPr/>
        </p:nvGrpSpPr>
        <p:grpSpPr bwMode="auto">
          <a:xfrm>
            <a:off x="3413125" y="3938588"/>
            <a:ext cx="1365250" cy="900112"/>
            <a:chOff x="2150" y="2752"/>
            <a:chExt cx="805" cy="567"/>
          </a:xfrm>
        </p:grpSpPr>
        <p:sp>
          <p:nvSpPr>
            <p:cNvPr id="118801" name="Line 13">
              <a:extLst>
                <a:ext uri="{FF2B5EF4-FFF2-40B4-BE49-F238E27FC236}">
                  <a16:creationId xmlns:a16="http://schemas.microsoft.com/office/drawing/2014/main" id="{C228531A-3508-4D9E-AB96-624D0F0576C4}"/>
                </a:ext>
              </a:extLst>
            </p:cNvPr>
            <p:cNvSpPr>
              <a:spLocks noChangeShapeType="1"/>
            </p:cNvSpPr>
            <p:nvPr/>
          </p:nvSpPr>
          <p:spPr bwMode="auto">
            <a:xfrm flipV="1">
              <a:off x="2150" y="3091"/>
              <a:ext cx="305" cy="21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02" name="Line 14">
              <a:extLst>
                <a:ext uri="{FF2B5EF4-FFF2-40B4-BE49-F238E27FC236}">
                  <a16:creationId xmlns:a16="http://schemas.microsoft.com/office/drawing/2014/main" id="{0F6F3B9F-90FE-4143-BDC6-8EE30871A182}"/>
                </a:ext>
              </a:extLst>
            </p:cNvPr>
            <p:cNvSpPr>
              <a:spLocks noChangeShapeType="1"/>
            </p:cNvSpPr>
            <p:nvPr/>
          </p:nvSpPr>
          <p:spPr bwMode="auto">
            <a:xfrm>
              <a:off x="2610" y="3123"/>
              <a:ext cx="345" cy="1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03" name="AutoShape 15">
              <a:extLst>
                <a:ext uri="{FF2B5EF4-FFF2-40B4-BE49-F238E27FC236}">
                  <a16:creationId xmlns:a16="http://schemas.microsoft.com/office/drawing/2014/main" id="{EC2E6B88-26ED-4521-9073-7C198969E039}"/>
                </a:ext>
              </a:extLst>
            </p:cNvPr>
            <p:cNvSpPr>
              <a:spLocks noChangeArrowheads="1"/>
            </p:cNvSpPr>
            <p:nvPr/>
          </p:nvSpPr>
          <p:spPr bwMode="auto">
            <a:xfrm>
              <a:off x="2350" y="2961"/>
              <a:ext cx="384" cy="336"/>
            </a:xfrm>
            <a:prstGeom prst="flowChartMerge">
              <a:avLst/>
            </a:prstGeom>
            <a:solidFill>
              <a:schemeClr val="accent1"/>
            </a:solidFill>
            <a:ln w="28575">
              <a:solidFill>
                <a:schemeClr val="tx1"/>
              </a:solidFill>
              <a:miter lim="800000"/>
              <a:headEnd/>
              <a:tailEnd/>
            </a:ln>
          </p:spPr>
          <p:txBody>
            <a:bodyPr wrap="none" anchor="ct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eaLnBrk="1" hangingPunct="1">
                <a:lnSpc>
                  <a:spcPct val="90000"/>
                </a:lnSpc>
                <a:spcBef>
                  <a:spcPct val="20000"/>
                </a:spcBef>
                <a:buClr>
                  <a:srgbClr val="FF9933"/>
                </a:buClr>
                <a:buSzPct val="60000"/>
                <a:buFont typeface="Wingdings" panose="05000000000000000000" pitchFamily="2" charset="2"/>
                <a:buNone/>
              </a:pPr>
              <a:r>
                <a:rPr lang="en-US" altLang="zh-CN" sz="2000" b="1">
                  <a:solidFill>
                    <a:srgbClr val="000000"/>
                  </a:solidFill>
                  <a:latin typeface="华文新魏" panose="02010800040101010101" pitchFamily="2" charset="-122"/>
                  <a:ea typeface="华文新魏" panose="02010800040101010101" pitchFamily="2" charset="-122"/>
                </a:rPr>
                <a:t>ISA</a:t>
              </a:r>
              <a:endParaRPr lang="zh-CN" altLang="en-US" sz="2000" b="1">
                <a:solidFill>
                  <a:srgbClr val="000000"/>
                </a:solidFill>
                <a:latin typeface="华文新魏" panose="02010800040101010101" pitchFamily="2" charset="-122"/>
                <a:ea typeface="华文新魏" panose="02010800040101010101" pitchFamily="2" charset="-122"/>
              </a:endParaRPr>
            </a:p>
          </p:txBody>
        </p:sp>
        <p:sp>
          <p:nvSpPr>
            <p:cNvPr id="118804" name="Line 17">
              <a:extLst>
                <a:ext uri="{FF2B5EF4-FFF2-40B4-BE49-F238E27FC236}">
                  <a16:creationId xmlns:a16="http://schemas.microsoft.com/office/drawing/2014/main" id="{5FDCA2EF-6A29-4AD1-88A6-57B3DDE3FA13}"/>
                </a:ext>
              </a:extLst>
            </p:cNvPr>
            <p:cNvSpPr>
              <a:spLocks noChangeShapeType="1"/>
            </p:cNvSpPr>
            <p:nvPr/>
          </p:nvSpPr>
          <p:spPr bwMode="auto">
            <a:xfrm>
              <a:off x="2490" y="2752"/>
              <a:ext cx="0" cy="222"/>
            </a:xfrm>
            <a:prstGeom prst="line">
              <a:avLst/>
            </a:prstGeom>
            <a:noFill/>
            <a:ln w="28575">
              <a:solidFill>
                <a:schemeClr val="tx1"/>
              </a:solidFill>
              <a:round/>
              <a:headEnd type="none" w="med" len="lg"/>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17791" name="Group 42">
            <a:extLst>
              <a:ext uri="{FF2B5EF4-FFF2-40B4-BE49-F238E27FC236}">
                <a16:creationId xmlns:a16="http://schemas.microsoft.com/office/drawing/2014/main" id="{DA2F4F82-3EAA-4917-8DB0-DD3BB369149D}"/>
              </a:ext>
            </a:extLst>
          </p:cNvPr>
          <p:cNvGrpSpPr>
            <a:grpSpLocks/>
          </p:cNvGrpSpPr>
          <p:nvPr/>
        </p:nvGrpSpPr>
        <p:grpSpPr bwMode="auto">
          <a:xfrm>
            <a:off x="5980113" y="2487613"/>
            <a:ext cx="1493837" cy="2343150"/>
            <a:chOff x="3767" y="1838"/>
            <a:chExt cx="941" cy="1476"/>
          </a:xfrm>
        </p:grpSpPr>
        <p:sp>
          <p:nvSpPr>
            <p:cNvPr id="118797" name="AutoShape 33">
              <a:extLst>
                <a:ext uri="{FF2B5EF4-FFF2-40B4-BE49-F238E27FC236}">
                  <a16:creationId xmlns:a16="http://schemas.microsoft.com/office/drawing/2014/main" id="{320F2EB9-8F84-4738-95E7-D3CC40A9475A}"/>
                </a:ext>
              </a:extLst>
            </p:cNvPr>
            <p:cNvSpPr>
              <a:spLocks noChangeArrowheads="1"/>
            </p:cNvSpPr>
            <p:nvPr/>
          </p:nvSpPr>
          <p:spPr bwMode="auto">
            <a:xfrm>
              <a:off x="4023" y="2414"/>
              <a:ext cx="384" cy="336"/>
            </a:xfrm>
            <a:prstGeom prst="flowChartMerge">
              <a:avLst/>
            </a:prstGeom>
            <a:solidFill>
              <a:schemeClr val="accent1"/>
            </a:solidFill>
            <a:ln w="28575">
              <a:solidFill>
                <a:schemeClr val="tx1"/>
              </a:solidFill>
              <a:miter lim="800000"/>
              <a:headEnd/>
              <a:tailEnd/>
            </a:ln>
          </p:spPr>
          <p:txBody>
            <a:bodyPr wrap="none" anchor="ct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eaLnBrk="1" hangingPunct="1">
                <a:lnSpc>
                  <a:spcPct val="90000"/>
                </a:lnSpc>
                <a:spcBef>
                  <a:spcPct val="20000"/>
                </a:spcBef>
                <a:buClr>
                  <a:srgbClr val="FF9933"/>
                </a:buClr>
                <a:buSzPct val="60000"/>
                <a:buFont typeface="Wingdings" panose="05000000000000000000" pitchFamily="2" charset="2"/>
                <a:buNone/>
              </a:pPr>
              <a:r>
                <a:rPr lang="en-US" altLang="zh-CN" sz="2000" b="1">
                  <a:solidFill>
                    <a:srgbClr val="000000"/>
                  </a:solidFill>
                  <a:latin typeface="华文新魏" panose="02010800040101010101" pitchFamily="2" charset="-122"/>
                  <a:ea typeface="华文新魏" panose="02010800040101010101" pitchFamily="2" charset="-122"/>
                </a:rPr>
                <a:t>ISA</a:t>
              </a:r>
              <a:endParaRPr lang="zh-CN" altLang="en-US" sz="2000" b="1">
                <a:solidFill>
                  <a:srgbClr val="000000"/>
                </a:solidFill>
                <a:latin typeface="华文新魏" panose="02010800040101010101" pitchFamily="2" charset="-122"/>
                <a:ea typeface="华文新魏" panose="02010800040101010101" pitchFamily="2" charset="-122"/>
              </a:endParaRPr>
            </a:p>
          </p:txBody>
        </p:sp>
        <p:sp>
          <p:nvSpPr>
            <p:cNvPr id="118798" name="Line 34">
              <a:extLst>
                <a:ext uri="{FF2B5EF4-FFF2-40B4-BE49-F238E27FC236}">
                  <a16:creationId xmlns:a16="http://schemas.microsoft.com/office/drawing/2014/main" id="{E8ED7D16-979C-4C1C-8B3F-E62E6D55E6BA}"/>
                </a:ext>
              </a:extLst>
            </p:cNvPr>
            <p:cNvSpPr>
              <a:spLocks noChangeShapeType="1"/>
            </p:cNvSpPr>
            <p:nvPr/>
          </p:nvSpPr>
          <p:spPr bwMode="auto">
            <a:xfrm>
              <a:off x="4215" y="1838"/>
              <a:ext cx="0" cy="576"/>
            </a:xfrm>
            <a:prstGeom prst="line">
              <a:avLst/>
            </a:prstGeom>
            <a:noFill/>
            <a:ln w="28575">
              <a:solidFill>
                <a:schemeClr val="tx1"/>
              </a:solidFill>
              <a:round/>
              <a:headEnd type="non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118799" name="Line 35">
              <a:extLst>
                <a:ext uri="{FF2B5EF4-FFF2-40B4-BE49-F238E27FC236}">
                  <a16:creationId xmlns:a16="http://schemas.microsoft.com/office/drawing/2014/main" id="{AF1A3C30-1AF9-4657-AC12-03DF0D6F6221}"/>
                </a:ext>
              </a:extLst>
            </p:cNvPr>
            <p:cNvSpPr>
              <a:spLocks noChangeShapeType="1"/>
            </p:cNvSpPr>
            <p:nvPr/>
          </p:nvSpPr>
          <p:spPr bwMode="auto">
            <a:xfrm flipV="1">
              <a:off x="3767" y="2606"/>
              <a:ext cx="352" cy="69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00" name="Line 36">
              <a:extLst>
                <a:ext uri="{FF2B5EF4-FFF2-40B4-BE49-F238E27FC236}">
                  <a16:creationId xmlns:a16="http://schemas.microsoft.com/office/drawing/2014/main" id="{9C5CE95A-7DF9-44AA-AD4F-B4272D85D90C}"/>
                </a:ext>
              </a:extLst>
            </p:cNvPr>
            <p:cNvSpPr>
              <a:spLocks noChangeShapeType="1"/>
            </p:cNvSpPr>
            <p:nvPr/>
          </p:nvSpPr>
          <p:spPr bwMode="auto">
            <a:xfrm flipH="1" flipV="1">
              <a:off x="4343" y="2568"/>
              <a:ext cx="365" cy="74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pic>
        <p:nvPicPr>
          <p:cNvPr id="3" name="图片 2">
            <a:extLst>
              <a:ext uri="{FF2B5EF4-FFF2-40B4-BE49-F238E27FC236}">
                <a16:creationId xmlns:a16="http://schemas.microsoft.com/office/drawing/2014/main" id="{EB67ACF9-BB34-4A50-B1E0-AC6B07AE12B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161088" y="723900"/>
            <a:ext cx="1227137" cy="178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8792" name="图片 4">
            <a:extLst>
              <a:ext uri="{FF2B5EF4-FFF2-40B4-BE49-F238E27FC236}">
                <a16:creationId xmlns:a16="http://schemas.microsoft.com/office/drawing/2014/main" id="{E4100A2B-D6F8-4331-9AD0-F82E39F9440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304088" y="4822825"/>
            <a:ext cx="140970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8793" name="图片 6">
            <a:extLst>
              <a:ext uri="{FF2B5EF4-FFF2-40B4-BE49-F238E27FC236}">
                <a16:creationId xmlns:a16="http://schemas.microsoft.com/office/drawing/2014/main" id="{F2F900D6-2117-47E4-B84E-5D3472EDAB82}"/>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778375" y="4746625"/>
            <a:ext cx="14097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8794" name="图片 7">
            <a:extLst>
              <a:ext uri="{FF2B5EF4-FFF2-40B4-BE49-F238E27FC236}">
                <a16:creationId xmlns:a16="http://schemas.microsoft.com/office/drawing/2014/main" id="{A6A5DE9B-A4BB-4CD0-98FB-F60DAA95A49A}"/>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2413000" y="4784725"/>
            <a:ext cx="1427163"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8795" name="图片 9">
            <a:extLst>
              <a:ext uri="{FF2B5EF4-FFF2-40B4-BE49-F238E27FC236}">
                <a16:creationId xmlns:a16="http://schemas.microsoft.com/office/drawing/2014/main" id="{57724671-9A79-4B8D-BFED-C59F5E106DFF}"/>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61963" y="2962275"/>
            <a:ext cx="1249362" cy="97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图片 10">
            <a:extLst>
              <a:ext uri="{FF2B5EF4-FFF2-40B4-BE49-F238E27FC236}">
                <a16:creationId xmlns:a16="http://schemas.microsoft.com/office/drawing/2014/main" id="{7CF194AA-CEE3-4CD9-B9C4-64D7364B8951}"/>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1854200" y="936625"/>
            <a:ext cx="1250950" cy="149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117797"/>
                                        </p:tgtEl>
                                        <p:attrNameLst>
                                          <p:attrName>style.visibility</p:attrName>
                                        </p:attrNameLst>
                                      </p:cBhvr>
                                      <p:to>
                                        <p:strVal val="visible"/>
                                      </p:to>
                                    </p:set>
                                    <p:animEffect transition="in" filter="wipe(down)">
                                      <p:cBhvr>
                                        <p:cTn id="7" dur="500"/>
                                        <p:tgtEl>
                                          <p:spTgt spid="117797"/>
                                        </p:tgtEl>
                                      </p:cBhvr>
                                    </p:animEffect>
                                  </p:childTnLst>
                                </p:cTn>
                              </p:par>
                            </p:childTnLst>
                          </p:cTn>
                        </p:par>
                        <p:par>
                          <p:cTn id="8" fill="hold" nodeType="afterGroup">
                            <p:stCondLst>
                              <p:cond delay="500"/>
                            </p:stCondLst>
                            <p:childTnLst>
                              <p:par>
                                <p:cTn id="9" presetID="22" presetClass="entr" presetSubtype="4"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down)">
                                      <p:cBhvr>
                                        <p:cTn id="11" dur="500"/>
                                        <p:tgtEl>
                                          <p:spTgt spid="9"/>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4" fill="hold" nodeType="clickEffect">
                                  <p:stCondLst>
                                    <p:cond delay="0"/>
                                  </p:stCondLst>
                                  <p:childTnLst>
                                    <p:set>
                                      <p:cBhvr>
                                        <p:cTn id="15" dur="1" fill="hold">
                                          <p:stCondLst>
                                            <p:cond delay="0"/>
                                          </p:stCondLst>
                                        </p:cTn>
                                        <p:tgtEl>
                                          <p:spTgt spid="117803"/>
                                        </p:tgtEl>
                                        <p:attrNameLst>
                                          <p:attrName>style.visibility</p:attrName>
                                        </p:attrNameLst>
                                      </p:cBhvr>
                                      <p:to>
                                        <p:strVal val="visible"/>
                                      </p:to>
                                    </p:set>
                                    <p:animEffect transition="in" filter="wipe(down)">
                                      <p:cBhvr>
                                        <p:cTn id="16" dur="500"/>
                                        <p:tgtEl>
                                          <p:spTgt spid="117803"/>
                                        </p:tgtEl>
                                      </p:cBhvr>
                                    </p:animEffect>
                                  </p:childTnLst>
                                </p:cTn>
                              </p:par>
                            </p:childTnLst>
                          </p:cTn>
                        </p:par>
                        <p:par>
                          <p:cTn id="17" fill="hold" nodeType="afterGroup">
                            <p:stCondLst>
                              <p:cond delay="500"/>
                            </p:stCondLst>
                            <p:childTnLst>
                              <p:par>
                                <p:cTn id="18" presetID="22" presetClass="entr" presetSubtype="4" fill="hold" nodeType="after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ipe(down)">
                                      <p:cBhvr>
                                        <p:cTn id="20" dur="500"/>
                                        <p:tgtEl>
                                          <p:spTgt spid="11"/>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4" fill="hold" nodeType="clickEffect">
                                  <p:stCondLst>
                                    <p:cond delay="0"/>
                                  </p:stCondLst>
                                  <p:childTnLst>
                                    <p:set>
                                      <p:cBhvr>
                                        <p:cTn id="24" dur="1" fill="hold">
                                          <p:stCondLst>
                                            <p:cond delay="0"/>
                                          </p:stCondLst>
                                        </p:cTn>
                                        <p:tgtEl>
                                          <p:spTgt spid="117791"/>
                                        </p:tgtEl>
                                        <p:attrNameLst>
                                          <p:attrName>style.visibility</p:attrName>
                                        </p:attrNameLst>
                                      </p:cBhvr>
                                      <p:to>
                                        <p:strVal val="visible"/>
                                      </p:to>
                                    </p:set>
                                    <p:animEffect transition="in" filter="wipe(down)">
                                      <p:cBhvr>
                                        <p:cTn id="25" dur="500"/>
                                        <p:tgtEl>
                                          <p:spTgt spid="117791"/>
                                        </p:tgtEl>
                                      </p:cBhvr>
                                    </p:animEffect>
                                  </p:childTnLst>
                                </p:cTn>
                              </p:par>
                            </p:childTnLst>
                          </p:cTn>
                        </p:par>
                        <p:par>
                          <p:cTn id="26" fill="hold" nodeType="afterGroup">
                            <p:stCondLst>
                              <p:cond delay="500"/>
                            </p:stCondLst>
                            <p:childTnLst>
                              <p:par>
                                <p:cTn id="27" presetID="22" presetClass="entr" presetSubtype="4" fill="hold" nodeType="after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wipe(down)">
                                      <p:cBhvr>
                                        <p:cTn id="2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650" name="Rectangle 2">
            <a:extLst>
              <a:ext uri="{FF2B5EF4-FFF2-40B4-BE49-F238E27FC236}">
                <a16:creationId xmlns:a16="http://schemas.microsoft.com/office/drawing/2014/main" id="{D15AA612-E5C7-4E7A-854E-1BD3C5F0F6EB}"/>
              </a:ext>
            </a:extLst>
          </p:cNvPr>
          <p:cNvSpPr>
            <a:spLocks noGrp="1" noChangeArrowheads="1"/>
          </p:cNvSpPr>
          <p:nvPr>
            <p:ph type="title"/>
          </p:nvPr>
        </p:nvSpPr>
        <p:spPr/>
        <p:txBody>
          <a:bodyPr/>
          <a:lstStyle/>
          <a:p>
            <a:pPr eaLnBrk="1" hangingPunct="1">
              <a:defRPr/>
            </a:pPr>
            <a:r>
              <a:rPr lang="en-US"/>
              <a:t>Specialization and Generalization (Cont.)</a:t>
            </a:r>
          </a:p>
        </p:txBody>
      </p:sp>
      <p:sp>
        <p:nvSpPr>
          <p:cNvPr id="119811" name="Rectangle 3">
            <a:extLst>
              <a:ext uri="{FF2B5EF4-FFF2-40B4-BE49-F238E27FC236}">
                <a16:creationId xmlns:a16="http://schemas.microsoft.com/office/drawing/2014/main" id="{F4D21F7F-75DA-40ED-AEC8-CF29F80D9CAC}"/>
              </a:ext>
            </a:extLst>
          </p:cNvPr>
          <p:cNvSpPr>
            <a:spLocks noGrp="1" noChangeArrowheads="1"/>
          </p:cNvSpPr>
          <p:nvPr>
            <p:ph idx="1"/>
          </p:nvPr>
        </p:nvSpPr>
        <p:spPr/>
        <p:txBody>
          <a:bodyPr/>
          <a:lstStyle/>
          <a:p>
            <a:pPr eaLnBrk="1" hangingPunct="1"/>
            <a:r>
              <a:rPr lang="en-US" altLang="zh-CN" sz="2000">
                <a:ea typeface="ＭＳ Ｐゴシック" panose="020B0600070205080204" pitchFamily="34" charset="-128"/>
              </a:rPr>
              <a:t>Can have multiple specializations of an entity set based on different features.  </a:t>
            </a:r>
          </a:p>
          <a:p>
            <a:pPr eaLnBrk="1" hangingPunct="1"/>
            <a:r>
              <a:rPr lang="en-US" altLang="zh-CN" sz="2000">
                <a:ea typeface="ＭＳ Ｐゴシック" panose="020B0600070205080204" pitchFamily="34" charset="-128"/>
              </a:rPr>
              <a:t>E.g., </a:t>
            </a:r>
            <a:r>
              <a:rPr lang="en-US" altLang="zh-CN" sz="2000" i="1">
                <a:ea typeface="ＭＳ Ｐゴシック" panose="020B0600070205080204" pitchFamily="34" charset="-128"/>
              </a:rPr>
              <a:t>permanent_employee </a:t>
            </a:r>
            <a:r>
              <a:rPr lang="en-US" altLang="zh-CN" sz="2000">
                <a:ea typeface="ＭＳ Ｐゴシック" panose="020B0600070205080204" pitchFamily="34" charset="-128"/>
              </a:rPr>
              <a:t>vs. </a:t>
            </a:r>
            <a:r>
              <a:rPr lang="en-US" altLang="zh-CN" sz="2000" i="1">
                <a:ea typeface="ＭＳ Ｐゴシック" panose="020B0600070205080204" pitchFamily="34" charset="-128"/>
              </a:rPr>
              <a:t>temporary_employee</a:t>
            </a:r>
            <a:r>
              <a:rPr lang="en-US" altLang="zh-CN" sz="2000">
                <a:ea typeface="ＭＳ Ｐゴシック" panose="020B0600070205080204" pitchFamily="34" charset="-128"/>
              </a:rPr>
              <a:t>, in addition to </a:t>
            </a:r>
            <a:r>
              <a:rPr lang="en-US" altLang="zh-CN" sz="2000" i="1">
                <a:ea typeface="ＭＳ Ｐゴシック" panose="020B0600070205080204" pitchFamily="34" charset="-128"/>
              </a:rPr>
              <a:t>instructor </a:t>
            </a:r>
            <a:r>
              <a:rPr lang="en-US" altLang="zh-CN" sz="2000">
                <a:ea typeface="ＭＳ Ｐゴシック" panose="020B0600070205080204" pitchFamily="34" charset="-128"/>
              </a:rPr>
              <a:t>vs. </a:t>
            </a:r>
            <a:r>
              <a:rPr lang="en-US" altLang="zh-CN" sz="2000" i="1">
                <a:ea typeface="ＭＳ Ｐゴシック" panose="020B0600070205080204" pitchFamily="34" charset="-128"/>
              </a:rPr>
              <a:t>secretary</a:t>
            </a:r>
          </a:p>
          <a:p>
            <a:pPr eaLnBrk="1" hangingPunct="1"/>
            <a:r>
              <a:rPr lang="en-US" altLang="zh-CN" sz="2000">
                <a:ea typeface="ＭＳ Ｐゴシック" panose="020B0600070205080204" pitchFamily="34" charset="-128"/>
              </a:rPr>
              <a:t>Each particular employee would be </a:t>
            </a:r>
          </a:p>
          <a:p>
            <a:pPr lvl="1" eaLnBrk="1" hangingPunct="1"/>
            <a:r>
              <a:rPr lang="en-US" altLang="zh-CN" sz="2000">
                <a:ea typeface="ＭＳ Ｐゴシック" panose="020B0600070205080204" pitchFamily="34" charset="-128"/>
              </a:rPr>
              <a:t>a member of one of </a:t>
            </a:r>
            <a:r>
              <a:rPr lang="en-US" altLang="zh-CN" sz="2000" i="1">
                <a:ea typeface="ＭＳ Ｐゴシック" panose="020B0600070205080204" pitchFamily="34" charset="-128"/>
              </a:rPr>
              <a:t>permanent_employee </a:t>
            </a:r>
            <a:r>
              <a:rPr lang="en-US" altLang="zh-CN" sz="2000">
                <a:ea typeface="ＭＳ Ｐゴシック" panose="020B0600070205080204" pitchFamily="34" charset="-128"/>
              </a:rPr>
              <a:t>or </a:t>
            </a:r>
            <a:r>
              <a:rPr lang="en-US" altLang="zh-CN" sz="2000" i="1">
                <a:ea typeface="ＭＳ Ｐゴシック" panose="020B0600070205080204" pitchFamily="34" charset="-128"/>
              </a:rPr>
              <a:t>temporary_employee</a:t>
            </a:r>
            <a:r>
              <a:rPr lang="en-US" altLang="zh-CN" sz="2000">
                <a:ea typeface="ＭＳ Ｐゴシック" panose="020B0600070205080204" pitchFamily="34" charset="-128"/>
              </a:rPr>
              <a:t>, </a:t>
            </a:r>
          </a:p>
          <a:p>
            <a:pPr lvl="1" eaLnBrk="1" hangingPunct="1"/>
            <a:r>
              <a:rPr lang="en-US" altLang="zh-CN" sz="2000">
                <a:ea typeface="ＭＳ Ｐゴシック" panose="020B0600070205080204" pitchFamily="34" charset="-128"/>
              </a:rPr>
              <a:t>and also a member of one of </a:t>
            </a:r>
            <a:r>
              <a:rPr lang="en-US" altLang="zh-CN" sz="2000" i="1">
                <a:ea typeface="ＭＳ Ｐゴシック" panose="020B0600070205080204" pitchFamily="34" charset="-128"/>
              </a:rPr>
              <a:t>instructor</a:t>
            </a:r>
            <a:r>
              <a:rPr lang="en-US" altLang="zh-CN" sz="2000">
                <a:ea typeface="ＭＳ Ｐゴシック" panose="020B0600070205080204" pitchFamily="34" charset="-128"/>
              </a:rPr>
              <a:t>, </a:t>
            </a:r>
            <a:r>
              <a:rPr lang="en-US" altLang="zh-CN" sz="2000" i="1">
                <a:ea typeface="ＭＳ Ｐゴシック" panose="020B0600070205080204" pitchFamily="34" charset="-128"/>
              </a:rPr>
              <a:t>secretary</a:t>
            </a:r>
          </a:p>
          <a:p>
            <a:pPr eaLnBrk="1" hangingPunct="1"/>
            <a:r>
              <a:rPr lang="en-US" altLang="zh-CN" sz="2000">
                <a:ea typeface="ＭＳ Ｐゴシック" panose="020B0600070205080204" pitchFamily="34" charset="-128"/>
              </a:rPr>
              <a:t>The ISA relationship also referred to as </a:t>
            </a:r>
            <a:r>
              <a:rPr lang="en-US" altLang="zh-CN" sz="2000" b="1">
                <a:solidFill>
                  <a:srgbClr val="000099"/>
                </a:solidFill>
                <a:ea typeface="ＭＳ Ｐゴシック" panose="020B0600070205080204" pitchFamily="34" charset="-128"/>
              </a:rPr>
              <a:t>superclass - subclass</a:t>
            </a:r>
            <a:r>
              <a:rPr lang="en-US" altLang="zh-CN" sz="2000" b="1">
                <a:ea typeface="ＭＳ Ｐゴシック" panose="020B0600070205080204" pitchFamily="34" charset="-128"/>
              </a:rPr>
              <a:t> </a:t>
            </a:r>
            <a:r>
              <a:rPr lang="en-US" altLang="zh-CN" sz="2000">
                <a:ea typeface="ＭＳ Ｐゴシック" panose="020B0600070205080204" pitchFamily="34" charset="-128"/>
              </a:rPr>
              <a:t>relationship</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1698" name="Rectangle 2">
            <a:extLst>
              <a:ext uri="{FF2B5EF4-FFF2-40B4-BE49-F238E27FC236}">
                <a16:creationId xmlns:a16="http://schemas.microsoft.com/office/drawing/2014/main" id="{8BACF170-C95D-48BE-B257-ED3E60DBF83D}"/>
              </a:ext>
            </a:extLst>
          </p:cNvPr>
          <p:cNvSpPr>
            <a:spLocks noGrp="1" noChangeArrowheads="1"/>
          </p:cNvSpPr>
          <p:nvPr>
            <p:ph type="title"/>
          </p:nvPr>
        </p:nvSpPr>
        <p:spPr>
          <a:xfrm>
            <a:off x="228600" y="117475"/>
            <a:ext cx="8616950" cy="874713"/>
          </a:xfrm>
        </p:spPr>
        <p:txBody>
          <a:bodyPr>
            <a:normAutofit fontScale="90000"/>
          </a:bodyPr>
          <a:lstStyle/>
          <a:p>
            <a:pPr eaLnBrk="1" hangingPunct="1">
              <a:defRPr/>
            </a:pPr>
            <a:r>
              <a:rPr lang="en-US" altLang="zh-CN" dirty="0">
                <a:effectLst>
                  <a:outerShdw blurRad="38100" dist="38100" dir="2700000" algn="tl">
                    <a:srgbClr val="C0C0C0"/>
                  </a:outerShdw>
                </a:effectLst>
              </a:rPr>
              <a:t>Design Constraints on a Specialization/Generalization</a:t>
            </a:r>
          </a:p>
        </p:txBody>
      </p:sp>
      <p:sp>
        <p:nvSpPr>
          <p:cNvPr id="65539" name="Rectangle 3">
            <a:extLst>
              <a:ext uri="{FF2B5EF4-FFF2-40B4-BE49-F238E27FC236}">
                <a16:creationId xmlns:a16="http://schemas.microsoft.com/office/drawing/2014/main" id="{A2CAFE4C-595A-4758-837F-31E9C98238FD}"/>
              </a:ext>
            </a:extLst>
          </p:cNvPr>
          <p:cNvSpPr>
            <a:spLocks noGrp="1" noChangeArrowheads="1"/>
          </p:cNvSpPr>
          <p:nvPr>
            <p:ph idx="1"/>
          </p:nvPr>
        </p:nvSpPr>
        <p:spPr/>
        <p:txBody>
          <a:bodyPr>
            <a:normAutofit fontScale="85000" lnSpcReduction="20000"/>
          </a:bodyPr>
          <a:lstStyle/>
          <a:p>
            <a:pPr eaLnBrk="1" hangingPunct="1">
              <a:lnSpc>
                <a:spcPct val="120000"/>
              </a:lnSpc>
              <a:spcBef>
                <a:spcPts val="600"/>
              </a:spcBef>
              <a:defRPr/>
            </a:pPr>
            <a:r>
              <a:rPr lang="en-US" altLang="zh-CN">
                <a:ea typeface="ＭＳ Ｐゴシック" panose="020B0600070205080204" pitchFamily="34" charset="-128"/>
              </a:rPr>
              <a:t>Constraint on which entities can be members of a given lower-level entity set.</a:t>
            </a:r>
          </a:p>
          <a:p>
            <a:pPr lvl="1" eaLnBrk="1" hangingPunct="1">
              <a:lnSpc>
                <a:spcPct val="120000"/>
              </a:lnSpc>
              <a:spcBef>
                <a:spcPts val="600"/>
              </a:spcBef>
              <a:defRPr/>
            </a:pPr>
            <a:r>
              <a:rPr lang="en-US" altLang="zh-CN">
                <a:ea typeface="ＭＳ Ｐゴシック" panose="020B0600070205080204" pitchFamily="34" charset="-128"/>
              </a:rPr>
              <a:t>condition-defined</a:t>
            </a:r>
          </a:p>
          <a:p>
            <a:pPr lvl="2" eaLnBrk="1" hangingPunct="1">
              <a:lnSpc>
                <a:spcPct val="120000"/>
              </a:lnSpc>
              <a:spcBef>
                <a:spcPts val="600"/>
              </a:spcBef>
              <a:defRPr/>
            </a:pPr>
            <a:r>
              <a:rPr lang="en-US" altLang="zh-CN">
                <a:ea typeface="ＭＳ Ｐゴシック" panose="020B0600070205080204" pitchFamily="34" charset="-128"/>
              </a:rPr>
              <a:t>Example: all customers over 65 years are members of </a:t>
            </a:r>
            <a:r>
              <a:rPr lang="en-US" altLang="zh-CN" i="1">
                <a:ea typeface="ＭＳ Ｐゴシック" panose="020B0600070205080204" pitchFamily="34" charset="-128"/>
              </a:rPr>
              <a:t>senior-citizen </a:t>
            </a:r>
            <a:r>
              <a:rPr lang="en-US" altLang="zh-CN">
                <a:ea typeface="ＭＳ Ｐゴシック" panose="020B0600070205080204" pitchFamily="34" charset="-128"/>
              </a:rPr>
              <a:t>entity set; </a:t>
            </a:r>
            <a:r>
              <a:rPr lang="en-US" altLang="zh-CN" i="1">
                <a:ea typeface="ＭＳ Ｐゴシック" panose="020B0600070205080204" pitchFamily="34" charset="-128"/>
              </a:rPr>
              <a:t>senior-citizen</a:t>
            </a:r>
            <a:r>
              <a:rPr lang="en-US" altLang="zh-CN">
                <a:ea typeface="ＭＳ Ｐゴシック" panose="020B0600070205080204" pitchFamily="34" charset="-128"/>
              </a:rPr>
              <a:t> ISA  </a:t>
            </a:r>
            <a:r>
              <a:rPr lang="en-US" altLang="zh-CN" i="1">
                <a:ea typeface="ＭＳ Ｐゴシック" panose="020B0600070205080204" pitchFamily="34" charset="-128"/>
              </a:rPr>
              <a:t>person</a:t>
            </a:r>
            <a:r>
              <a:rPr lang="en-US" altLang="zh-CN">
                <a:ea typeface="ＭＳ Ｐゴシック" panose="020B0600070205080204" pitchFamily="34" charset="-128"/>
              </a:rPr>
              <a:t>.</a:t>
            </a:r>
          </a:p>
          <a:p>
            <a:pPr lvl="1" eaLnBrk="1" hangingPunct="1">
              <a:lnSpc>
                <a:spcPct val="120000"/>
              </a:lnSpc>
              <a:spcBef>
                <a:spcPts val="600"/>
              </a:spcBef>
              <a:defRPr/>
            </a:pPr>
            <a:r>
              <a:rPr lang="en-US" altLang="zh-CN">
                <a:ea typeface="ＭＳ Ｐゴシック" panose="020B0600070205080204" pitchFamily="34" charset="-128"/>
              </a:rPr>
              <a:t>user-defined</a:t>
            </a:r>
          </a:p>
          <a:p>
            <a:pPr eaLnBrk="1" hangingPunct="1">
              <a:lnSpc>
                <a:spcPct val="120000"/>
              </a:lnSpc>
              <a:spcBef>
                <a:spcPts val="600"/>
              </a:spcBef>
              <a:defRPr/>
            </a:pPr>
            <a:r>
              <a:rPr lang="en-US" altLang="zh-CN">
                <a:ea typeface="ＭＳ Ｐゴシック" panose="020B0600070205080204" pitchFamily="34" charset="-128"/>
              </a:rPr>
              <a:t>Constraint on whether or not entities may belong to more than one lower-level entity set within a single generalization.</a:t>
            </a:r>
          </a:p>
          <a:p>
            <a:pPr lvl="1" eaLnBrk="1" hangingPunct="1">
              <a:lnSpc>
                <a:spcPct val="120000"/>
              </a:lnSpc>
              <a:spcBef>
                <a:spcPts val="600"/>
              </a:spcBef>
              <a:defRPr/>
            </a:pPr>
            <a:r>
              <a:rPr lang="en-US" altLang="zh-CN" b="1">
                <a:solidFill>
                  <a:srgbClr val="000099"/>
                </a:solidFill>
                <a:ea typeface="ＭＳ Ｐゴシック" panose="020B0600070205080204" pitchFamily="34" charset="-128"/>
              </a:rPr>
              <a:t>Disjoint</a:t>
            </a:r>
          </a:p>
          <a:p>
            <a:pPr lvl="2" eaLnBrk="1" hangingPunct="1">
              <a:lnSpc>
                <a:spcPct val="120000"/>
              </a:lnSpc>
              <a:spcBef>
                <a:spcPts val="600"/>
              </a:spcBef>
              <a:defRPr/>
            </a:pPr>
            <a:r>
              <a:rPr lang="en-US" altLang="zh-CN">
                <a:ea typeface="ＭＳ Ｐゴシック" panose="020B0600070205080204" pitchFamily="34" charset="-128"/>
              </a:rPr>
              <a:t>an entity can belong to only one lower-level entity set</a:t>
            </a:r>
          </a:p>
          <a:p>
            <a:pPr lvl="2" eaLnBrk="1" hangingPunct="1">
              <a:lnSpc>
                <a:spcPct val="120000"/>
              </a:lnSpc>
              <a:spcBef>
                <a:spcPts val="600"/>
              </a:spcBef>
              <a:defRPr/>
            </a:pPr>
            <a:r>
              <a:rPr lang="en-US" altLang="zh-CN">
                <a:ea typeface="ＭＳ Ｐゴシック" panose="020B0600070205080204" pitchFamily="34" charset="-128"/>
              </a:rPr>
              <a:t>Noted in E-R diagram by having multiple lower-level entity sets link to the same triangle</a:t>
            </a:r>
            <a:endParaRPr lang="en-US" altLang="zh-CN">
              <a:solidFill>
                <a:schemeClr val="tx2"/>
              </a:solidFill>
              <a:ea typeface="ＭＳ Ｐゴシック" panose="020B0600070205080204" pitchFamily="34" charset="-128"/>
            </a:endParaRPr>
          </a:p>
          <a:p>
            <a:pPr lvl="1" eaLnBrk="1" hangingPunct="1">
              <a:lnSpc>
                <a:spcPct val="120000"/>
              </a:lnSpc>
              <a:spcBef>
                <a:spcPts val="600"/>
              </a:spcBef>
              <a:defRPr/>
            </a:pPr>
            <a:r>
              <a:rPr lang="en-US" altLang="zh-CN" b="1">
                <a:solidFill>
                  <a:srgbClr val="000099"/>
                </a:solidFill>
                <a:ea typeface="ＭＳ Ｐゴシック" panose="020B0600070205080204" pitchFamily="34" charset="-128"/>
              </a:rPr>
              <a:t>Overlapping</a:t>
            </a:r>
          </a:p>
          <a:p>
            <a:pPr lvl="2" eaLnBrk="1" hangingPunct="1">
              <a:lnSpc>
                <a:spcPct val="120000"/>
              </a:lnSpc>
              <a:spcBef>
                <a:spcPts val="600"/>
              </a:spcBef>
              <a:defRPr/>
            </a:pPr>
            <a:r>
              <a:rPr lang="en-US" altLang="zh-CN">
                <a:ea typeface="ＭＳ Ｐゴシック" panose="020B0600070205080204" pitchFamily="34" charset="-128"/>
              </a:rPr>
              <a:t>an entity can belong to more than one lower-level entity set</a:t>
            </a:r>
            <a:endParaRPr lang="en-US" altLang="zh-CN">
              <a:solidFill>
                <a:schemeClr val="tx2"/>
              </a:solidFill>
              <a:ea typeface="ＭＳ Ｐゴシック" panose="020B0600070205080204" pitchFamily="34" charset="-128"/>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3746" name="Rectangle 2">
            <a:extLst>
              <a:ext uri="{FF2B5EF4-FFF2-40B4-BE49-F238E27FC236}">
                <a16:creationId xmlns:a16="http://schemas.microsoft.com/office/drawing/2014/main" id="{EB780430-1916-4648-BB6E-E8CEF33D3FFC}"/>
              </a:ext>
            </a:extLst>
          </p:cNvPr>
          <p:cNvSpPr>
            <a:spLocks noGrp="1" noChangeArrowheads="1"/>
          </p:cNvSpPr>
          <p:nvPr>
            <p:ph type="title"/>
          </p:nvPr>
        </p:nvSpPr>
        <p:spPr>
          <a:xfrm>
            <a:off x="228600" y="117475"/>
            <a:ext cx="8616950" cy="842963"/>
          </a:xfrm>
        </p:spPr>
        <p:txBody>
          <a:bodyPr>
            <a:normAutofit fontScale="90000"/>
          </a:bodyPr>
          <a:lstStyle/>
          <a:p>
            <a:pPr eaLnBrk="1" hangingPunct="1">
              <a:defRPr/>
            </a:pPr>
            <a:r>
              <a:rPr lang="en-US" altLang="zh-CN" dirty="0">
                <a:effectLst>
                  <a:outerShdw blurRad="38100" dist="38100" dir="2700000" algn="tl">
                    <a:srgbClr val="C0C0C0"/>
                  </a:outerShdw>
                </a:effectLst>
              </a:rPr>
              <a:t>Design Constraints on a Specialization/Generalization (Cont.)</a:t>
            </a:r>
          </a:p>
        </p:txBody>
      </p:sp>
      <p:sp>
        <p:nvSpPr>
          <p:cNvPr id="123907" name="Rectangle 3">
            <a:extLst>
              <a:ext uri="{FF2B5EF4-FFF2-40B4-BE49-F238E27FC236}">
                <a16:creationId xmlns:a16="http://schemas.microsoft.com/office/drawing/2014/main" id="{9830BDB5-AB5D-4C3C-A40D-B077634C3819}"/>
              </a:ext>
            </a:extLst>
          </p:cNvPr>
          <p:cNvSpPr>
            <a:spLocks noGrp="1" noChangeArrowheads="1"/>
          </p:cNvSpPr>
          <p:nvPr>
            <p:ph idx="1"/>
          </p:nvPr>
        </p:nvSpPr>
        <p:spPr/>
        <p:txBody>
          <a:bodyPr/>
          <a:lstStyle/>
          <a:p>
            <a:pPr eaLnBrk="1" hangingPunct="1"/>
            <a:r>
              <a:rPr lang="en-US" altLang="zh-CN" b="1">
                <a:solidFill>
                  <a:srgbClr val="000099"/>
                </a:solidFill>
                <a:ea typeface="ＭＳ Ｐゴシック" panose="020B0600070205080204" pitchFamily="34" charset="-128"/>
              </a:rPr>
              <a:t>Completeness constraint</a:t>
            </a:r>
            <a:r>
              <a:rPr lang="en-US" altLang="zh-CN">
                <a:ea typeface="ＭＳ Ｐゴシック" panose="020B0600070205080204" pitchFamily="34" charset="-128"/>
              </a:rPr>
              <a:t> -- specifies whether or not an entity in the higher-level entity set must belong to at least one of the lower-level entity sets within a generalization.</a:t>
            </a:r>
          </a:p>
          <a:p>
            <a:pPr lvl="1" eaLnBrk="1" hangingPunct="1"/>
            <a:r>
              <a:rPr lang="en-US" altLang="zh-CN" b="1">
                <a:solidFill>
                  <a:srgbClr val="000099"/>
                </a:solidFill>
                <a:ea typeface="ＭＳ Ｐゴシック" panose="020B0600070205080204" pitchFamily="34" charset="-128"/>
              </a:rPr>
              <a:t>total</a:t>
            </a:r>
            <a:r>
              <a:rPr lang="en-US" altLang="zh-CN">
                <a:ea typeface="ＭＳ Ｐゴシック" panose="020B0600070205080204" pitchFamily="34" charset="-128"/>
              </a:rPr>
              <a:t>: an entity must belong to one of the lower-level entity sets</a:t>
            </a:r>
          </a:p>
          <a:p>
            <a:pPr lvl="1" eaLnBrk="1" hangingPunct="1"/>
            <a:r>
              <a:rPr lang="en-US" altLang="zh-CN" b="1">
                <a:solidFill>
                  <a:srgbClr val="000099"/>
                </a:solidFill>
                <a:ea typeface="ＭＳ Ｐゴシック" panose="020B0600070205080204" pitchFamily="34" charset="-128"/>
              </a:rPr>
              <a:t>partial</a:t>
            </a:r>
            <a:r>
              <a:rPr lang="en-US" altLang="zh-CN">
                <a:ea typeface="ＭＳ Ｐゴシック" panose="020B0600070205080204" pitchFamily="34" charset="-128"/>
              </a:rPr>
              <a:t>: an entity need not belong to one of the lower-level entity sets</a:t>
            </a:r>
          </a:p>
        </p:txBody>
      </p:sp>
      <p:sp>
        <p:nvSpPr>
          <p:cNvPr id="123908" name="Text Box 5">
            <a:extLst>
              <a:ext uri="{FF2B5EF4-FFF2-40B4-BE49-F238E27FC236}">
                <a16:creationId xmlns:a16="http://schemas.microsoft.com/office/drawing/2014/main" id="{549E59B5-B4C4-446F-B4DC-1F446FA75DB7}"/>
              </a:ext>
            </a:extLst>
          </p:cNvPr>
          <p:cNvSpPr txBox="1">
            <a:spLocks noChangeArrowheads="1"/>
          </p:cNvSpPr>
          <p:nvPr/>
        </p:nvSpPr>
        <p:spPr bwMode="auto">
          <a:xfrm>
            <a:off x="4805363" y="5640388"/>
            <a:ext cx="1295400" cy="547687"/>
          </a:xfrm>
          <a:prstGeom prst="rect">
            <a:avLst/>
          </a:prstGeom>
          <a:solidFill>
            <a:srgbClr val="99CCFF">
              <a:alpha val="67058"/>
            </a:srgbClr>
          </a:solidFill>
          <a:ln w="28575">
            <a:solidFill>
              <a:schemeClr val="tx1"/>
            </a:solidFill>
            <a:miter lim="800000"/>
            <a:headEnd/>
            <a:tailEnd/>
          </a:ln>
        </p:spPr>
        <p:txBody>
          <a:bodyPr>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eaLnBrk="1" hangingPunct="1">
              <a:spcBef>
                <a:spcPct val="50000"/>
              </a:spcBef>
              <a:buClrTx/>
              <a:buSzTx/>
              <a:buFontTx/>
              <a:buNone/>
            </a:pPr>
            <a:r>
              <a:rPr lang="zh-CN" altLang="en-US" b="1">
                <a:solidFill>
                  <a:srgbClr val="000000"/>
                </a:solidFill>
                <a:latin typeface="华文新魏" panose="02010800040101010101" pitchFamily="2" charset="-122"/>
                <a:ea typeface="华文新魏" panose="02010800040101010101" pitchFamily="2" charset="-122"/>
              </a:rPr>
              <a:t>本科生</a:t>
            </a:r>
            <a:endParaRPr lang="zh-CN" altLang="en-US" sz="2400">
              <a:solidFill>
                <a:srgbClr val="000000"/>
              </a:solidFill>
              <a:latin typeface="华文新魏" panose="02010800040101010101" pitchFamily="2" charset="-122"/>
              <a:ea typeface="华文新魏" panose="02010800040101010101" pitchFamily="2" charset="-122"/>
            </a:endParaRPr>
          </a:p>
        </p:txBody>
      </p:sp>
      <p:grpSp>
        <p:nvGrpSpPr>
          <p:cNvPr id="123909" name="Group 43">
            <a:extLst>
              <a:ext uri="{FF2B5EF4-FFF2-40B4-BE49-F238E27FC236}">
                <a16:creationId xmlns:a16="http://schemas.microsoft.com/office/drawing/2014/main" id="{8022A2F8-9465-4CCC-80B1-205A849D26B5}"/>
              </a:ext>
            </a:extLst>
          </p:cNvPr>
          <p:cNvGrpSpPr>
            <a:grpSpLocks/>
          </p:cNvGrpSpPr>
          <p:nvPr/>
        </p:nvGrpSpPr>
        <p:grpSpPr bwMode="auto">
          <a:xfrm>
            <a:off x="5946775" y="4224338"/>
            <a:ext cx="1393825" cy="1595437"/>
            <a:chOff x="1078" y="1493"/>
            <a:chExt cx="878" cy="1005"/>
          </a:xfrm>
        </p:grpSpPr>
        <p:sp>
          <p:nvSpPr>
            <p:cNvPr id="123911" name="Text Box 9">
              <a:extLst>
                <a:ext uri="{FF2B5EF4-FFF2-40B4-BE49-F238E27FC236}">
                  <a16:creationId xmlns:a16="http://schemas.microsoft.com/office/drawing/2014/main" id="{037EDE12-83C1-493E-BD98-BD0FB0BB09EE}"/>
                </a:ext>
              </a:extLst>
            </p:cNvPr>
            <p:cNvSpPr txBox="1">
              <a:spLocks noChangeArrowheads="1"/>
            </p:cNvSpPr>
            <p:nvPr/>
          </p:nvSpPr>
          <p:spPr bwMode="auto">
            <a:xfrm>
              <a:off x="1184" y="1493"/>
              <a:ext cx="672" cy="345"/>
            </a:xfrm>
            <a:prstGeom prst="rect">
              <a:avLst/>
            </a:prstGeom>
            <a:solidFill>
              <a:srgbClr val="99CCFF">
                <a:alpha val="67058"/>
              </a:srgbClr>
            </a:solidFill>
            <a:ln w="28575">
              <a:solidFill>
                <a:schemeClr val="tx1"/>
              </a:solidFill>
              <a:miter lim="800000"/>
              <a:headEnd/>
              <a:tailEnd/>
            </a:ln>
          </p:spPr>
          <p:txBody>
            <a:bodyPr>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eaLnBrk="1" hangingPunct="1">
                <a:spcBef>
                  <a:spcPct val="50000"/>
                </a:spcBef>
                <a:buClrTx/>
                <a:buSzTx/>
                <a:buFontTx/>
                <a:buNone/>
              </a:pPr>
              <a:r>
                <a:rPr lang="zh-CN" altLang="en-US" b="1">
                  <a:solidFill>
                    <a:srgbClr val="000000"/>
                  </a:solidFill>
                  <a:latin typeface="华文新魏" panose="02010800040101010101" pitchFamily="2" charset="-122"/>
                  <a:ea typeface="华文新魏" panose="02010800040101010101" pitchFamily="2" charset="-122"/>
                </a:rPr>
                <a:t>学生</a:t>
              </a:r>
              <a:endParaRPr lang="zh-CN" altLang="en-US" sz="2400">
                <a:solidFill>
                  <a:srgbClr val="000000"/>
                </a:solidFill>
                <a:latin typeface="华文新魏" panose="02010800040101010101" pitchFamily="2" charset="-122"/>
                <a:ea typeface="华文新魏" panose="02010800040101010101" pitchFamily="2" charset="-122"/>
              </a:endParaRPr>
            </a:p>
          </p:txBody>
        </p:sp>
        <p:grpSp>
          <p:nvGrpSpPr>
            <p:cNvPr id="123912" name="Group 40">
              <a:extLst>
                <a:ext uri="{FF2B5EF4-FFF2-40B4-BE49-F238E27FC236}">
                  <a16:creationId xmlns:a16="http://schemas.microsoft.com/office/drawing/2014/main" id="{61E87F60-9035-4F11-B8DC-8421D12F8649}"/>
                </a:ext>
              </a:extLst>
            </p:cNvPr>
            <p:cNvGrpSpPr>
              <a:grpSpLocks/>
            </p:cNvGrpSpPr>
            <p:nvPr/>
          </p:nvGrpSpPr>
          <p:grpSpPr bwMode="auto">
            <a:xfrm>
              <a:off x="1078" y="1829"/>
              <a:ext cx="878" cy="669"/>
              <a:chOff x="1078" y="1829"/>
              <a:chExt cx="878" cy="669"/>
            </a:xfrm>
          </p:grpSpPr>
          <p:sp>
            <p:nvSpPr>
              <p:cNvPr id="123913" name="Line 7">
                <a:extLst>
                  <a:ext uri="{FF2B5EF4-FFF2-40B4-BE49-F238E27FC236}">
                    <a16:creationId xmlns:a16="http://schemas.microsoft.com/office/drawing/2014/main" id="{EDD98698-2BD3-4249-947B-DC5FE25B5F5D}"/>
                  </a:ext>
                </a:extLst>
              </p:cNvPr>
              <p:cNvSpPr>
                <a:spLocks noChangeShapeType="1"/>
              </p:cNvSpPr>
              <p:nvPr/>
            </p:nvSpPr>
            <p:spPr bwMode="auto">
              <a:xfrm flipV="1">
                <a:off x="1078" y="2239"/>
                <a:ext cx="288" cy="14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14" name="Line 8">
                <a:extLst>
                  <a:ext uri="{FF2B5EF4-FFF2-40B4-BE49-F238E27FC236}">
                    <a16:creationId xmlns:a16="http://schemas.microsoft.com/office/drawing/2014/main" id="{16A84030-DE8D-4FC4-BEF3-71BB834D88DF}"/>
                  </a:ext>
                </a:extLst>
              </p:cNvPr>
              <p:cNvSpPr>
                <a:spLocks noChangeShapeType="1"/>
              </p:cNvSpPr>
              <p:nvPr/>
            </p:nvSpPr>
            <p:spPr bwMode="auto">
              <a:xfrm flipH="1" flipV="1">
                <a:off x="1668" y="2244"/>
                <a:ext cx="288" cy="14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15" name="Line 10">
                <a:extLst>
                  <a:ext uri="{FF2B5EF4-FFF2-40B4-BE49-F238E27FC236}">
                    <a16:creationId xmlns:a16="http://schemas.microsoft.com/office/drawing/2014/main" id="{956107AF-C816-47FF-93C3-8C92E86DCACA}"/>
                  </a:ext>
                </a:extLst>
              </p:cNvPr>
              <p:cNvSpPr>
                <a:spLocks noChangeShapeType="1"/>
              </p:cNvSpPr>
              <p:nvPr/>
            </p:nvSpPr>
            <p:spPr bwMode="auto">
              <a:xfrm>
                <a:off x="1520" y="1829"/>
                <a:ext cx="0" cy="324"/>
              </a:xfrm>
              <a:prstGeom prst="line">
                <a:avLst/>
              </a:prstGeom>
              <a:noFill/>
              <a:ln w="28575">
                <a:solidFill>
                  <a:schemeClr val="tx1"/>
                </a:solidFill>
                <a:round/>
                <a:headEnd type="non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123916" name="AutoShape 11">
                <a:extLst>
                  <a:ext uri="{FF2B5EF4-FFF2-40B4-BE49-F238E27FC236}">
                    <a16:creationId xmlns:a16="http://schemas.microsoft.com/office/drawing/2014/main" id="{00204E73-E173-412E-89AC-74A26FD454D9}"/>
                  </a:ext>
                </a:extLst>
              </p:cNvPr>
              <p:cNvSpPr>
                <a:spLocks noChangeArrowheads="1"/>
              </p:cNvSpPr>
              <p:nvPr/>
            </p:nvSpPr>
            <p:spPr bwMode="auto">
              <a:xfrm>
                <a:off x="1322" y="2162"/>
                <a:ext cx="384" cy="336"/>
              </a:xfrm>
              <a:prstGeom prst="flowChartMerge">
                <a:avLst/>
              </a:prstGeom>
              <a:solidFill>
                <a:schemeClr val="accent1"/>
              </a:solidFill>
              <a:ln w="28575">
                <a:solidFill>
                  <a:schemeClr val="tx1"/>
                </a:solidFill>
                <a:miter lim="800000"/>
                <a:headEnd/>
                <a:tailEnd/>
              </a:ln>
            </p:spPr>
            <p:txBody>
              <a:bodyPr wrap="none" anchor="ct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eaLnBrk="1" hangingPunct="1">
                  <a:lnSpc>
                    <a:spcPct val="90000"/>
                  </a:lnSpc>
                  <a:spcBef>
                    <a:spcPct val="20000"/>
                  </a:spcBef>
                  <a:buClr>
                    <a:srgbClr val="FF9933"/>
                  </a:buClr>
                  <a:buSzPct val="60000"/>
                  <a:buFont typeface="Wingdings" panose="05000000000000000000" pitchFamily="2" charset="2"/>
                  <a:buNone/>
                </a:pPr>
                <a:r>
                  <a:rPr lang="en-US" altLang="zh-CN" sz="2000" b="1">
                    <a:solidFill>
                      <a:srgbClr val="000000"/>
                    </a:solidFill>
                    <a:latin typeface="华文新魏" panose="02010800040101010101" pitchFamily="2" charset="-122"/>
                    <a:ea typeface="华文新魏" panose="02010800040101010101" pitchFamily="2" charset="-122"/>
                  </a:rPr>
                  <a:t>ISA</a:t>
                </a:r>
                <a:endParaRPr lang="zh-CN" altLang="en-US" sz="2000" b="1">
                  <a:solidFill>
                    <a:srgbClr val="000000"/>
                  </a:solidFill>
                  <a:latin typeface="华文新魏" panose="02010800040101010101" pitchFamily="2" charset="-122"/>
                  <a:ea typeface="华文新魏" panose="02010800040101010101" pitchFamily="2" charset="-122"/>
                </a:endParaRPr>
              </a:p>
            </p:txBody>
          </p:sp>
        </p:grpSp>
      </p:grpSp>
      <p:sp>
        <p:nvSpPr>
          <p:cNvPr id="123910" name="Text Box 6">
            <a:extLst>
              <a:ext uri="{FF2B5EF4-FFF2-40B4-BE49-F238E27FC236}">
                <a16:creationId xmlns:a16="http://schemas.microsoft.com/office/drawing/2014/main" id="{1DE7BA54-1ED9-427C-99F0-C24CE2EC5787}"/>
              </a:ext>
            </a:extLst>
          </p:cNvPr>
          <p:cNvSpPr txBox="1">
            <a:spLocks noChangeArrowheads="1"/>
          </p:cNvSpPr>
          <p:nvPr/>
        </p:nvSpPr>
        <p:spPr bwMode="auto">
          <a:xfrm>
            <a:off x="7380288" y="5670550"/>
            <a:ext cx="1371600" cy="547688"/>
          </a:xfrm>
          <a:prstGeom prst="rect">
            <a:avLst/>
          </a:prstGeom>
          <a:solidFill>
            <a:srgbClr val="99CCFF">
              <a:alpha val="67058"/>
            </a:srgbClr>
          </a:solidFill>
          <a:ln w="28575">
            <a:solidFill>
              <a:schemeClr val="tx1"/>
            </a:solidFill>
            <a:miter lim="800000"/>
            <a:headEnd/>
            <a:tailEnd/>
          </a:ln>
        </p:spPr>
        <p:txBody>
          <a:bodyPr>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eaLnBrk="1" hangingPunct="1">
              <a:spcBef>
                <a:spcPct val="50000"/>
              </a:spcBef>
              <a:buClrTx/>
              <a:buSzTx/>
              <a:buFontTx/>
              <a:buNone/>
            </a:pPr>
            <a:r>
              <a:rPr lang="zh-CN" altLang="en-US" b="1">
                <a:solidFill>
                  <a:srgbClr val="000000"/>
                </a:solidFill>
                <a:latin typeface="华文新魏" panose="02010800040101010101" pitchFamily="2" charset="-122"/>
                <a:ea typeface="华文新魏" panose="02010800040101010101" pitchFamily="2" charset="-122"/>
              </a:rPr>
              <a:t>研究生</a:t>
            </a:r>
            <a:endParaRPr lang="zh-CN" altLang="en-US" sz="2400">
              <a:solidFill>
                <a:srgbClr val="000000"/>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a:extLst>
              <a:ext uri="{FF2B5EF4-FFF2-40B4-BE49-F238E27FC236}">
                <a16:creationId xmlns:a16="http://schemas.microsoft.com/office/drawing/2014/main" id="{D8E772CC-6E6A-4A8D-8A05-808B822C08A8}"/>
              </a:ext>
            </a:extLst>
          </p:cNvPr>
          <p:cNvSpPr>
            <a:spLocks noGrp="1" noChangeArrowheads="1"/>
          </p:cNvSpPr>
          <p:nvPr>
            <p:ph type="title"/>
          </p:nvPr>
        </p:nvSpPr>
        <p:spPr/>
        <p:txBody>
          <a:bodyPr/>
          <a:lstStyle/>
          <a:p>
            <a:pPr eaLnBrk="1" hangingPunct="1">
              <a:defRPr/>
            </a:pPr>
            <a:r>
              <a:rPr lang="en-US" altLang="zh-CN" dirty="0">
                <a:ea typeface="宋体" pitchFamily="2" charset="-122"/>
              </a:rPr>
              <a:t>Aggregation</a:t>
            </a:r>
            <a:endParaRPr lang="en-US" altLang="zh-CN" sz="3600" dirty="0">
              <a:ea typeface="宋体" pitchFamily="2" charset="-122"/>
            </a:endParaRPr>
          </a:p>
        </p:txBody>
      </p:sp>
      <p:sp>
        <p:nvSpPr>
          <p:cNvPr id="5" name="Rectangle 5">
            <a:extLst>
              <a:ext uri="{FF2B5EF4-FFF2-40B4-BE49-F238E27FC236}">
                <a16:creationId xmlns:a16="http://schemas.microsoft.com/office/drawing/2014/main" id="{89AC38F3-13C2-4817-830B-66CB97E2A783}"/>
              </a:ext>
            </a:extLst>
          </p:cNvPr>
          <p:cNvSpPr>
            <a:spLocks noChangeArrowheads="1"/>
          </p:cNvSpPr>
          <p:nvPr/>
        </p:nvSpPr>
        <p:spPr bwMode="auto">
          <a:xfrm>
            <a:off x="827088" y="4227513"/>
            <a:ext cx="7633740" cy="1615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50000"/>
              </a:spcBef>
              <a:buFont typeface="Monotype Sorts" charset="2"/>
              <a:buChar char="n"/>
            </a:pPr>
            <a:r>
              <a:rPr lang="en-US" altLang="en-US" sz="2200" dirty="0"/>
              <a:t>Consider the ternary relationship </a:t>
            </a:r>
            <a:r>
              <a:rPr lang="en-US" altLang="en-US" sz="2200" i="1" dirty="0" err="1"/>
              <a:t>proj_guide</a:t>
            </a:r>
            <a:r>
              <a:rPr lang="en-US" altLang="en-US" sz="2200" dirty="0"/>
              <a:t>, which we saw earlier</a:t>
            </a:r>
          </a:p>
          <a:p>
            <a:pPr>
              <a:spcBef>
                <a:spcPct val="50000"/>
              </a:spcBef>
              <a:buFont typeface="Monotype Sorts" charset="2"/>
              <a:buChar char="n"/>
            </a:pPr>
            <a:r>
              <a:rPr lang="en-US" altLang="en-US" sz="2200" dirty="0"/>
              <a:t>Suppose we want to record evaluations of a student by a guide on a project</a:t>
            </a:r>
          </a:p>
        </p:txBody>
      </p:sp>
      <p:pic>
        <p:nvPicPr>
          <p:cNvPr id="2" name="图片 1">
            <a:extLst>
              <a:ext uri="{FF2B5EF4-FFF2-40B4-BE49-F238E27FC236}">
                <a16:creationId xmlns:a16="http://schemas.microsoft.com/office/drawing/2014/main" id="{B3F8A7EB-307F-4336-97C7-3A5F5E3F2740}"/>
              </a:ext>
            </a:extLst>
          </p:cNvPr>
          <p:cNvPicPr>
            <a:picLocks noChangeAspect="1"/>
          </p:cNvPicPr>
          <p:nvPr/>
        </p:nvPicPr>
        <p:blipFill>
          <a:blip r:embed="rId2"/>
          <a:stretch>
            <a:fillRect/>
          </a:stretch>
        </p:blipFill>
        <p:spPr>
          <a:xfrm>
            <a:off x="1459349" y="1246908"/>
            <a:ext cx="6225301" cy="238441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id="{B8B6077A-B1F2-42BF-80C9-F11A426A30B6}"/>
              </a:ext>
            </a:extLst>
          </p:cNvPr>
          <p:cNvPicPr>
            <a:picLocks noChangeAspect="1"/>
          </p:cNvPicPr>
          <p:nvPr/>
        </p:nvPicPr>
        <p:blipFill>
          <a:blip r:embed="rId2"/>
          <a:stretch>
            <a:fillRect/>
          </a:stretch>
        </p:blipFill>
        <p:spPr>
          <a:xfrm>
            <a:off x="1527666" y="1515088"/>
            <a:ext cx="6225301" cy="2384415"/>
          </a:xfrm>
          <a:prstGeom prst="rect">
            <a:avLst/>
          </a:prstGeom>
        </p:spPr>
      </p:pic>
      <p:sp>
        <p:nvSpPr>
          <p:cNvPr id="98306" name="Rectangle 2">
            <a:extLst>
              <a:ext uri="{FF2B5EF4-FFF2-40B4-BE49-F238E27FC236}">
                <a16:creationId xmlns:a16="http://schemas.microsoft.com/office/drawing/2014/main" id="{8FF9CB3B-8A2D-4314-A412-DF01734BD130}"/>
              </a:ext>
            </a:extLst>
          </p:cNvPr>
          <p:cNvSpPr>
            <a:spLocks noGrp="1" noChangeArrowheads="1"/>
          </p:cNvSpPr>
          <p:nvPr>
            <p:ph type="title"/>
          </p:nvPr>
        </p:nvSpPr>
        <p:spPr/>
        <p:txBody>
          <a:bodyPr/>
          <a:lstStyle/>
          <a:p>
            <a:pPr eaLnBrk="1" hangingPunct="1">
              <a:defRPr/>
            </a:pPr>
            <a:r>
              <a:rPr lang="en-US" altLang="zh-CN" dirty="0">
                <a:ea typeface="宋体" pitchFamily="2" charset="-122"/>
              </a:rPr>
              <a:t>Aggregation</a:t>
            </a:r>
          </a:p>
        </p:txBody>
      </p:sp>
      <p:sp>
        <p:nvSpPr>
          <p:cNvPr id="124933" name="Rectangle 4">
            <a:extLst>
              <a:ext uri="{FF2B5EF4-FFF2-40B4-BE49-F238E27FC236}">
                <a16:creationId xmlns:a16="http://schemas.microsoft.com/office/drawing/2014/main" id="{2D571E04-BA70-4815-BFFD-2F289C126B7D}"/>
              </a:ext>
            </a:extLst>
          </p:cNvPr>
          <p:cNvSpPr>
            <a:spLocks noChangeArrowheads="1"/>
          </p:cNvSpPr>
          <p:nvPr/>
        </p:nvSpPr>
        <p:spPr bwMode="auto">
          <a:xfrm>
            <a:off x="4121150" y="4810125"/>
            <a:ext cx="479107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ts val="600"/>
              </a:spcBef>
              <a:buClr>
                <a:srgbClr val="CC3300"/>
              </a:buClr>
              <a:buFontTx/>
              <a:buNone/>
            </a:pPr>
            <a:r>
              <a:rPr lang="zh-CN" altLang="en-US" sz="2000" dirty="0">
                <a:solidFill>
                  <a:srgbClr val="000000"/>
                </a:solidFill>
                <a:ea typeface="宋体" panose="02010600030101010101" pitchFamily="2" charset="-122"/>
              </a:rPr>
              <a:t> </a:t>
            </a:r>
            <a:r>
              <a:rPr lang="en-US" altLang="zh-CN" sz="2000" dirty="0">
                <a:solidFill>
                  <a:srgbClr val="000000"/>
                </a:solidFill>
                <a:ea typeface="宋体" panose="02010600030101010101" pitchFamily="2" charset="-122"/>
              </a:rPr>
              <a:t>Cannot represent which (</a:t>
            </a:r>
            <a:r>
              <a:rPr lang="en-US" altLang="zh-CN" sz="2000" b="1" i="1" dirty="0">
                <a:solidFill>
                  <a:srgbClr val="000000"/>
                </a:solidFill>
                <a:latin typeface="Book Antiqua" panose="02040602050305030304" pitchFamily="18" charset="0"/>
                <a:ea typeface="宋体" panose="02010600030101010101" pitchFamily="2" charset="-122"/>
              </a:rPr>
              <a:t>student, project</a:t>
            </a:r>
            <a:r>
              <a:rPr lang="en-US" altLang="zh-CN" sz="2000" dirty="0">
                <a:solidFill>
                  <a:srgbClr val="000000"/>
                </a:solidFill>
                <a:ea typeface="宋体" panose="02010600030101010101" pitchFamily="2" charset="-122"/>
              </a:rPr>
              <a:t>)</a:t>
            </a:r>
            <a:r>
              <a:rPr lang="en-US" altLang="zh-CN" sz="2000" i="1" dirty="0">
                <a:solidFill>
                  <a:srgbClr val="000000"/>
                </a:solidFill>
                <a:latin typeface="Book Antiqua" panose="02040602050305030304" pitchFamily="18" charset="0"/>
                <a:ea typeface="宋体" panose="02010600030101010101" pitchFamily="2" charset="-122"/>
              </a:rPr>
              <a:t> </a:t>
            </a:r>
            <a:r>
              <a:rPr lang="en-US" altLang="zh-CN" sz="2000" dirty="0">
                <a:solidFill>
                  <a:srgbClr val="000000"/>
                </a:solidFill>
                <a:ea typeface="宋体" panose="02010600030101010101" pitchFamily="2" charset="-122"/>
              </a:rPr>
              <a:t>combinations of an instructor are evaluated.</a:t>
            </a:r>
          </a:p>
        </p:txBody>
      </p:sp>
      <p:sp>
        <p:nvSpPr>
          <p:cNvPr id="12" name="Rectangle 4">
            <a:extLst>
              <a:ext uri="{FF2B5EF4-FFF2-40B4-BE49-F238E27FC236}">
                <a16:creationId xmlns:a16="http://schemas.microsoft.com/office/drawing/2014/main" id="{E16BFE6D-EA74-41CD-8930-BD39517C69BF}"/>
              </a:ext>
            </a:extLst>
          </p:cNvPr>
          <p:cNvSpPr>
            <a:spLocks noChangeArrowheads="1"/>
          </p:cNvSpPr>
          <p:nvPr/>
        </p:nvSpPr>
        <p:spPr bwMode="auto">
          <a:xfrm>
            <a:off x="472966" y="1073150"/>
            <a:ext cx="7899509"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ts val="600"/>
              </a:spcBef>
              <a:buClr>
                <a:srgbClr val="CC3300"/>
              </a:buClr>
            </a:pPr>
            <a:r>
              <a:rPr lang="zh-CN" altLang="en-US" sz="2200" dirty="0">
                <a:solidFill>
                  <a:srgbClr val="000000"/>
                </a:solidFill>
                <a:ea typeface="宋体" panose="02010600030101010101" pitchFamily="2" charset="-122"/>
              </a:rPr>
              <a:t> </a:t>
            </a:r>
            <a:r>
              <a:rPr lang="en-US" altLang="en-US" sz="2200" dirty="0"/>
              <a:t>Suppose we want to record evaluations of a student by a guide on a project</a:t>
            </a:r>
            <a:endParaRPr lang="en-US" altLang="zh-CN" sz="2200" dirty="0">
              <a:solidFill>
                <a:srgbClr val="000000"/>
              </a:solidFill>
              <a:ea typeface="宋体" panose="02010600030101010101" pitchFamily="2" charset="-122"/>
            </a:endParaRPr>
          </a:p>
        </p:txBody>
      </p:sp>
      <p:pic>
        <p:nvPicPr>
          <p:cNvPr id="3" name="图片 2">
            <a:extLst>
              <a:ext uri="{FF2B5EF4-FFF2-40B4-BE49-F238E27FC236}">
                <a16:creationId xmlns:a16="http://schemas.microsoft.com/office/drawing/2014/main" id="{B6664DE9-5BC5-4E7C-A45E-0DF619F4019F}"/>
              </a:ext>
            </a:extLst>
          </p:cNvPr>
          <p:cNvPicPr>
            <a:picLocks noChangeAspect="1"/>
          </p:cNvPicPr>
          <p:nvPr/>
        </p:nvPicPr>
        <p:blipFill>
          <a:blip r:embed="rId3"/>
          <a:stretch>
            <a:fillRect/>
          </a:stretch>
        </p:blipFill>
        <p:spPr>
          <a:xfrm>
            <a:off x="1308538" y="3837701"/>
            <a:ext cx="2007399" cy="227406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249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3"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C811434C-0951-46F2-B820-89655055322A}"/>
              </a:ext>
            </a:extLst>
          </p:cNvPr>
          <p:cNvPicPr>
            <a:picLocks noChangeAspect="1"/>
          </p:cNvPicPr>
          <p:nvPr/>
        </p:nvPicPr>
        <p:blipFill>
          <a:blip r:embed="rId2"/>
          <a:stretch>
            <a:fillRect/>
          </a:stretch>
        </p:blipFill>
        <p:spPr>
          <a:xfrm>
            <a:off x="3395586" y="3031644"/>
            <a:ext cx="2007399" cy="2274064"/>
          </a:xfrm>
          <a:prstGeom prst="rect">
            <a:avLst/>
          </a:prstGeom>
        </p:spPr>
      </p:pic>
      <p:pic>
        <p:nvPicPr>
          <p:cNvPr id="10" name="图片 9">
            <a:extLst>
              <a:ext uri="{FF2B5EF4-FFF2-40B4-BE49-F238E27FC236}">
                <a16:creationId xmlns:a16="http://schemas.microsoft.com/office/drawing/2014/main" id="{C1E35890-C403-4FE1-BD95-A09ED501C508}"/>
              </a:ext>
            </a:extLst>
          </p:cNvPr>
          <p:cNvPicPr>
            <a:picLocks noChangeAspect="1"/>
          </p:cNvPicPr>
          <p:nvPr/>
        </p:nvPicPr>
        <p:blipFill>
          <a:blip r:embed="rId3"/>
          <a:stretch>
            <a:fillRect/>
          </a:stretch>
        </p:blipFill>
        <p:spPr>
          <a:xfrm>
            <a:off x="1239989" y="1842591"/>
            <a:ext cx="6225301" cy="2384415"/>
          </a:xfrm>
          <a:prstGeom prst="rect">
            <a:avLst/>
          </a:prstGeom>
        </p:spPr>
      </p:pic>
      <p:sp>
        <p:nvSpPr>
          <p:cNvPr id="98306" name="Rectangle 2">
            <a:extLst>
              <a:ext uri="{FF2B5EF4-FFF2-40B4-BE49-F238E27FC236}">
                <a16:creationId xmlns:a16="http://schemas.microsoft.com/office/drawing/2014/main" id="{24AEF23E-CDFA-46D9-9E15-DD46DEC6CE80}"/>
              </a:ext>
            </a:extLst>
          </p:cNvPr>
          <p:cNvSpPr>
            <a:spLocks noGrp="1" noChangeArrowheads="1"/>
          </p:cNvSpPr>
          <p:nvPr>
            <p:ph type="title"/>
          </p:nvPr>
        </p:nvSpPr>
        <p:spPr/>
        <p:txBody>
          <a:bodyPr/>
          <a:lstStyle/>
          <a:p>
            <a:pPr eaLnBrk="1" hangingPunct="1">
              <a:defRPr/>
            </a:pPr>
            <a:r>
              <a:rPr lang="en-US" altLang="zh-CN" dirty="0">
                <a:ea typeface="宋体" pitchFamily="2" charset="-122"/>
              </a:rPr>
              <a:t>Aggregation</a:t>
            </a:r>
          </a:p>
        </p:txBody>
      </p:sp>
      <p:sp>
        <p:nvSpPr>
          <p:cNvPr id="8" name="Rectangle 4">
            <a:extLst>
              <a:ext uri="{FF2B5EF4-FFF2-40B4-BE49-F238E27FC236}">
                <a16:creationId xmlns:a16="http://schemas.microsoft.com/office/drawing/2014/main" id="{21044C2A-1FE8-41E2-9396-54AD31AFC5FA}"/>
              </a:ext>
            </a:extLst>
          </p:cNvPr>
          <p:cNvSpPr>
            <a:spLocks noChangeArrowheads="1"/>
          </p:cNvSpPr>
          <p:nvPr/>
        </p:nvSpPr>
        <p:spPr bwMode="auto">
          <a:xfrm>
            <a:off x="472966" y="5627949"/>
            <a:ext cx="86169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ts val="600"/>
              </a:spcBef>
              <a:buClr>
                <a:srgbClr val="CC3300"/>
              </a:buClr>
              <a:buNone/>
            </a:pPr>
            <a:r>
              <a:rPr lang="zh-CN" altLang="en-US" sz="2000" dirty="0">
                <a:solidFill>
                  <a:srgbClr val="000000"/>
                </a:solidFill>
                <a:ea typeface="宋体" panose="02010600030101010101" pitchFamily="2" charset="-122"/>
              </a:rPr>
              <a:t> </a:t>
            </a:r>
            <a:r>
              <a:rPr lang="en-US" altLang="zh-CN" sz="2000" dirty="0">
                <a:solidFill>
                  <a:srgbClr val="000000"/>
                </a:solidFill>
                <a:ea typeface="宋体" panose="02010600030101010101" pitchFamily="2" charset="-122"/>
              </a:rPr>
              <a:t>Some (</a:t>
            </a:r>
            <a:r>
              <a:rPr lang="en-US" altLang="zh-CN" sz="2000" b="1" i="1" dirty="0">
                <a:solidFill>
                  <a:srgbClr val="000000"/>
                </a:solidFill>
                <a:latin typeface="Book Antiqua" panose="02040602050305030304" pitchFamily="18" charset="0"/>
                <a:ea typeface="宋体" panose="02010600030101010101" pitchFamily="2" charset="-122"/>
              </a:rPr>
              <a:t>instructor, student, project ) </a:t>
            </a:r>
            <a:r>
              <a:rPr lang="en-US" altLang="zh-CN" sz="2000" dirty="0">
                <a:solidFill>
                  <a:srgbClr val="000000"/>
                </a:solidFill>
                <a:ea typeface="宋体" panose="02010600030101010101" pitchFamily="2" charset="-122"/>
              </a:rPr>
              <a:t>combination </a:t>
            </a:r>
            <a:r>
              <a:rPr lang="en-US" altLang="en-US" sz="2000" dirty="0"/>
              <a:t>may not be evaluated.</a:t>
            </a:r>
            <a:endParaRPr lang="en-US" altLang="zh-CN" sz="2000" dirty="0">
              <a:solidFill>
                <a:srgbClr val="000000"/>
              </a:solidFill>
              <a:ea typeface="宋体" panose="02010600030101010101" pitchFamily="2" charset="-122"/>
            </a:endParaRPr>
          </a:p>
        </p:txBody>
      </p:sp>
      <p:sp>
        <p:nvSpPr>
          <p:cNvPr id="7" name="Rectangle 4">
            <a:extLst>
              <a:ext uri="{FF2B5EF4-FFF2-40B4-BE49-F238E27FC236}">
                <a16:creationId xmlns:a16="http://schemas.microsoft.com/office/drawing/2014/main" id="{18A4EA07-E4FD-4681-A2CE-699A7E3B15D5}"/>
              </a:ext>
            </a:extLst>
          </p:cNvPr>
          <p:cNvSpPr>
            <a:spLocks noChangeArrowheads="1"/>
          </p:cNvSpPr>
          <p:nvPr/>
        </p:nvSpPr>
        <p:spPr bwMode="auto">
          <a:xfrm>
            <a:off x="472966" y="1073150"/>
            <a:ext cx="7899509"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ts val="600"/>
              </a:spcBef>
              <a:buClr>
                <a:srgbClr val="CC3300"/>
              </a:buClr>
            </a:pPr>
            <a:r>
              <a:rPr lang="zh-CN" altLang="en-US" sz="2200" dirty="0">
                <a:solidFill>
                  <a:srgbClr val="000000"/>
                </a:solidFill>
                <a:ea typeface="宋体" panose="02010600030101010101" pitchFamily="2" charset="-122"/>
              </a:rPr>
              <a:t> </a:t>
            </a:r>
            <a:r>
              <a:rPr lang="en-US" altLang="en-US" sz="2200" dirty="0"/>
              <a:t>Suppose we want to record evaluations of a student by a guide on a project</a:t>
            </a:r>
            <a:endParaRPr lang="en-US" altLang="zh-CN" sz="2200" dirty="0">
              <a:solidFill>
                <a:srgbClr val="0000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CAC36F6D-6178-4DD0-B0C7-AF007C17658A}"/>
              </a:ext>
            </a:extLst>
          </p:cNvPr>
          <p:cNvSpPr>
            <a:spLocks noGrp="1" noChangeArrowheads="1"/>
          </p:cNvSpPr>
          <p:nvPr>
            <p:ph type="title"/>
          </p:nvPr>
        </p:nvSpPr>
        <p:spPr/>
        <p:txBody>
          <a:bodyPr/>
          <a:lstStyle/>
          <a:p>
            <a:pPr eaLnBrk="1" hangingPunct="1">
              <a:defRPr/>
            </a:pPr>
            <a:r>
              <a:rPr lang="en-US" altLang="zh-CN" dirty="0">
                <a:ea typeface="宋体" pitchFamily="2" charset="-122"/>
              </a:rPr>
              <a:t>Aggregation</a:t>
            </a:r>
          </a:p>
        </p:txBody>
      </p:sp>
      <p:sp>
        <p:nvSpPr>
          <p:cNvPr id="129027" name="Rectangle 4">
            <a:extLst>
              <a:ext uri="{FF2B5EF4-FFF2-40B4-BE49-F238E27FC236}">
                <a16:creationId xmlns:a16="http://schemas.microsoft.com/office/drawing/2014/main" id="{D16DD933-3DBD-4E69-813F-A7A7FE8D85FE}"/>
              </a:ext>
            </a:extLst>
          </p:cNvPr>
          <p:cNvSpPr>
            <a:spLocks noChangeArrowheads="1"/>
          </p:cNvSpPr>
          <p:nvPr/>
        </p:nvSpPr>
        <p:spPr bwMode="auto">
          <a:xfrm>
            <a:off x="472966" y="1073150"/>
            <a:ext cx="7899509"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ts val="600"/>
              </a:spcBef>
              <a:buClr>
                <a:srgbClr val="CC3300"/>
              </a:buClr>
            </a:pPr>
            <a:r>
              <a:rPr lang="zh-CN" altLang="en-US" sz="2200" dirty="0">
                <a:solidFill>
                  <a:srgbClr val="000000"/>
                </a:solidFill>
                <a:ea typeface="宋体" panose="02010600030101010101" pitchFamily="2" charset="-122"/>
              </a:rPr>
              <a:t> </a:t>
            </a:r>
            <a:r>
              <a:rPr lang="en-US" altLang="en-US" sz="2200" dirty="0"/>
              <a:t>Suppose we want to record evaluations of a student by a guide on a project</a:t>
            </a:r>
            <a:endParaRPr lang="en-US" altLang="zh-CN" sz="2200" dirty="0">
              <a:solidFill>
                <a:srgbClr val="000000"/>
              </a:solidFill>
              <a:ea typeface="宋体" panose="02010600030101010101" pitchFamily="2" charset="-122"/>
            </a:endParaRPr>
          </a:p>
        </p:txBody>
      </p:sp>
      <p:sp>
        <p:nvSpPr>
          <p:cNvPr id="5" name="Rectangle 4">
            <a:extLst>
              <a:ext uri="{FF2B5EF4-FFF2-40B4-BE49-F238E27FC236}">
                <a16:creationId xmlns:a16="http://schemas.microsoft.com/office/drawing/2014/main" id="{92917CC7-99D0-4080-A6B3-E5B243A7D680}"/>
              </a:ext>
            </a:extLst>
          </p:cNvPr>
          <p:cNvSpPr>
            <a:spLocks noChangeArrowheads="1"/>
          </p:cNvSpPr>
          <p:nvPr/>
        </p:nvSpPr>
        <p:spPr bwMode="auto">
          <a:xfrm>
            <a:off x="798513" y="5562600"/>
            <a:ext cx="79851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ts val="600"/>
              </a:spcBef>
              <a:buClr>
                <a:srgbClr val="CC3300"/>
              </a:buClr>
              <a:buFontTx/>
              <a:buNone/>
            </a:pPr>
            <a:r>
              <a:rPr lang="en-US" altLang="zh-CN" sz="2000" dirty="0">
                <a:solidFill>
                  <a:srgbClr val="000000"/>
                </a:solidFill>
                <a:ea typeface="宋体" panose="02010600030101010101" pitchFamily="2" charset="-122"/>
              </a:rPr>
              <a:t>There is redundant information since every combination (</a:t>
            </a:r>
            <a:r>
              <a:rPr lang="en-US" altLang="zh-CN" sz="2000" b="1" i="1" dirty="0">
                <a:solidFill>
                  <a:srgbClr val="000000"/>
                </a:solidFill>
                <a:latin typeface="Book Antiqua" panose="02040602050305030304" pitchFamily="18" charset="0"/>
                <a:ea typeface="宋体" panose="02010600030101010101" pitchFamily="2" charset="-122"/>
              </a:rPr>
              <a:t>instructor, student, project </a:t>
            </a:r>
            <a:r>
              <a:rPr lang="en-US" altLang="zh-CN" sz="2000" dirty="0">
                <a:solidFill>
                  <a:srgbClr val="000000"/>
                </a:solidFill>
                <a:ea typeface="宋体" panose="02010600030101010101" pitchFamily="2" charset="-122"/>
              </a:rPr>
              <a:t>) in </a:t>
            </a:r>
            <a:r>
              <a:rPr lang="en-US" altLang="zh-CN" sz="2000" b="1" i="1" dirty="0" err="1">
                <a:solidFill>
                  <a:srgbClr val="FF0000"/>
                </a:solidFill>
                <a:latin typeface="Book Antiqua" panose="02040602050305030304" pitchFamily="18" charset="0"/>
                <a:ea typeface="宋体" panose="02010600030101010101" pitchFamily="2" charset="-122"/>
              </a:rPr>
              <a:t>eval_for</a:t>
            </a:r>
            <a:r>
              <a:rPr lang="en-US" altLang="zh-CN" sz="2000" dirty="0">
                <a:solidFill>
                  <a:srgbClr val="FF0000"/>
                </a:solidFill>
                <a:ea typeface="宋体" panose="02010600030101010101" pitchFamily="2" charset="-122"/>
              </a:rPr>
              <a:t> </a:t>
            </a:r>
            <a:r>
              <a:rPr lang="en-US" altLang="zh-CN" sz="2000" dirty="0">
                <a:solidFill>
                  <a:srgbClr val="000000"/>
                </a:solidFill>
                <a:ea typeface="宋体" panose="02010600030101010101" pitchFamily="2" charset="-122"/>
              </a:rPr>
              <a:t>is also in </a:t>
            </a:r>
            <a:r>
              <a:rPr lang="en-US" altLang="zh-CN" sz="2000" b="1" i="1" dirty="0" err="1">
                <a:solidFill>
                  <a:srgbClr val="FF0000"/>
                </a:solidFill>
                <a:latin typeface="Book Antiqua" panose="02040602050305030304" pitchFamily="18" charset="0"/>
                <a:ea typeface="宋体" panose="02010600030101010101" pitchFamily="2" charset="-122"/>
              </a:rPr>
              <a:t>proj_guide</a:t>
            </a:r>
            <a:r>
              <a:rPr lang="en-US" altLang="zh-CN" sz="2000" dirty="0">
                <a:solidFill>
                  <a:srgbClr val="000000"/>
                </a:solidFill>
                <a:ea typeface="宋体" panose="02010600030101010101" pitchFamily="2" charset="-122"/>
              </a:rPr>
              <a:t>.</a:t>
            </a:r>
          </a:p>
        </p:txBody>
      </p:sp>
      <p:pic>
        <p:nvPicPr>
          <p:cNvPr id="6" name="Picture 40">
            <a:extLst>
              <a:ext uri="{FF2B5EF4-FFF2-40B4-BE49-F238E27FC236}">
                <a16:creationId xmlns:a16="http://schemas.microsoft.com/office/drawing/2014/main" id="{03CAAE50-BEDD-428C-9F8F-58AD26D475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6261" y="1457870"/>
            <a:ext cx="5231478" cy="4145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E568052F-BF5B-4B02-A330-B52F7A671CAE}"/>
              </a:ext>
            </a:extLst>
          </p:cNvPr>
          <p:cNvSpPr>
            <a:spLocks noGrp="1" noChangeArrowheads="1"/>
          </p:cNvSpPr>
          <p:nvPr>
            <p:ph type="title"/>
          </p:nvPr>
        </p:nvSpPr>
        <p:spPr/>
        <p:txBody>
          <a:bodyPr/>
          <a:lstStyle/>
          <a:p>
            <a:pPr eaLnBrk="1" hangingPunct="1">
              <a:defRPr/>
            </a:pPr>
            <a:r>
              <a:rPr lang="en-US" altLang="zh-CN" dirty="0">
                <a:ea typeface="宋体" pitchFamily="2" charset="-122"/>
              </a:rPr>
              <a:t>Aggregation (Cont.)</a:t>
            </a:r>
          </a:p>
        </p:txBody>
      </p:sp>
      <p:sp>
        <p:nvSpPr>
          <p:cNvPr id="70659" name="Rectangle 3">
            <a:extLst>
              <a:ext uri="{FF2B5EF4-FFF2-40B4-BE49-F238E27FC236}">
                <a16:creationId xmlns:a16="http://schemas.microsoft.com/office/drawing/2014/main" id="{73DF5076-897F-4D7D-A994-B56AD5BE685D}"/>
              </a:ext>
            </a:extLst>
          </p:cNvPr>
          <p:cNvSpPr>
            <a:spLocks noGrp="1" noChangeArrowheads="1"/>
          </p:cNvSpPr>
          <p:nvPr>
            <p:ph idx="1"/>
          </p:nvPr>
        </p:nvSpPr>
        <p:spPr/>
        <p:txBody>
          <a:bodyPr>
            <a:normAutofit/>
          </a:bodyPr>
          <a:lstStyle/>
          <a:p>
            <a:r>
              <a:rPr lang="en-US" altLang="zh-CN" sz="2400" dirty="0"/>
              <a:t>Relationship sets </a:t>
            </a:r>
            <a:r>
              <a:rPr lang="en-US" altLang="zh-CN" sz="2400" i="1" dirty="0" err="1"/>
              <a:t>eval_for</a:t>
            </a:r>
            <a:r>
              <a:rPr lang="en-US" altLang="zh-CN" sz="2400" i="1" dirty="0"/>
              <a:t> </a:t>
            </a:r>
            <a:r>
              <a:rPr lang="en-US" altLang="zh-CN" sz="2400" dirty="0"/>
              <a:t>and </a:t>
            </a:r>
            <a:r>
              <a:rPr lang="en-US" altLang="zh-CN" sz="2400" i="1" dirty="0" err="1"/>
              <a:t>proj_guide</a:t>
            </a:r>
            <a:r>
              <a:rPr lang="en-US" altLang="zh-CN" sz="2400" dirty="0"/>
              <a:t> represent overlapping information</a:t>
            </a:r>
          </a:p>
          <a:p>
            <a:pPr lvl="1"/>
            <a:r>
              <a:rPr lang="en-US" altLang="zh-CN" sz="2000" dirty="0">
                <a:ea typeface="ＭＳ Ｐゴシック" panose="020B0600070205080204" pitchFamily="34" charset="-128"/>
              </a:rPr>
              <a:t>Every </a:t>
            </a:r>
            <a:r>
              <a:rPr lang="en-US" altLang="zh-CN" sz="2000" i="1" dirty="0" err="1">
                <a:ea typeface="ＭＳ Ｐゴシック" panose="020B0600070205080204" pitchFamily="34" charset="-128"/>
              </a:rPr>
              <a:t>eval_for</a:t>
            </a:r>
            <a:r>
              <a:rPr lang="en-US" altLang="zh-CN" sz="2000" dirty="0">
                <a:ea typeface="ＭＳ Ｐゴシック" panose="020B0600070205080204" pitchFamily="34" charset="-128"/>
              </a:rPr>
              <a:t> relationship corresponds to a </a:t>
            </a:r>
            <a:r>
              <a:rPr lang="en-US" altLang="zh-CN" sz="2000" i="1" dirty="0" err="1">
                <a:ea typeface="ＭＳ Ｐゴシック" panose="020B0600070205080204" pitchFamily="34" charset="-128"/>
              </a:rPr>
              <a:t>proj_guide</a:t>
            </a:r>
            <a:r>
              <a:rPr lang="en-US" altLang="zh-CN" sz="2000" dirty="0">
                <a:ea typeface="ＭＳ Ｐゴシック" panose="020B0600070205080204" pitchFamily="34" charset="-128"/>
              </a:rPr>
              <a:t> relationship</a:t>
            </a:r>
          </a:p>
          <a:p>
            <a:pPr lvl="1"/>
            <a:r>
              <a:rPr lang="en-US" altLang="zh-CN" sz="2000" dirty="0">
                <a:ea typeface="ＭＳ Ｐゴシック" panose="020B0600070205080204" pitchFamily="34" charset="-128"/>
              </a:rPr>
              <a:t>However, some </a:t>
            </a:r>
            <a:r>
              <a:rPr lang="en-US" altLang="zh-CN" sz="2000" i="1" dirty="0" err="1">
                <a:ea typeface="ＭＳ Ｐゴシック" panose="020B0600070205080204" pitchFamily="34" charset="-128"/>
              </a:rPr>
              <a:t>proj_guide</a:t>
            </a:r>
            <a:r>
              <a:rPr lang="en-US" altLang="zh-CN" sz="2000" dirty="0">
                <a:ea typeface="ＭＳ Ｐゴシック" panose="020B0600070205080204" pitchFamily="34" charset="-128"/>
              </a:rPr>
              <a:t> relationships may not correspond to any </a:t>
            </a:r>
            <a:r>
              <a:rPr lang="en-US" altLang="zh-CN" sz="2000" i="1" dirty="0" err="1">
                <a:ea typeface="ＭＳ Ｐゴシック" panose="020B0600070205080204" pitchFamily="34" charset="-128"/>
              </a:rPr>
              <a:t>eval_for</a:t>
            </a:r>
            <a:r>
              <a:rPr lang="en-US" altLang="zh-CN" sz="2000" dirty="0">
                <a:ea typeface="ＭＳ Ｐゴシック" panose="020B0600070205080204" pitchFamily="34" charset="-128"/>
              </a:rPr>
              <a:t> relationships </a:t>
            </a:r>
          </a:p>
          <a:p>
            <a:pPr lvl="2"/>
            <a:r>
              <a:rPr lang="en-US" altLang="zh-CN" sz="1800" dirty="0">
                <a:ea typeface="ＭＳ Ｐゴシック" panose="020B0600070205080204" pitchFamily="34" charset="-128"/>
              </a:rPr>
              <a:t>So we can’t discard the </a:t>
            </a:r>
            <a:r>
              <a:rPr lang="en-US" altLang="zh-CN" sz="1800" i="1" dirty="0" err="1">
                <a:ea typeface="ＭＳ Ｐゴシック" panose="020B0600070205080204" pitchFamily="34" charset="-128"/>
              </a:rPr>
              <a:t>proj_guide</a:t>
            </a:r>
            <a:r>
              <a:rPr lang="en-US" altLang="zh-CN" sz="1800" dirty="0">
                <a:ea typeface="ＭＳ Ｐゴシック" panose="020B0600070205080204" pitchFamily="34" charset="-128"/>
              </a:rPr>
              <a:t> relationship</a:t>
            </a:r>
          </a:p>
          <a:p>
            <a:r>
              <a:rPr lang="en-US" altLang="zh-CN" sz="2400" dirty="0"/>
              <a:t>Eliminate this redundancy via </a:t>
            </a:r>
            <a:r>
              <a:rPr lang="en-US" altLang="zh-CN" sz="2400" i="1" dirty="0"/>
              <a:t>aggregation</a:t>
            </a:r>
            <a:endParaRPr lang="en-US" altLang="zh-CN" sz="2400" dirty="0"/>
          </a:p>
          <a:p>
            <a:pPr lvl="1"/>
            <a:r>
              <a:rPr lang="en-US" altLang="zh-CN" sz="2000" dirty="0">
                <a:ea typeface="ＭＳ Ｐゴシック" panose="020B0600070205080204" pitchFamily="34" charset="-128"/>
              </a:rPr>
              <a:t>Treat relationship as an abstract entity</a:t>
            </a:r>
          </a:p>
          <a:p>
            <a:pPr lvl="1"/>
            <a:r>
              <a:rPr lang="en-US" altLang="zh-CN" sz="2000" dirty="0">
                <a:ea typeface="ＭＳ Ｐゴシック" panose="020B0600070205080204" pitchFamily="34" charset="-128"/>
              </a:rPr>
              <a:t>Allows relationships between relationships </a:t>
            </a:r>
          </a:p>
          <a:p>
            <a:pPr lvl="1"/>
            <a:r>
              <a:rPr lang="en-US" altLang="zh-CN" sz="2000" dirty="0">
                <a:ea typeface="ＭＳ Ｐゴシック" panose="020B0600070205080204" pitchFamily="34" charset="-128"/>
              </a:rPr>
              <a:t>Abstraction of relationship into new entity</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B2CCD71D-63F4-4F4C-BBA3-DDA9BD6E3476}"/>
              </a:ext>
            </a:extLst>
          </p:cNvPr>
          <p:cNvSpPr>
            <a:spLocks noGrp="1" noChangeArrowheads="1"/>
          </p:cNvSpPr>
          <p:nvPr>
            <p:ph type="title"/>
          </p:nvPr>
        </p:nvSpPr>
        <p:spPr/>
        <p:txBody>
          <a:bodyPr/>
          <a:lstStyle/>
          <a:p>
            <a:pPr eaLnBrk="1" hangingPunct="1">
              <a:defRPr/>
            </a:pPr>
            <a:r>
              <a:rPr lang="en-US" altLang="zh-CN">
                <a:ea typeface="宋体" pitchFamily="2" charset="-122"/>
              </a:rPr>
              <a:t>E-R Diagram With Aggregation</a:t>
            </a:r>
          </a:p>
        </p:txBody>
      </p:sp>
      <p:sp>
        <p:nvSpPr>
          <p:cNvPr id="8" name="Rectangle 3">
            <a:extLst>
              <a:ext uri="{FF2B5EF4-FFF2-40B4-BE49-F238E27FC236}">
                <a16:creationId xmlns:a16="http://schemas.microsoft.com/office/drawing/2014/main" id="{069FCE45-C0BC-4C5A-800F-D47946E9477C}"/>
              </a:ext>
            </a:extLst>
          </p:cNvPr>
          <p:cNvSpPr txBox="1">
            <a:spLocks noChangeArrowheads="1"/>
          </p:cNvSpPr>
          <p:nvPr/>
        </p:nvSpPr>
        <p:spPr bwMode="auto">
          <a:xfrm>
            <a:off x="388088" y="1106488"/>
            <a:ext cx="8530487" cy="148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chemeClr val="tx2"/>
              </a:buClr>
              <a:buSzPct val="90000"/>
              <a:buFont typeface="Monotype Sorts" pitchFamily="2" charset="2"/>
              <a:buChar char="n"/>
              <a:defRPr kumimoji="1" sz="2800">
                <a:solidFill>
                  <a:schemeClr val="tx1"/>
                </a:solidFill>
                <a:latin typeface="+mn-lt"/>
                <a:ea typeface="+mn-ea"/>
                <a:cs typeface="+mn-cs"/>
              </a:defRPr>
            </a:lvl1pPr>
            <a:lvl2pPr marL="742950" indent="-285750" algn="l" rtl="0" eaLnBrk="0" fontAlgn="base" hangingPunct="0">
              <a:spcBef>
                <a:spcPct val="35000"/>
              </a:spcBef>
              <a:spcAft>
                <a:spcPct val="0"/>
              </a:spcAft>
              <a:buClr>
                <a:schemeClr val="hlink"/>
              </a:buClr>
              <a:buSzPct val="80000"/>
              <a:buFont typeface="Monotype Sorts" pitchFamily="2" charset="2"/>
              <a:buChar char="l"/>
              <a:defRPr kumimoji="1" sz="2400">
                <a:solidFill>
                  <a:schemeClr val="tx1"/>
                </a:solidFill>
                <a:latin typeface="+mn-lt"/>
              </a:defRPr>
            </a:lvl2pPr>
            <a:lvl3pPr marL="1085850" indent="-228600" algn="l" rtl="0" eaLnBrk="0" fontAlgn="base" hangingPunct="0">
              <a:spcBef>
                <a:spcPct val="35000"/>
              </a:spcBef>
              <a:spcAft>
                <a:spcPct val="0"/>
              </a:spcAft>
              <a:buClr>
                <a:srgbClr val="33CC33"/>
              </a:buClr>
              <a:buSzPct val="75000"/>
              <a:buFont typeface="Webdings" panose="05030102010509060703" pitchFamily="18" charset="2"/>
              <a:buChar char="4"/>
              <a:defRPr kumimoji="1" sz="2000">
                <a:solidFill>
                  <a:schemeClr val="tx1"/>
                </a:solidFill>
                <a:latin typeface="+mn-lt"/>
              </a:defRPr>
            </a:lvl3pPr>
            <a:lvl4pPr marL="1428750" indent="-228600" algn="l" rtl="0" eaLnBrk="0" fontAlgn="base" hangingPunct="0">
              <a:spcBef>
                <a:spcPct val="35000"/>
              </a:spcBef>
              <a:spcAft>
                <a:spcPct val="0"/>
              </a:spcAft>
              <a:buClr>
                <a:schemeClr val="hlink"/>
              </a:buClr>
              <a:buChar char="–"/>
              <a:defRPr kumimoji="1">
                <a:solidFill>
                  <a:schemeClr val="tx1"/>
                </a:solidFill>
                <a:latin typeface="+mn-lt"/>
              </a:defRPr>
            </a:lvl4pPr>
            <a:lvl5pPr marL="1771650" indent="-228600" algn="l" rtl="0" eaLnBrk="0" fontAlgn="base" hangingPunct="0">
              <a:spcBef>
                <a:spcPct val="35000"/>
              </a:spcBef>
              <a:spcAft>
                <a:spcPct val="0"/>
              </a:spcAft>
              <a:buClr>
                <a:schemeClr val="tx2"/>
              </a:buClr>
              <a:buSzPct val="75000"/>
              <a:buChar char="»"/>
              <a:defRPr kumimoji="1" sz="1600">
                <a:solidFill>
                  <a:schemeClr val="tx1"/>
                </a:solidFill>
                <a:latin typeface="+mn-lt"/>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defRPr>
            </a:lvl9pPr>
          </a:lstStyle>
          <a:p>
            <a:r>
              <a:rPr lang="en-US" altLang="zh-CN" sz="2000" kern="0" dirty="0"/>
              <a:t>Without introducing redundancy, the following diagram represents:</a:t>
            </a:r>
          </a:p>
          <a:p>
            <a:pPr lvl="1"/>
            <a:r>
              <a:rPr lang="en-US" altLang="zh-CN" sz="1800" kern="0" dirty="0">
                <a:ea typeface="ＭＳ Ｐゴシック" panose="020B0600070205080204" pitchFamily="34" charset="-128"/>
              </a:rPr>
              <a:t>A student is guided by a particular instructor on a particular project </a:t>
            </a:r>
          </a:p>
          <a:p>
            <a:pPr lvl="1"/>
            <a:r>
              <a:rPr lang="en-US" altLang="zh-CN" sz="1800" kern="0" dirty="0">
                <a:ea typeface="ＭＳ Ｐゴシック" panose="020B0600070205080204" pitchFamily="34" charset="-128"/>
              </a:rPr>
              <a:t>A student, instructor, project combination may have an associated evaluation</a:t>
            </a:r>
          </a:p>
        </p:txBody>
      </p:sp>
      <p:pic>
        <p:nvPicPr>
          <p:cNvPr id="9" name="Picture 38">
            <a:extLst>
              <a:ext uri="{FF2B5EF4-FFF2-40B4-BE49-F238E27FC236}">
                <a16:creationId xmlns:a16="http://schemas.microsoft.com/office/drawing/2014/main" id="{A5CC5D75-73A1-4B6F-A19D-7F56AAC0B0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3207" y="2369142"/>
            <a:ext cx="4941888" cy="396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2">
            <a:extLst>
              <a:ext uri="{FF2B5EF4-FFF2-40B4-BE49-F238E27FC236}">
                <a16:creationId xmlns:a16="http://schemas.microsoft.com/office/drawing/2014/main" id="{F220FDA7-F79E-47A4-9C90-96C850A10DB7}"/>
              </a:ext>
            </a:extLst>
          </p:cNvPr>
          <p:cNvSpPr>
            <a:spLocks noGrp="1" noChangeArrowheads="1"/>
          </p:cNvSpPr>
          <p:nvPr>
            <p:ph type="title"/>
          </p:nvPr>
        </p:nvSpPr>
        <p:spPr/>
        <p:txBody>
          <a:bodyPr/>
          <a:lstStyle/>
          <a:p>
            <a:pPr eaLnBrk="1" hangingPunct="1">
              <a:defRPr/>
            </a:pPr>
            <a:r>
              <a:rPr lang="en-US" altLang="zh-CN">
                <a:ea typeface="宋体" pitchFamily="2" charset="-122"/>
              </a:rPr>
              <a:t>E-R Diagram With Aggregation</a:t>
            </a:r>
            <a:endParaRPr lang="zh-CN" altLang="en-US">
              <a:ea typeface="宋体" pitchFamily="2" charset="-122"/>
            </a:endParaRPr>
          </a:p>
        </p:txBody>
      </p:sp>
      <p:sp>
        <p:nvSpPr>
          <p:cNvPr id="132099" name="Rectangle 3">
            <a:extLst>
              <a:ext uri="{FF2B5EF4-FFF2-40B4-BE49-F238E27FC236}">
                <a16:creationId xmlns:a16="http://schemas.microsoft.com/office/drawing/2014/main" id="{7D82F84D-CBC9-4CC1-AC94-56AA0D7EB4E1}"/>
              </a:ext>
            </a:extLst>
          </p:cNvPr>
          <p:cNvSpPr>
            <a:spLocks noGrp="1" noChangeArrowheads="1"/>
          </p:cNvSpPr>
          <p:nvPr>
            <p:ph idx="1"/>
          </p:nvPr>
        </p:nvSpPr>
        <p:spPr>
          <a:xfrm>
            <a:off x="228600" y="1066800"/>
            <a:ext cx="8610600" cy="1092200"/>
          </a:xfrm>
        </p:spPr>
        <p:txBody>
          <a:bodyPr/>
          <a:lstStyle/>
          <a:p>
            <a:pPr eaLnBrk="1" hangingPunct="1"/>
            <a:r>
              <a:rPr lang="zh-CN" altLang="en-US" sz="2400">
                <a:ea typeface="宋体" panose="02010600030101010101" pitchFamily="2" charset="-122"/>
              </a:rPr>
              <a:t>联系之间存在重叠，如何表达联系之间的联系？</a:t>
            </a:r>
          </a:p>
          <a:p>
            <a:pPr eaLnBrk="1" hangingPunct="1"/>
            <a:r>
              <a:rPr lang="zh-CN" altLang="en-US" sz="2400">
                <a:ea typeface="宋体" panose="02010600030101010101" pitchFamily="2" charset="-122"/>
              </a:rPr>
              <a:t>实例：职工参加项目，并在此过程中可能使用机器</a:t>
            </a:r>
          </a:p>
        </p:txBody>
      </p:sp>
      <p:sp>
        <p:nvSpPr>
          <p:cNvPr id="132100" name="AutoShape 7">
            <a:extLst>
              <a:ext uri="{FF2B5EF4-FFF2-40B4-BE49-F238E27FC236}">
                <a16:creationId xmlns:a16="http://schemas.microsoft.com/office/drawing/2014/main" id="{561468AF-6DF7-472D-BE16-C2458115EDCB}"/>
              </a:ext>
            </a:extLst>
          </p:cNvPr>
          <p:cNvSpPr>
            <a:spLocks noChangeArrowheads="1"/>
          </p:cNvSpPr>
          <p:nvPr/>
        </p:nvSpPr>
        <p:spPr bwMode="auto">
          <a:xfrm>
            <a:off x="1511300" y="3649663"/>
            <a:ext cx="1946275" cy="596900"/>
          </a:xfrm>
          <a:prstGeom prst="diamond">
            <a:avLst/>
          </a:prstGeom>
          <a:solidFill>
            <a:srgbClr val="99CCFF">
              <a:alpha val="67842"/>
            </a:srgbClr>
          </a:solidFill>
          <a:ln w="12700">
            <a:solidFill>
              <a:schemeClr val="tx1"/>
            </a:solidFill>
            <a:miter lim="800000"/>
            <a:headEnd/>
            <a:tailEnd/>
          </a:ln>
        </p:spPr>
        <p:txBody>
          <a:bodyPr wrap="none" anchor="ct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eaLnBrk="1" hangingPunct="1">
              <a:lnSpc>
                <a:spcPct val="90000"/>
              </a:lnSpc>
              <a:spcBef>
                <a:spcPct val="0"/>
              </a:spcBef>
              <a:buClr>
                <a:srgbClr val="FF9933"/>
              </a:buClr>
              <a:buSzPct val="60000"/>
              <a:buFont typeface="Wingdings" panose="05000000000000000000" pitchFamily="2" charset="2"/>
              <a:buNone/>
            </a:pPr>
            <a:r>
              <a:rPr lang="zh-CN" altLang="en-US" sz="1800" b="1">
                <a:solidFill>
                  <a:srgbClr val="000000"/>
                </a:solidFill>
                <a:latin typeface="宋体" panose="02010600030101010101" pitchFamily="2" charset="-122"/>
                <a:ea typeface="宋体" panose="02010600030101010101" pitchFamily="2" charset="-122"/>
              </a:rPr>
              <a:t>参加并使用</a:t>
            </a:r>
          </a:p>
        </p:txBody>
      </p:sp>
      <p:sp>
        <p:nvSpPr>
          <p:cNvPr id="132101" name="Text Box 19">
            <a:extLst>
              <a:ext uri="{FF2B5EF4-FFF2-40B4-BE49-F238E27FC236}">
                <a16:creationId xmlns:a16="http://schemas.microsoft.com/office/drawing/2014/main" id="{A8895AB8-F06B-4119-8402-94971AE65F79}"/>
              </a:ext>
            </a:extLst>
          </p:cNvPr>
          <p:cNvSpPr txBox="1">
            <a:spLocks noChangeArrowheads="1"/>
          </p:cNvSpPr>
          <p:nvPr/>
        </p:nvSpPr>
        <p:spPr bwMode="auto">
          <a:xfrm>
            <a:off x="1590675" y="2117725"/>
            <a:ext cx="1371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eaLnBrk="1" hangingPunct="1">
              <a:spcBef>
                <a:spcPct val="50000"/>
              </a:spcBef>
              <a:buClrTx/>
              <a:buSzTx/>
              <a:buFontTx/>
              <a:buNone/>
            </a:pPr>
            <a:r>
              <a:rPr lang="zh-CN" altLang="en-US" b="1">
                <a:solidFill>
                  <a:srgbClr val="000000"/>
                </a:solidFill>
                <a:latin typeface="华文新魏" panose="02010800040101010101" pitchFamily="2" charset="-122"/>
                <a:ea typeface="华文新魏" panose="02010800040101010101" pitchFamily="2" charset="-122"/>
              </a:rPr>
              <a:t>方案1</a:t>
            </a:r>
            <a:endParaRPr lang="zh-CN" altLang="en-US">
              <a:solidFill>
                <a:srgbClr val="000000"/>
              </a:solidFill>
              <a:latin typeface="华文新魏" panose="02010800040101010101" pitchFamily="2" charset="-122"/>
              <a:ea typeface="华文新魏" panose="02010800040101010101" pitchFamily="2" charset="-122"/>
            </a:endParaRPr>
          </a:p>
        </p:txBody>
      </p:sp>
      <p:sp>
        <p:nvSpPr>
          <p:cNvPr id="132102" name="Line 26">
            <a:extLst>
              <a:ext uri="{FF2B5EF4-FFF2-40B4-BE49-F238E27FC236}">
                <a16:creationId xmlns:a16="http://schemas.microsoft.com/office/drawing/2014/main" id="{2BBFF26F-9A14-4F51-ACA9-1AA8892FC933}"/>
              </a:ext>
            </a:extLst>
          </p:cNvPr>
          <p:cNvSpPr>
            <a:spLocks noChangeShapeType="1"/>
          </p:cNvSpPr>
          <p:nvPr/>
        </p:nvSpPr>
        <p:spPr bwMode="auto">
          <a:xfrm>
            <a:off x="2484438" y="4829175"/>
            <a:ext cx="0" cy="2286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29573" name="Group 197">
            <a:extLst>
              <a:ext uri="{FF2B5EF4-FFF2-40B4-BE49-F238E27FC236}">
                <a16:creationId xmlns:a16="http://schemas.microsoft.com/office/drawing/2014/main" id="{7319C3B7-3F0B-4330-AD92-62E4FA475B64}"/>
              </a:ext>
            </a:extLst>
          </p:cNvPr>
          <p:cNvGraphicFramePr>
            <a:graphicFrameLocks noGrp="1"/>
          </p:cNvGraphicFramePr>
          <p:nvPr/>
        </p:nvGraphicFramePr>
        <p:xfrm>
          <a:off x="5026025" y="3006725"/>
          <a:ext cx="4064000" cy="3309937"/>
        </p:xfrm>
        <a:graphic>
          <a:graphicData uri="http://schemas.openxmlformats.org/drawingml/2006/table">
            <a:tbl>
              <a:tblPr/>
              <a:tblGrid>
                <a:gridCol w="1017588">
                  <a:extLst>
                    <a:ext uri="{9D8B030D-6E8A-4147-A177-3AD203B41FA5}">
                      <a16:colId xmlns:a16="http://schemas.microsoft.com/office/drawing/2014/main" val="20000"/>
                    </a:ext>
                  </a:extLst>
                </a:gridCol>
                <a:gridCol w="1014412">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tblGrid>
              <a:tr h="365160">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zh-CN" altLang="en-US" sz="1800" b="1" i="0" u="none" strike="noStrike" cap="none" normalizeH="0" baseline="0" dirty="0">
                          <a:ln>
                            <a:noFill/>
                          </a:ln>
                          <a:solidFill>
                            <a:schemeClr val="tx1"/>
                          </a:solidFill>
                          <a:effectLst/>
                          <a:latin typeface="Helvetica" pitchFamily="34" charset="0"/>
                          <a:ea typeface="宋体" pitchFamily="2" charset="-122"/>
                        </a:rPr>
                        <a:t>职工姓名</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zh-CN" altLang="en-US" sz="1800" b="1" i="0" u="none" strike="noStrike" cap="none" normalizeH="0" baseline="0">
                          <a:ln>
                            <a:noFill/>
                          </a:ln>
                          <a:solidFill>
                            <a:schemeClr val="tx1"/>
                          </a:solidFill>
                          <a:effectLst/>
                          <a:latin typeface="Helvetica" pitchFamily="34" charset="0"/>
                          <a:ea typeface="宋体" pitchFamily="2" charset="-122"/>
                        </a:rPr>
                        <a:t>项目名称</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zh-CN" altLang="en-US" sz="1800" b="1" i="0" u="none" strike="noStrike" cap="none" normalizeH="0" baseline="0">
                          <a:ln>
                            <a:noFill/>
                          </a:ln>
                          <a:solidFill>
                            <a:schemeClr val="tx1"/>
                          </a:solidFill>
                          <a:effectLst/>
                          <a:latin typeface="Helvetica" pitchFamily="34" charset="0"/>
                          <a:ea typeface="宋体" pitchFamily="2" charset="-122"/>
                        </a:rPr>
                        <a:t>机器名</a:t>
                      </a:r>
                      <a:endParaRPr kumimoji="1" lang="en-US" altLang="zh-CN" sz="1800" b="1" i="0" u="none" strike="noStrike" cap="none" normalizeH="0" baseline="0">
                        <a:ln>
                          <a:noFill/>
                        </a:ln>
                        <a:solidFill>
                          <a:schemeClr val="tx1"/>
                        </a:solidFill>
                        <a:effectLst/>
                        <a:latin typeface="Helvetica" pitchFamily="34" charset="0"/>
                        <a:ea typeface="宋体"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zh-CN" altLang="en-US" sz="1800" b="1" i="0" u="none" strike="noStrike" cap="none" normalizeH="0" baseline="0">
                          <a:ln>
                            <a:noFill/>
                          </a:ln>
                          <a:solidFill>
                            <a:schemeClr val="tx1"/>
                          </a:solidFill>
                          <a:effectLst/>
                          <a:latin typeface="Helvetica" pitchFamily="34" charset="0"/>
                          <a:ea typeface="宋体" pitchFamily="2" charset="-122"/>
                        </a:rPr>
                        <a:t>工时</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795">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e1</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j1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m1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3</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795">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e1</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j1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m2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3</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795">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e1</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j2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m3</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4</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795">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e2</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j1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m1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5</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5795">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e3</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j2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2"/>
                          </a:solidFill>
                          <a:effectLst/>
                          <a:latin typeface="Helvetica" pitchFamily="34" charset="0"/>
                          <a:ea typeface="宋体" pitchFamily="2" charset="-122"/>
                        </a:rPr>
                        <a:t>null</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4</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5795">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e4</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j2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2"/>
                          </a:solidFill>
                          <a:effectLst/>
                          <a:latin typeface="Helvetica" pitchFamily="34" charset="0"/>
                          <a:ea typeface="宋体" pitchFamily="2" charset="-122"/>
                        </a:rPr>
                        <a:t>null</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4</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4212">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e5</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dirty="0">
                          <a:ln>
                            <a:noFill/>
                          </a:ln>
                          <a:solidFill>
                            <a:schemeClr val="tx1"/>
                          </a:solidFill>
                          <a:effectLst/>
                          <a:latin typeface="Helvetica" pitchFamily="34" charset="0"/>
                          <a:ea typeface="宋体" pitchFamily="2" charset="-122"/>
                        </a:rPr>
                        <a:t>j2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2"/>
                          </a:solidFill>
                          <a:effectLst/>
                          <a:latin typeface="Helvetica" pitchFamily="34" charset="0"/>
                          <a:ea typeface="宋体" pitchFamily="2" charset="-122"/>
                        </a:rPr>
                        <a:t>null</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6</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5795">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e6</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j2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2"/>
                          </a:solidFill>
                          <a:effectLst/>
                          <a:latin typeface="Helvetica" pitchFamily="34" charset="0"/>
                          <a:ea typeface="宋体" pitchFamily="2" charset="-122"/>
                        </a:rPr>
                        <a:t>null</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dirty="0">
                          <a:ln>
                            <a:noFill/>
                          </a:ln>
                          <a:solidFill>
                            <a:schemeClr val="tx1"/>
                          </a:solidFill>
                          <a:effectLst/>
                          <a:latin typeface="Helvetica" pitchFamily="34" charset="0"/>
                          <a:ea typeface="宋体" pitchFamily="2" charset="-122"/>
                        </a:rPr>
                        <a:t>5</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pic>
        <p:nvPicPr>
          <p:cNvPr id="132155" name="图片 2">
            <a:extLst>
              <a:ext uri="{FF2B5EF4-FFF2-40B4-BE49-F238E27FC236}">
                <a16:creationId xmlns:a16="http://schemas.microsoft.com/office/drawing/2014/main" id="{89685417-4619-40F2-BBD3-43C4C750069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0338" y="3408363"/>
            <a:ext cx="944562"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2156" name="图片 3">
            <a:extLst>
              <a:ext uri="{FF2B5EF4-FFF2-40B4-BE49-F238E27FC236}">
                <a16:creationId xmlns:a16="http://schemas.microsoft.com/office/drawing/2014/main" id="{E6010188-9152-451B-811F-8CC198CC24C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983038" y="3408363"/>
            <a:ext cx="950912"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2157" name="图片 4">
            <a:extLst>
              <a:ext uri="{FF2B5EF4-FFF2-40B4-BE49-F238E27FC236}">
                <a16:creationId xmlns:a16="http://schemas.microsoft.com/office/drawing/2014/main" id="{8727E6CB-02D2-4241-B40A-7EB27B9EAF7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006600" y="4748213"/>
            <a:ext cx="9556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2158" name="矩形 5">
            <a:extLst>
              <a:ext uri="{FF2B5EF4-FFF2-40B4-BE49-F238E27FC236}">
                <a16:creationId xmlns:a16="http://schemas.microsoft.com/office/drawing/2014/main" id="{5B2EC901-545F-40B3-B066-AE3F43754E3E}"/>
              </a:ext>
            </a:extLst>
          </p:cNvPr>
          <p:cNvSpPr>
            <a:spLocks noChangeArrowheads="1"/>
          </p:cNvSpPr>
          <p:nvPr/>
        </p:nvSpPr>
        <p:spPr bwMode="auto">
          <a:xfrm>
            <a:off x="2071688" y="2884488"/>
            <a:ext cx="827087" cy="361950"/>
          </a:xfrm>
          <a:prstGeom prst="rect">
            <a:avLst/>
          </a:prstGeom>
          <a:solidFill>
            <a:schemeClr val="accent1"/>
          </a:solidFill>
          <a:ln w="9525" algn="ctr">
            <a:solidFill>
              <a:schemeClr val="tx1"/>
            </a:solidFill>
            <a:round/>
            <a:headEnd/>
            <a:tailEnd/>
          </a:ln>
        </p:spPr>
        <p:txBody>
          <a:bodyPr wrap="none"/>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r>
              <a:rPr kumimoji="0" lang="zh-CN" altLang="en-US" sz="2000" b="1">
                <a:solidFill>
                  <a:srgbClr val="CC3300"/>
                </a:solidFill>
                <a:latin typeface="宋体" panose="02010600030101010101" pitchFamily="2" charset="-122"/>
                <a:ea typeface="宋体" panose="02010600030101010101" pitchFamily="2" charset="-122"/>
              </a:rPr>
              <a:t>工时</a:t>
            </a:r>
            <a:endParaRPr kumimoji="0" lang="zh-CN" altLang="en-US" sz="2000">
              <a:latin typeface="宋体" panose="02010600030101010101" pitchFamily="2" charset="-122"/>
              <a:ea typeface="宋体" panose="02010600030101010101" pitchFamily="2" charset="-122"/>
            </a:endParaRPr>
          </a:p>
        </p:txBody>
      </p:sp>
      <p:cxnSp>
        <p:nvCxnSpPr>
          <p:cNvPr id="132159" name="直接连接符 7">
            <a:extLst>
              <a:ext uri="{FF2B5EF4-FFF2-40B4-BE49-F238E27FC236}">
                <a16:creationId xmlns:a16="http://schemas.microsoft.com/office/drawing/2014/main" id="{408249F3-4B6C-4AFD-8DEC-D5C97B727B74}"/>
              </a:ext>
            </a:extLst>
          </p:cNvPr>
          <p:cNvCxnSpPr>
            <a:cxnSpLocks noChangeShapeType="1"/>
            <a:stCxn id="132100" idx="0"/>
            <a:endCxn id="132158" idx="2"/>
          </p:cNvCxnSpPr>
          <p:nvPr/>
        </p:nvCxnSpPr>
        <p:spPr bwMode="auto">
          <a:xfrm flipV="1">
            <a:off x="2484438" y="3246438"/>
            <a:ext cx="1587" cy="403225"/>
          </a:xfrm>
          <a:prstGeom prst="line">
            <a:avLst/>
          </a:prstGeom>
          <a:noFill/>
          <a:ln w="12700"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132160" name="直接连接符 9">
            <a:extLst>
              <a:ext uri="{FF2B5EF4-FFF2-40B4-BE49-F238E27FC236}">
                <a16:creationId xmlns:a16="http://schemas.microsoft.com/office/drawing/2014/main" id="{2998B2AE-63F4-46DA-BF63-D4AC70AA4A7A}"/>
              </a:ext>
            </a:extLst>
          </p:cNvPr>
          <p:cNvCxnSpPr>
            <a:cxnSpLocks noChangeShapeType="1"/>
            <a:stCxn id="132100" idx="3"/>
            <a:endCxn id="132156" idx="1"/>
          </p:cNvCxnSpPr>
          <p:nvPr/>
        </p:nvCxnSpPr>
        <p:spPr bwMode="auto">
          <a:xfrm>
            <a:off x="3457575" y="3948113"/>
            <a:ext cx="525463"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2161" name="直接连接符 11">
            <a:extLst>
              <a:ext uri="{FF2B5EF4-FFF2-40B4-BE49-F238E27FC236}">
                <a16:creationId xmlns:a16="http://schemas.microsoft.com/office/drawing/2014/main" id="{5A4D9815-05EC-460B-A1BC-3BFC6BFA6FB8}"/>
              </a:ext>
            </a:extLst>
          </p:cNvPr>
          <p:cNvCxnSpPr>
            <a:cxnSpLocks noChangeShapeType="1"/>
            <a:stCxn id="132100" idx="1"/>
            <a:endCxn id="132155" idx="3"/>
          </p:cNvCxnSpPr>
          <p:nvPr/>
        </p:nvCxnSpPr>
        <p:spPr bwMode="auto">
          <a:xfrm flipH="1">
            <a:off x="1104900" y="3948113"/>
            <a:ext cx="4064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2162" name="直接连接符 13">
            <a:extLst>
              <a:ext uri="{FF2B5EF4-FFF2-40B4-BE49-F238E27FC236}">
                <a16:creationId xmlns:a16="http://schemas.microsoft.com/office/drawing/2014/main" id="{87002C42-4629-4F3B-89A6-6F655F8CE602}"/>
              </a:ext>
            </a:extLst>
          </p:cNvPr>
          <p:cNvCxnSpPr>
            <a:cxnSpLocks noChangeShapeType="1"/>
            <a:stCxn id="132100" idx="2"/>
            <a:endCxn id="132157" idx="0"/>
          </p:cNvCxnSpPr>
          <p:nvPr/>
        </p:nvCxnSpPr>
        <p:spPr bwMode="auto">
          <a:xfrm>
            <a:off x="2484438" y="4246563"/>
            <a:ext cx="0" cy="5016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295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2">
            <a:extLst>
              <a:ext uri="{FF2B5EF4-FFF2-40B4-BE49-F238E27FC236}">
                <a16:creationId xmlns:a16="http://schemas.microsoft.com/office/drawing/2014/main" id="{F3042F0A-0CCD-4B03-BF38-2A4720A47B08}"/>
              </a:ext>
            </a:extLst>
          </p:cNvPr>
          <p:cNvSpPr>
            <a:spLocks noGrp="1" noChangeArrowheads="1"/>
          </p:cNvSpPr>
          <p:nvPr>
            <p:ph type="title"/>
          </p:nvPr>
        </p:nvSpPr>
        <p:spPr/>
        <p:txBody>
          <a:bodyPr/>
          <a:lstStyle/>
          <a:p>
            <a:pPr eaLnBrk="1" hangingPunct="1">
              <a:defRPr/>
            </a:pPr>
            <a:r>
              <a:rPr lang="en-US" altLang="zh-CN">
                <a:ea typeface="宋体" pitchFamily="2" charset="-122"/>
              </a:rPr>
              <a:t>E-R Diagram With Aggregation</a:t>
            </a:r>
            <a:endParaRPr lang="zh-CN" altLang="en-US">
              <a:ea typeface="宋体" pitchFamily="2" charset="-122"/>
            </a:endParaRPr>
          </a:p>
        </p:txBody>
      </p:sp>
      <p:graphicFrame>
        <p:nvGraphicFramePr>
          <p:cNvPr id="230589" name="Group 189">
            <a:extLst>
              <a:ext uri="{FF2B5EF4-FFF2-40B4-BE49-F238E27FC236}">
                <a16:creationId xmlns:a16="http://schemas.microsoft.com/office/drawing/2014/main" id="{06F3D3DE-3E06-4D6E-81C2-5B164F58D3A4}"/>
              </a:ext>
            </a:extLst>
          </p:cNvPr>
          <p:cNvGraphicFramePr>
            <a:graphicFrameLocks noGrp="1"/>
          </p:cNvGraphicFramePr>
          <p:nvPr/>
        </p:nvGraphicFramePr>
        <p:xfrm>
          <a:off x="5891213" y="4087813"/>
          <a:ext cx="2894012" cy="1828800"/>
        </p:xfrm>
        <a:graphic>
          <a:graphicData uri="http://schemas.openxmlformats.org/drawingml/2006/table">
            <a:tbl>
              <a:tblPr/>
              <a:tblGrid>
                <a:gridCol w="1466452">
                  <a:extLst>
                    <a:ext uri="{9D8B030D-6E8A-4147-A177-3AD203B41FA5}">
                      <a16:colId xmlns:a16="http://schemas.microsoft.com/office/drawing/2014/main" val="20000"/>
                    </a:ext>
                  </a:extLst>
                </a:gridCol>
                <a:gridCol w="1427560">
                  <a:extLst>
                    <a:ext uri="{9D8B030D-6E8A-4147-A177-3AD203B41FA5}">
                      <a16:colId xmlns:a16="http://schemas.microsoft.com/office/drawing/2014/main" val="20001"/>
                    </a:ext>
                  </a:extLst>
                </a:gridCol>
              </a:tblGrid>
              <a:tr h="365252">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zh-CN" altLang="en-US" sz="2000" b="1" i="0" u="none" strike="noStrike" cap="none" normalizeH="0" baseline="0" dirty="0">
                          <a:ln>
                            <a:noFill/>
                          </a:ln>
                          <a:solidFill>
                            <a:schemeClr val="tx1"/>
                          </a:solidFill>
                          <a:effectLst/>
                          <a:latin typeface="Helvetica" pitchFamily="34" charset="0"/>
                          <a:ea typeface="宋体" pitchFamily="2" charset="-122"/>
                        </a:rPr>
                        <a:t>职工姓名</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zh-CN" altLang="zh-CN" sz="2000" b="1" i="0" u="none" strike="noStrike" cap="none" normalizeH="0" baseline="0">
                          <a:ln>
                            <a:noFill/>
                          </a:ln>
                          <a:solidFill>
                            <a:schemeClr val="tx1"/>
                          </a:solidFill>
                          <a:effectLst/>
                          <a:latin typeface="Helvetica" pitchFamily="34" charset="0"/>
                          <a:ea typeface="宋体" pitchFamily="2" charset="-122"/>
                        </a:rPr>
                        <a:t>机器名</a:t>
                      </a:r>
                      <a:endParaRPr kumimoji="1" lang="en-US" altLang="zh-CN" sz="2000" b="1" i="0" u="none" strike="noStrike" cap="none" normalizeH="0" baseline="0">
                        <a:ln>
                          <a:noFill/>
                        </a:ln>
                        <a:solidFill>
                          <a:schemeClr val="tx1"/>
                        </a:solidFill>
                        <a:effectLst/>
                        <a:latin typeface="Helvetica" pitchFamily="34" charset="0"/>
                        <a:ea typeface="宋体"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887">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e1</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m1</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887">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e1</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dirty="0">
                          <a:ln>
                            <a:noFill/>
                          </a:ln>
                          <a:solidFill>
                            <a:schemeClr val="tx1"/>
                          </a:solidFill>
                          <a:effectLst/>
                          <a:latin typeface="Helvetica" pitchFamily="34" charset="0"/>
                          <a:ea typeface="宋体" pitchFamily="2" charset="-122"/>
                        </a:rPr>
                        <a:t>m2</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887">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e1</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m3</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887">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e2</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dirty="0">
                          <a:ln>
                            <a:noFill/>
                          </a:ln>
                          <a:solidFill>
                            <a:schemeClr val="tx1"/>
                          </a:solidFill>
                          <a:effectLst/>
                          <a:latin typeface="Helvetica" pitchFamily="34" charset="0"/>
                          <a:ea typeface="宋体" pitchFamily="2" charset="-122"/>
                        </a:rPr>
                        <a:t>m1</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230562" name="Group 162">
            <a:extLst>
              <a:ext uri="{FF2B5EF4-FFF2-40B4-BE49-F238E27FC236}">
                <a16:creationId xmlns:a16="http://schemas.microsoft.com/office/drawing/2014/main" id="{F4C923CF-4875-4620-8222-F740B3AEE146}"/>
              </a:ext>
            </a:extLst>
          </p:cNvPr>
          <p:cNvGraphicFramePr>
            <a:graphicFrameLocks noGrp="1"/>
          </p:cNvGraphicFramePr>
          <p:nvPr/>
        </p:nvGraphicFramePr>
        <p:xfrm>
          <a:off x="5313363" y="1016000"/>
          <a:ext cx="3484562" cy="2925766"/>
        </p:xfrm>
        <a:graphic>
          <a:graphicData uri="http://schemas.openxmlformats.org/drawingml/2006/table">
            <a:tbl>
              <a:tblPr/>
              <a:tblGrid>
                <a:gridCol w="1136650">
                  <a:extLst>
                    <a:ext uri="{9D8B030D-6E8A-4147-A177-3AD203B41FA5}">
                      <a16:colId xmlns:a16="http://schemas.microsoft.com/office/drawing/2014/main" val="20000"/>
                    </a:ext>
                  </a:extLst>
                </a:gridCol>
                <a:gridCol w="1135062">
                  <a:extLst>
                    <a:ext uri="{9D8B030D-6E8A-4147-A177-3AD203B41FA5}">
                      <a16:colId xmlns:a16="http://schemas.microsoft.com/office/drawing/2014/main" val="20001"/>
                    </a:ext>
                  </a:extLst>
                </a:gridCol>
                <a:gridCol w="1212850">
                  <a:extLst>
                    <a:ext uri="{9D8B030D-6E8A-4147-A177-3AD203B41FA5}">
                      <a16:colId xmlns:a16="http://schemas.microsoft.com/office/drawing/2014/main" val="20002"/>
                    </a:ext>
                  </a:extLst>
                </a:gridCol>
              </a:tblGrid>
              <a:tr h="364810">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zh-CN" altLang="en-US" sz="2000" b="1" i="0" u="none" strike="noStrike" cap="none" normalizeH="0" baseline="0">
                          <a:ln>
                            <a:noFill/>
                          </a:ln>
                          <a:solidFill>
                            <a:schemeClr val="tx1"/>
                          </a:solidFill>
                          <a:effectLst/>
                          <a:latin typeface="Helvetica" pitchFamily="34" charset="0"/>
                          <a:ea typeface="宋体" pitchFamily="2" charset="-122"/>
                        </a:rPr>
                        <a:t>职工姓名</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zh-CN" altLang="en-US" sz="2000" b="1" i="0" u="none" strike="noStrike" cap="none" normalizeH="0" baseline="0">
                          <a:ln>
                            <a:noFill/>
                          </a:ln>
                          <a:solidFill>
                            <a:schemeClr val="tx1"/>
                          </a:solidFill>
                          <a:effectLst/>
                          <a:latin typeface="Helvetica" pitchFamily="34" charset="0"/>
                          <a:ea typeface="宋体" pitchFamily="2" charset="-122"/>
                        </a:rPr>
                        <a:t>项目名称</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zh-CN" altLang="en-US" sz="2000" b="1" i="0" u="none" strike="noStrike" cap="none" normalizeH="0" baseline="0">
                          <a:ln>
                            <a:noFill/>
                          </a:ln>
                          <a:solidFill>
                            <a:schemeClr val="tx1"/>
                          </a:solidFill>
                          <a:effectLst/>
                          <a:latin typeface="Helvetica" pitchFamily="34" charset="0"/>
                          <a:ea typeface="宋体" pitchFamily="2" charset="-122"/>
                        </a:rPr>
                        <a:t>工时</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760">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e1</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j1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3</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760">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e1</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j2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4</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760">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e2</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j1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5</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760">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e3</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j2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4</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6396">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e4</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j2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4</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5760">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e5</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j2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6</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5760">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e6</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j2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5</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133181" name="Line 65">
            <a:extLst>
              <a:ext uri="{FF2B5EF4-FFF2-40B4-BE49-F238E27FC236}">
                <a16:creationId xmlns:a16="http://schemas.microsoft.com/office/drawing/2014/main" id="{B9BEFE19-75FB-483E-AFBF-6AA61FDC8D95}"/>
              </a:ext>
            </a:extLst>
          </p:cNvPr>
          <p:cNvSpPr>
            <a:spLocks noChangeShapeType="1"/>
          </p:cNvSpPr>
          <p:nvPr/>
        </p:nvSpPr>
        <p:spPr bwMode="auto">
          <a:xfrm>
            <a:off x="1770063" y="2663825"/>
            <a:ext cx="3810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182" name="Line 66">
            <a:extLst>
              <a:ext uri="{FF2B5EF4-FFF2-40B4-BE49-F238E27FC236}">
                <a16:creationId xmlns:a16="http://schemas.microsoft.com/office/drawing/2014/main" id="{DB544CD7-9D2A-4E07-94FD-EBE158B361D9}"/>
              </a:ext>
            </a:extLst>
          </p:cNvPr>
          <p:cNvSpPr>
            <a:spLocks noChangeShapeType="1"/>
          </p:cNvSpPr>
          <p:nvPr/>
        </p:nvSpPr>
        <p:spPr bwMode="auto">
          <a:xfrm>
            <a:off x="3065463" y="2651125"/>
            <a:ext cx="723900" cy="12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183" name="AutoShape 67">
            <a:extLst>
              <a:ext uri="{FF2B5EF4-FFF2-40B4-BE49-F238E27FC236}">
                <a16:creationId xmlns:a16="http://schemas.microsoft.com/office/drawing/2014/main" id="{129E09BA-79B6-4A06-B7D2-5D19B720C9D6}"/>
              </a:ext>
            </a:extLst>
          </p:cNvPr>
          <p:cNvSpPr>
            <a:spLocks noChangeArrowheads="1"/>
          </p:cNvSpPr>
          <p:nvPr/>
        </p:nvSpPr>
        <p:spPr bwMode="auto">
          <a:xfrm>
            <a:off x="2151063" y="2238375"/>
            <a:ext cx="914400" cy="838200"/>
          </a:xfrm>
          <a:prstGeom prst="diamond">
            <a:avLst/>
          </a:prstGeom>
          <a:solidFill>
            <a:srgbClr val="99CCFF">
              <a:alpha val="67058"/>
            </a:srgbClr>
          </a:solidFill>
          <a:ln w="12700">
            <a:solidFill>
              <a:schemeClr val="tx1"/>
            </a:solidFill>
            <a:miter lim="800000"/>
            <a:headEnd/>
            <a:tailEnd/>
          </a:ln>
        </p:spPr>
        <p:txBody>
          <a:bodyPr wrap="none" anchor="ct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eaLnBrk="1" hangingPunct="1">
              <a:lnSpc>
                <a:spcPct val="90000"/>
              </a:lnSpc>
              <a:spcBef>
                <a:spcPct val="20000"/>
              </a:spcBef>
              <a:buClr>
                <a:srgbClr val="FF9933"/>
              </a:buClr>
              <a:buSzPct val="60000"/>
              <a:buFont typeface="Wingdings" panose="05000000000000000000" pitchFamily="2" charset="2"/>
              <a:buNone/>
            </a:pPr>
            <a:r>
              <a:rPr lang="zh-CN" altLang="en-US" sz="2000" b="1">
                <a:solidFill>
                  <a:srgbClr val="000000"/>
                </a:solidFill>
                <a:latin typeface="宋体" panose="02010600030101010101" pitchFamily="2" charset="-122"/>
                <a:ea typeface="宋体" panose="02010600030101010101" pitchFamily="2" charset="-122"/>
              </a:rPr>
              <a:t>参加</a:t>
            </a:r>
          </a:p>
        </p:txBody>
      </p:sp>
      <p:sp>
        <p:nvSpPr>
          <p:cNvPr id="133184" name="Line 78">
            <a:extLst>
              <a:ext uri="{FF2B5EF4-FFF2-40B4-BE49-F238E27FC236}">
                <a16:creationId xmlns:a16="http://schemas.microsoft.com/office/drawing/2014/main" id="{65225EBF-354D-45E9-9E98-0C9273318423}"/>
              </a:ext>
            </a:extLst>
          </p:cNvPr>
          <p:cNvSpPr>
            <a:spLocks noChangeShapeType="1"/>
          </p:cNvSpPr>
          <p:nvPr/>
        </p:nvSpPr>
        <p:spPr bwMode="auto">
          <a:xfrm>
            <a:off x="1265238" y="3000375"/>
            <a:ext cx="1336675" cy="565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185" name="Text Box 79">
            <a:extLst>
              <a:ext uri="{FF2B5EF4-FFF2-40B4-BE49-F238E27FC236}">
                <a16:creationId xmlns:a16="http://schemas.microsoft.com/office/drawing/2014/main" id="{0F2A7E6F-8BF2-4D57-B04D-FF5D188A3AC0}"/>
              </a:ext>
            </a:extLst>
          </p:cNvPr>
          <p:cNvSpPr txBox="1">
            <a:spLocks noChangeArrowheads="1"/>
          </p:cNvSpPr>
          <p:nvPr/>
        </p:nvSpPr>
        <p:spPr bwMode="auto">
          <a:xfrm>
            <a:off x="1922463" y="923925"/>
            <a:ext cx="1371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eaLnBrk="1" hangingPunct="1">
              <a:spcBef>
                <a:spcPct val="50000"/>
              </a:spcBef>
              <a:buClrTx/>
              <a:buSzTx/>
              <a:buFontTx/>
              <a:buNone/>
            </a:pPr>
            <a:r>
              <a:rPr lang="zh-CN" altLang="en-US" b="1">
                <a:solidFill>
                  <a:srgbClr val="000000"/>
                </a:solidFill>
                <a:latin typeface="华文新魏" panose="02010800040101010101" pitchFamily="2" charset="-122"/>
                <a:ea typeface="华文新魏" panose="02010800040101010101" pitchFamily="2" charset="-122"/>
              </a:rPr>
              <a:t>方案2</a:t>
            </a:r>
            <a:endParaRPr lang="zh-CN" altLang="en-US">
              <a:solidFill>
                <a:srgbClr val="000000"/>
              </a:solidFill>
              <a:latin typeface="华文新魏" panose="02010800040101010101" pitchFamily="2" charset="-122"/>
              <a:ea typeface="华文新魏" panose="02010800040101010101" pitchFamily="2" charset="-122"/>
            </a:endParaRPr>
          </a:p>
        </p:txBody>
      </p:sp>
      <p:sp>
        <p:nvSpPr>
          <p:cNvPr id="133186" name="Line 81">
            <a:extLst>
              <a:ext uri="{FF2B5EF4-FFF2-40B4-BE49-F238E27FC236}">
                <a16:creationId xmlns:a16="http://schemas.microsoft.com/office/drawing/2014/main" id="{A29CC2FB-630F-45B4-BBFD-E52308E104F8}"/>
              </a:ext>
            </a:extLst>
          </p:cNvPr>
          <p:cNvSpPr>
            <a:spLocks noChangeShapeType="1"/>
          </p:cNvSpPr>
          <p:nvPr/>
        </p:nvSpPr>
        <p:spPr bwMode="auto">
          <a:xfrm>
            <a:off x="2608263" y="2009775"/>
            <a:ext cx="0" cy="228600"/>
          </a:xfrm>
          <a:prstGeom prst="line">
            <a:avLst/>
          </a:prstGeom>
          <a:noFill/>
          <a:ln w="12700" algn="ctr">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187" name="AutoShape 82">
            <a:extLst>
              <a:ext uri="{FF2B5EF4-FFF2-40B4-BE49-F238E27FC236}">
                <a16:creationId xmlns:a16="http://schemas.microsoft.com/office/drawing/2014/main" id="{49B656D3-1B51-460D-ABC4-0C9B701B2D2F}"/>
              </a:ext>
            </a:extLst>
          </p:cNvPr>
          <p:cNvSpPr>
            <a:spLocks noChangeArrowheads="1"/>
          </p:cNvSpPr>
          <p:nvPr/>
        </p:nvSpPr>
        <p:spPr bwMode="auto">
          <a:xfrm>
            <a:off x="2144713" y="3579813"/>
            <a:ext cx="914400" cy="762000"/>
          </a:xfrm>
          <a:prstGeom prst="diamond">
            <a:avLst/>
          </a:prstGeom>
          <a:solidFill>
            <a:srgbClr val="99CCFF">
              <a:alpha val="67058"/>
            </a:srgbClr>
          </a:solidFill>
          <a:ln w="12700">
            <a:solidFill>
              <a:schemeClr val="tx1"/>
            </a:solidFill>
            <a:miter lim="800000"/>
            <a:headEnd/>
            <a:tailEnd/>
          </a:ln>
        </p:spPr>
        <p:txBody>
          <a:bodyPr wrap="none" anchor="ct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eaLnBrk="1" hangingPunct="1">
              <a:lnSpc>
                <a:spcPct val="90000"/>
              </a:lnSpc>
              <a:spcBef>
                <a:spcPct val="20000"/>
              </a:spcBef>
              <a:buClr>
                <a:srgbClr val="FF9933"/>
              </a:buClr>
              <a:buSzPct val="60000"/>
              <a:buFont typeface="Wingdings" panose="05000000000000000000" pitchFamily="2" charset="2"/>
              <a:buNone/>
            </a:pPr>
            <a:r>
              <a:rPr lang="zh-CN" altLang="en-US" sz="2000" b="1">
                <a:solidFill>
                  <a:srgbClr val="000000"/>
                </a:solidFill>
                <a:latin typeface="宋体" panose="02010600030101010101" pitchFamily="2" charset="-122"/>
                <a:ea typeface="宋体" panose="02010600030101010101" pitchFamily="2" charset="-122"/>
              </a:rPr>
              <a:t>使用</a:t>
            </a:r>
          </a:p>
        </p:txBody>
      </p:sp>
      <p:sp>
        <p:nvSpPr>
          <p:cNvPr id="133188" name="Line 86">
            <a:extLst>
              <a:ext uri="{FF2B5EF4-FFF2-40B4-BE49-F238E27FC236}">
                <a16:creationId xmlns:a16="http://schemas.microsoft.com/office/drawing/2014/main" id="{45997169-16C9-4D9A-9D17-70286F95D2F1}"/>
              </a:ext>
            </a:extLst>
          </p:cNvPr>
          <p:cNvSpPr>
            <a:spLocks noChangeShapeType="1"/>
          </p:cNvSpPr>
          <p:nvPr/>
        </p:nvSpPr>
        <p:spPr bwMode="auto">
          <a:xfrm>
            <a:off x="2608263" y="4371975"/>
            <a:ext cx="0" cy="228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0487" name="Text Box 87">
            <a:extLst>
              <a:ext uri="{FF2B5EF4-FFF2-40B4-BE49-F238E27FC236}">
                <a16:creationId xmlns:a16="http://schemas.microsoft.com/office/drawing/2014/main" id="{95AC1D4D-03DA-4D0C-871F-74CE770A3D4A}"/>
              </a:ext>
            </a:extLst>
          </p:cNvPr>
          <p:cNvSpPr txBox="1">
            <a:spLocks noChangeArrowheads="1"/>
          </p:cNvSpPr>
          <p:nvPr/>
        </p:nvSpPr>
        <p:spPr bwMode="auto">
          <a:xfrm>
            <a:off x="4760913" y="5891213"/>
            <a:ext cx="3997325"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just" eaLnBrk="1" hangingPunct="1">
              <a:lnSpc>
                <a:spcPct val="90000"/>
              </a:lnSpc>
              <a:spcBef>
                <a:spcPct val="50000"/>
              </a:spcBef>
              <a:buClr>
                <a:srgbClr val="FF9933"/>
              </a:buClr>
              <a:buSzPct val="60000"/>
              <a:buFont typeface="Wingdings" panose="05000000000000000000" pitchFamily="2" charset="2"/>
              <a:buNone/>
            </a:pPr>
            <a:r>
              <a:rPr lang="en-US" altLang="zh-CN" sz="2400" b="1">
                <a:solidFill>
                  <a:srgbClr val="0000FF"/>
                </a:solidFill>
                <a:latin typeface="Garamond" panose="02020404030301010803" pitchFamily="18" charset="0"/>
                <a:ea typeface="华文新魏" panose="02010800040101010101" pitchFamily="2" charset="-122"/>
              </a:rPr>
              <a:t>e1</a:t>
            </a:r>
            <a:r>
              <a:rPr lang="zh-CN" altLang="en-US" sz="2400" b="1">
                <a:solidFill>
                  <a:srgbClr val="0000FF"/>
                </a:solidFill>
                <a:latin typeface="Garamond" panose="02020404030301010803" pitchFamily="18" charset="0"/>
                <a:ea typeface="华文新魏" panose="02010800040101010101" pitchFamily="2" charset="-122"/>
              </a:rPr>
              <a:t>在</a:t>
            </a:r>
            <a:r>
              <a:rPr lang="en-US" altLang="zh-CN" sz="2400" b="1">
                <a:solidFill>
                  <a:srgbClr val="0000FF"/>
                </a:solidFill>
                <a:latin typeface="Garamond" panose="02020404030301010803" pitchFamily="18" charset="0"/>
                <a:ea typeface="华文新魏" panose="02010800040101010101" pitchFamily="2" charset="-122"/>
              </a:rPr>
              <a:t>j1</a:t>
            </a:r>
            <a:r>
              <a:rPr lang="zh-CN" altLang="en-US" sz="2400" b="1">
                <a:solidFill>
                  <a:srgbClr val="0000FF"/>
                </a:solidFill>
                <a:latin typeface="Garamond" panose="02020404030301010803" pitchFamily="18" charset="0"/>
                <a:ea typeface="华文新魏" panose="02010800040101010101" pitchFamily="2" charset="-122"/>
              </a:rPr>
              <a:t>项目中使用什么机器？</a:t>
            </a:r>
          </a:p>
        </p:txBody>
      </p:sp>
      <p:pic>
        <p:nvPicPr>
          <p:cNvPr id="133190" name="图片 33">
            <a:extLst>
              <a:ext uri="{FF2B5EF4-FFF2-40B4-BE49-F238E27FC236}">
                <a16:creationId xmlns:a16="http://schemas.microsoft.com/office/drawing/2014/main" id="{DAA115C9-3CCF-447B-8FA6-C39EE04AD15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31850" y="2238375"/>
            <a:ext cx="944563"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91" name="图片 34">
            <a:extLst>
              <a:ext uri="{FF2B5EF4-FFF2-40B4-BE49-F238E27FC236}">
                <a16:creationId xmlns:a16="http://schemas.microsoft.com/office/drawing/2014/main" id="{85A88FE7-6E11-470A-A7A9-E2395013F50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754438" y="2238375"/>
            <a:ext cx="94932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92" name="图片 35">
            <a:extLst>
              <a:ext uri="{FF2B5EF4-FFF2-40B4-BE49-F238E27FC236}">
                <a16:creationId xmlns:a16="http://schemas.microsoft.com/office/drawing/2014/main" id="{28097B50-5B63-456D-A3BB-6CEF242F2D4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151063" y="4600575"/>
            <a:ext cx="9556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93" name="矩形 36">
            <a:extLst>
              <a:ext uri="{FF2B5EF4-FFF2-40B4-BE49-F238E27FC236}">
                <a16:creationId xmlns:a16="http://schemas.microsoft.com/office/drawing/2014/main" id="{920BC439-BC8D-49C1-988C-1A6A97E75D8E}"/>
              </a:ext>
            </a:extLst>
          </p:cNvPr>
          <p:cNvSpPr>
            <a:spLocks noChangeArrowheads="1"/>
          </p:cNvSpPr>
          <p:nvPr/>
        </p:nvSpPr>
        <p:spPr bwMode="auto">
          <a:xfrm>
            <a:off x="2214563" y="1617663"/>
            <a:ext cx="828675" cy="361950"/>
          </a:xfrm>
          <a:prstGeom prst="rect">
            <a:avLst/>
          </a:prstGeom>
          <a:solidFill>
            <a:schemeClr val="accent1"/>
          </a:solidFill>
          <a:ln w="9525" algn="ctr">
            <a:solidFill>
              <a:schemeClr val="tx1"/>
            </a:solidFill>
            <a:round/>
            <a:headEnd/>
            <a:tailEnd/>
          </a:ln>
        </p:spPr>
        <p:txBody>
          <a:bodyPr wrap="none"/>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r>
              <a:rPr kumimoji="0" lang="zh-CN" altLang="en-US" sz="2000" b="1">
                <a:solidFill>
                  <a:srgbClr val="CC3300"/>
                </a:solidFill>
                <a:latin typeface="宋体" panose="02010600030101010101" pitchFamily="2" charset="-122"/>
                <a:ea typeface="宋体" panose="02010600030101010101" pitchFamily="2" charset="-122"/>
              </a:rPr>
              <a:t>工时</a:t>
            </a:r>
            <a:endParaRPr kumimoji="0" lang="zh-CN" altLang="en-US" sz="2000">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3058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0562"/>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304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487"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2">
            <a:extLst>
              <a:ext uri="{FF2B5EF4-FFF2-40B4-BE49-F238E27FC236}">
                <a16:creationId xmlns:a16="http://schemas.microsoft.com/office/drawing/2014/main" id="{EEC8B380-92DC-4518-858C-C98D0DF22AF4}"/>
              </a:ext>
            </a:extLst>
          </p:cNvPr>
          <p:cNvSpPr>
            <a:spLocks noGrp="1" noChangeArrowheads="1"/>
          </p:cNvSpPr>
          <p:nvPr>
            <p:ph type="title"/>
          </p:nvPr>
        </p:nvSpPr>
        <p:spPr/>
        <p:txBody>
          <a:bodyPr/>
          <a:lstStyle/>
          <a:p>
            <a:pPr eaLnBrk="1" hangingPunct="1">
              <a:defRPr/>
            </a:pPr>
            <a:r>
              <a:rPr lang="en-US" altLang="zh-CN">
                <a:ea typeface="宋体" pitchFamily="2" charset="-122"/>
              </a:rPr>
              <a:t>E-R Diagram With Aggregation</a:t>
            </a:r>
            <a:endParaRPr lang="zh-CN" altLang="en-US">
              <a:ea typeface="宋体" pitchFamily="2" charset="-122"/>
            </a:endParaRPr>
          </a:p>
        </p:txBody>
      </p:sp>
      <p:sp>
        <p:nvSpPr>
          <p:cNvPr id="134147" name="Line 7">
            <a:extLst>
              <a:ext uri="{FF2B5EF4-FFF2-40B4-BE49-F238E27FC236}">
                <a16:creationId xmlns:a16="http://schemas.microsoft.com/office/drawing/2014/main" id="{BCCFAD9A-19DD-45D0-BDF1-9906ACE0875A}"/>
              </a:ext>
            </a:extLst>
          </p:cNvPr>
          <p:cNvSpPr>
            <a:spLocks noChangeShapeType="1"/>
          </p:cNvSpPr>
          <p:nvPr/>
        </p:nvSpPr>
        <p:spPr bwMode="auto">
          <a:xfrm>
            <a:off x="1576388" y="2913063"/>
            <a:ext cx="7223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148" name="Line 8">
            <a:extLst>
              <a:ext uri="{FF2B5EF4-FFF2-40B4-BE49-F238E27FC236}">
                <a16:creationId xmlns:a16="http://schemas.microsoft.com/office/drawing/2014/main" id="{910992E0-3678-41D7-8C71-EE9CB6976E9D}"/>
              </a:ext>
            </a:extLst>
          </p:cNvPr>
          <p:cNvSpPr>
            <a:spLocks noChangeShapeType="1"/>
          </p:cNvSpPr>
          <p:nvPr/>
        </p:nvSpPr>
        <p:spPr bwMode="auto">
          <a:xfrm flipV="1">
            <a:off x="3181350" y="2870200"/>
            <a:ext cx="617538" cy="111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149" name="AutoShape 9">
            <a:extLst>
              <a:ext uri="{FF2B5EF4-FFF2-40B4-BE49-F238E27FC236}">
                <a16:creationId xmlns:a16="http://schemas.microsoft.com/office/drawing/2014/main" id="{177F8E58-7FEF-4BA7-9014-51B8B007B79A}"/>
              </a:ext>
            </a:extLst>
          </p:cNvPr>
          <p:cNvSpPr>
            <a:spLocks noChangeArrowheads="1"/>
          </p:cNvSpPr>
          <p:nvPr/>
        </p:nvSpPr>
        <p:spPr bwMode="auto">
          <a:xfrm>
            <a:off x="2262188" y="2474913"/>
            <a:ext cx="914400" cy="838200"/>
          </a:xfrm>
          <a:prstGeom prst="diamond">
            <a:avLst/>
          </a:prstGeom>
          <a:solidFill>
            <a:srgbClr val="99CCFF">
              <a:alpha val="67058"/>
            </a:srgbClr>
          </a:solidFill>
          <a:ln w="12700">
            <a:solidFill>
              <a:schemeClr val="tx1"/>
            </a:solidFill>
            <a:miter lim="800000"/>
            <a:headEnd/>
            <a:tailEnd/>
          </a:ln>
        </p:spPr>
        <p:txBody>
          <a:bodyPr wrap="none" anchor="ct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eaLnBrk="1" hangingPunct="1">
              <a:lnSpc>
                <a:spcPct val="90000"/>
              </a:lnSpc>
              <a:spcBef>
                <a:spcPct val="20000"/>
              </a:spcBef>
              <a:buClr>
                <a:srgbClr val="FF9933"/>
              </a:buClr>
              <a:buSzPct val="60000"/>
              <a:buFont typeface="Wingdings" panose="05000000000000000000" pitchFamily="2" charset="2"/>
              <a:buNone/>
            </a:pPr>
            <a:r>
              <a:rPr lang="zh-CN" altLang="en-US" sz="2000" b="1">
                <a:solidFill>
                  <a:srgbClr val="000000"/>
                </a:solidFill>
                <a:latin typeface="宋体" panose="02010600030101010101" pitchFamily="2" charset="-122"/>
                <a:ea typeface="宋体" panose="02010600030101010101" pitchFamily="2" charset="-122"/>
              </a:rPr>
              <a:t>参加</a:t>
            </a:r>
          </a:p>
        </p:txBody>
      </p:sp>
      <p:sp>
        <p:nvSpPr>
          <p:cNvPr id="134150" name="Line 21">
            <a:extLst>
              <a:ext uri="{FF2B5EF4-FFF2-40B4-BE49-F238E27FC236}">
                <a16:creationId xmlns:a16="http://schemas.microsoft.com/office/drawing/2014/main" id="{E5946064-EEB9-4DEC-A0B9-FDC09253BB9A}"/>
              </a:ext>
            </a:extLst>
          </p:cNvPr>
          <p:cNvSpPr>
            <a:spLocks noChangeShapeType="1"/>
          </p:cNvSpPr>
          <p:nvPr/>
        </p:nvSpPr>
        <p:spPr bwMode="auto">
          <a:xfrm>
            <a:off x="2719388" y="2246313"/>
            <a:ext cx="0" cy="228600"/>
          </a:xfrm>
          <a:prstGeom prst="line">
            <a:avLst/>
          </a:prstGeom>
          <a:noFill/>
          <a:ln w="12700" algn="ctr">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151" name="AutoShape 22">
            <a:extLst>
              <a:ext uri="{FF2B5EF4-FFF2-40B4-BE49-F238E27FC236}">
                <a16:creationId xmlns:a16="http://schemas.microsoft.com/office/drawing/2014/main" id="{7F3FF18D-EB6A-42A5-9B31-FC4BB16673EB}"/>
              </a:ext>
            </a:extLst>
          </p:cNvPr>
          <p:cNvSpPr>
            <a:spLocks noChangeArrowheads="1"/>
          </p:cNvSpPr>
          <p:nvPr/>
        </p:nvSpPr>
        <p:spPr bwMode="auto">
          <a:xfrm>
            <a:off x="2257425" y="4191000"/>
            <a:ext cx="914400" cy="838200"/>
          </a:xfrm>
          <a:prstGeom prst="diamond">
            <a:avLst/>
          </a:prstGeom>
          <a:solidFill>
            <a:srgbClr val="99CCFF">
              <a:alpha val="67058"/>
            </a:srgbClr>
          </a:solidFill>
          <a:ln w="12700">
            <a:solidFill>
              <a:schemeClr val="tx1"/>
            </a:solidFill>
            <a:miter lim="800000"/>
            <a:headEnd/>
            <a:tailEnd/>
          </a:ln>
        </p:spPr>
        <p:txBody>
          <a:bodyPr wrap="none" anchor="ct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eaLnBrk="1" hangingPunct="1">
              <a:lnSpc>
                <a:spcPct val="90000"/>
              </a:lnSpc>
              <a:spcBef>
                <a:spcPct val="20000"/>
              </a:spcBef>
              <a:buClr>
                <a:srgbClr val="FF9933"/>
              </a:buClr>
              <a:buSzPct val="60000"/>
              <a:buFont typeface="Wingdings" panose="05000000000000000000" pitchFamily="2" charset="2"/>
              <a:buNone/>
            </a:pPr>
            <a:r>
              <a:rPr lang="zh-CN" altLang="en-US" sz="2000" b="1">
                <a:solidFill>
                  <a:srgbClr val="000000"/>
                </a:solidFill>
                <a:latin typeface="宋体" panose="02010600030101010101" pitchFamily="2" charset="-122"/>
                <a:ea typeface="宋体" panose="02010600030101010101" pitchFamily="2" charset="-122"/>
              </a:rPr>
              <a:t>使用</a:t>
            </a:r>
          </a:p>
        </p:txBody>
      </p:sp>
      <p:sp>
        <p:nvSpPr>
          <p:cNvPr id="134152" name="Line 26">
            <a:extLst>
              <a:ext uri="{FF2B5EF4-FFF2-40B4-BE49-F238E27FC236}">
                <a16:creationId xmlns:a16="http://schemas.microsoft.com/office/drawing/2014/main" id="{4F67EB36-161A-4C84-88F8-86E54D9DBABF}"/>
              </a:ext>
            </a:extLst>
          </p:cNvPr>
          <p:cNvSpPr>
            <a:spLocks noChangeShapeType="1"/>
          </p:cNvSpPr>
          <p:nvPr/>
        </p:nvSpPr>
        <p:spPr bwMode="auto">
          <a:xfrm>
            <a:off x="2714625" y="5029200"/>
            <a:ext cx="0" cy="228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153" name="Rectangle 27">
            <a:extLst>
              <a:ext uri="{FF2B5EF4-FFF2-40B4-BE49-F238E27FC236}">
                <a16:creationId xmlns:a16="http://schemas.microsoft.com/office/drawing/2014/main" id="{8795D9B1-B878-4E4E-8016-DA9BEDFF5CB5}"/>
              </a:ext>
            </a:extLst>
          </p:cNvPr>
          <p:cNvSpPr>
            <a:spLocks noChangeArrowheads="1"/>
          </p:cNvSpPr>
          <p:nvPr/>
        </p:nvSpPr>
        <p:spPr bwMode="auto">
          <a:xfrm>
            <a:off x="169863" y="1655763"/>
            <a:ext cx="5251450" cy="21336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endParaRPr kumimoji="0" lang="zh-CN" altLang="en-US" sz="1600">
              <a:solidFill>
                <a:srgbClr val="000000"/>
              </a:solidFill>
              <a:ea typeface="宋体" panose="02010600030101010101" pitchFamily="2" charset="-122"/>
            </a:endParaRPr>
          </a:p>
        </p:txBody>
      </p:sp>
      <p:sp>
        <p:nvSpPr>
          <p:cNvPr id="134154" name="Line 28">
            <a:extLst>
              <a:ext uri="{FF2B5EF4-FFF2-40B4-BE49-F238E27FC236}">
                <a16:creationId xmlns:a16="http://schemas.microsoft.com/office/drawing/2014/main" id="{71F0B95F-7840-4B51-8BCF-CF55241DC3CB}"/>
              </a:ext>
            </a:extLst>
          </p:cNvPr>
          <p:cNvSpPr>
            <a:spLocks noChangeShapeType="1"/>
          </p:cNvSpPr>
          <p:nvPr/>
        </p:nvSpPr>
        <p:spPr bwMode="auto">
          <a:xfrm>
            <a:off x="2714625" y="3789363"/>
            <a:ext cx="0" cy="4016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31673" name="Group 249">
            <a:extLst>
              <a:ext uri="{FF2B5EF4-FFF2-40B4-BE49-F238E27FC236}">
                <a16:creationId xmlns:a16="http://schemas.microsoft.com/office/drawing/2014/main" id="{B168DB52-15A5-49B3-B0C9-C26A518B8913}"/>
              </a:ext>
            </a:extLst>
          </p:cNvPr>
          <p:cNvGraphicFramePr>
            <a:graphicFrameLocks noGrp="1"/>
          </p:cNvGraphicFramePr>
          <p:nvPr/>
        </p:nvGraphicFramePr>
        <p:xfrm>
          <a:off x="5605463" y="1050925"/>
          <a:ext cx="3503612" cy="2943228"/>
        </p:xfrm>
        <a:graphic>
          <a:graphicData uri="http://schemas.openxmlformats.org/drawingml/2006/table">
            <a:tbl>
              <a:tblPr/>
              <a:tblGrid>
                <a:gridCol w="1169987">
                  <a:extLst>
                    <a:ext uri="{9D8B030D-6E8A-4147-A177-3AD203B41FA5}">
                      <a16:colId xmlns:a16="http://schemas.microsoft.com/office/drawing/2014/main" val="20000"/>
                    </a:ext>
                  </a:extLst>
                </a:gridCol>
                <a:gridCol w="1165225">
                  <a:extLst>
                    <a:ext uri="{9D8B030D-6E8A-4147-A177-3AD203B41FA5}">
                      <a16:colId xmlns:a16="http://schemas.microsoft.com/office/drawing/2014/main" val="20001"/>
                    </a:ext>
                  </a:extLst>
                </a:gridCol>
                <a:gridCol w="1168400">
                  <a:extLst>
                    <a:ext uri="{9D8B030D-6E8A-4147-A177-3AD203B41FA5}">
                      <a16:colId xmlns:a16="http://schemas.microsoft.com/office/drawing/2014/main" val="20002"/>
                    </a:ext>
                  </a:extLst>
                </a:gridCol>
              </a:tblGrid>
              <a:tr h="364817">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zh-CN" altLang="en-US" sz="2000" b="1" i="0" u="none" strike="noStrike" cap="none" normalizeH="0" baseline="0">
                          <a:ln>
                            <a:noFill/>
                          </a:ln>
                          <a:solidFill>
                            <a:schemeClr val="tx1"/>
                          </a:solidFill>
                          <a:effectLst/>
                          <a:latin typeface="Helvetica" pitchFamily="34" charset="0"/>
                          <a:ea typeface="宋体" pitchFamily="2" charset="-122"/>
                        </a:rPr>
                        <a:t>职工姓名</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zh-CN" altLang="en-US" sz="2000" b="1" i="0" u="none" strike="noStrike" cap="none" normalizeH="0" baseline="0">
                          <a:ln>
                            <a:noFill/>
                          </a:ln>
                          <a:solidFill>
                            <a:schemeClr val="tx1"/>
                          </a:solidFill>
                          <a:effectLst/>
                          <a:latin typeface="Helvetica" pitchFamily="34" charset="0"/>
                          <a:ea typeface="宋体" pitchFamily="2" charset="-122"/>
                        </a:rPr>
                        <a:t>项目名称</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zh-CN" altLang="en-US" sz="2000" b="1" i="0" u="none" strike="noStrike" cap="none" normalizeH="0" baseline="0">
                          <a:ln>
                            <a:noFill/>
                          </a:ln>
                          <a:solidFill>
                            <a:schemeClr val="tx1"/>
                          </a:solidFill>
                          <a:effectLst/>
                          <a:latin typeface="Helvetica" pitchFamily="34" charset="0"/>
                          <a:ea typeface="宋体" pitchFamily="2" charset="-122"/>
                        </a:rPr>
                        <a:t>工时</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760">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e1</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j1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3</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760">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e1</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j2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4</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760">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e2</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j1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5</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760">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e3</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j2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4</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5760">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e4</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j2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4</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3851">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e5</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j2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6</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5760">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e6</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j2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5</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graphicFrame>
        <p:nvGraphicFramePr>
          <p:cNvPr id="231671" name="Group 247">
            <a:extLst>
              <a:ext uri="{FF2B5EF4-FFF2-40B4-BE49-F238E27FC236}">
                <a16:creationId xmlns:a16="http://schemas.microsoft.com/office/drawing/2014/main" id="{0108B08A-006E-4D1B-849A-129AE6EA9D44}"/>
              </a:ext>
            </a:extLst>
          </p:cNvPr>
          <p:cNvGraphicFramePr>
            <a:graphicFrameLocks noGrp="1"/>
          </p:cNvGraphicFramePr>
          <p:nvPr/>
        </p:nvGraphicFramePr>
        <p:xfrm>
          <a:off x="5608638" y="4154488"/>
          <a:ext cx="3492500" cy="1828800"/>
        </p:xfrm>
        <a:graphic>
          <a:graphicData uri="http://schemas.openxmlformats.org/drawingml/2006/table">
            <a:tbl>
              <a:tblPr/>
              <a:tblGrid>
                <a:gridCol w="1165893">
                  <a:extLst>
                    <a:ext uri="{9D8B030D-6E8A-4147-A177-3AD203B41FA5}">
                      <a16:colId xmlns:a16="http://schemas.microsoft.com/office/drawing/2014/main" val="20000"/>
                    </a:ext>
                  </a:extLst>
                </a:gridCol>
                <a:gridCol w="1162440">
                  <a:extLst>
                    <a:ext uri="{9D8B030D-6E8A-4147-A177-3AD203B41FA5}">
                      <a16:colId xmlns:a16="http://schemas.microsoft.com/office/drawing/2014/main" val="20001"/>
                    </a:ext>
                  </a:extLst>
                </a:gridCol>
                <a:gridCol w="1164167">
                  <a:extLst>
                    <a:ext uri="{9D8B030D-6E8A-4147-A177-3AD203B41FA5}">
                      <a16:colId xmlns:a16="http://schemas.microsoft.com/office/drawing/2014/main" val="20002"/>
                    </a:ext>
                  </a:extLst>
                </a:gridCol>
              </a:tblGrid>
              <a:tr h="365252">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zh-CN" altLang="en-US" sz="2000" b="1" i="0" u="none" strike="noStrike" cap="none" normalizeH="0" baseline="0">
                          <a:ln>
                            <a:noFill/>
                          </a:ln>
                          <a:solidFill>
                            <a:schemeClr val="tx1"/>
                          </a:solidFill>
                          <a:effectLst/>
                          <a:latin typeface="Helvetica" pitchFamily="34" charset="0"/>
                          <a:ea typeface="宋体" pitchFamily="2" charset="-122"/>
                        </a:rPr>
                        <a:t>职工姓名</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zh-CN" altLang="en-US" sz="2000" b="1" i="0" u="none" strike="noStrike" cap="none" normalizeH="0" baseline="0">
                          <a:ln>
                            <a:noFill/>
                          </a:ln>
                          <a:solidFill>
                            <a:schemeClr val="tx1"/>
                          </a:solidFill>
                          <a:effectLst/>
                          <a:latin typeface="Helvetica" pitchFamily="34" charset="0"/>
                          <a:ea typeface="宋体" pitchFamily="2" charset="-122"/>
                        </a:rPr>
                        <a:t>项目名称</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zh-CN" altLang="en-US" sz="2000" b="1" i="0" u="none" strike="noStrike" cap="none" normalizeH="0" baseline="0">
                          <a:ln>
                            <a:noFill/>
                          </a:ln>
                          <a:solidFill>
                            <a:schemeClr val="tx1"/>
                          </a:solidFill>
                          <a:effectLst/>
                          <a:latin typeface="Helvetica" pitchFamily="34" charset="0"/>
                          <a:ea typeface="宋体" pitchFamily="2" charset="-122"/>
                        </a:rPr>
                        <a:t>机器名</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887">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e1</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j1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m1</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887">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e1</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j1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m2</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887">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e1</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j2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m3</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887">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e2</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j1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pPr>
                      <a:r>
                        <a:rPr kumimoji="1" lang="en-US" altLang="zh-CN" sz="2400" b="0" i="0" u="none" strike="noStrike" cap="none" normalizeH="0" baseline="0">
                          <a:ln>
                            <a:noFill/>
                          </a:ln>
                          <a:solidFill>
                            <a:schemeClr val="tx1"/>
                          </a:solidFill>
                          <a:effectLst/>
                          <a:latin typeface="Helvetica" pitchFamily="34" charset="0"/>
                          <a:ea typeface="宋体" pitchFamily="2" charset="-122"/>
                        </a:rPr>
                        <a:t>m1</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34219" name="Rectangle 239">
            <a:extLst>
              <a:ext uri="{FF2B5EF4-FFF2-40B4-BE49-F238E27FC236}">
                <a16:creationId xmlns:a16="http://schemas.microsoft.com/office/drawing/2014/main" id="{12C70A17-29D8-456B-85E1-F168DD907695}"/>
              </a:ext>
            </a:extLst>
          </p:cNvPr>
          <p:cNvSpPr>
            <a:spLocks noChangeArrowheads="1"/>
          </p:cNvSpPr>
          <p:nvPr/>
        </p:nvSpPr>
        <p:spPr bwMode="auto">
          <a:xfrm>
            <a:off x="2200275" y="952500"/>
            <a:ext cx="1098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eaLnBrk="1" hangingPunct="1">
              <a:spcBef>
                <a:spcPct val="50000"/>
              </a:spcBef>
              <a:buClrTx/>
              <a:buSzTx/>
              <a:buFontTx/>
              <a:buNone/>
            </a:pPr>
            <a:r>
              <a:rPr lang="zh-CN" altLang="en-US" b="1">
                <a:solidFill>
                  <a:srgbClr val="000000"/>
                </a:solidFill>
                <a:latin typeface="华文新魏" panose="02010800040101010101" pitchFamily="2" charset="-122"/>
                <a:ea typeface="华文新魏" panose="02010800040101010101" pitchFamily="2" charset="-122"/>
              </a:rPr>
              <a:t>方案</a:t>
            </a:r>
            <a:r>
              <a:rPr lang="en-US" altLang="zh-CN" b="1">
                <a:solidFill>
                  <a:srgbClr val="000000"/>
                </a:solidFill>
                <a:latin typeface="华文新魏" panose="02010800040101010101" pitchFamily="2" charset="-122"/>
                <a:ea typeface="华文新魏" panose="02010800040101010101" pitchFamily="2" charset="-122"/>
              </a:rPr>
              <a:t>3</a:t>
            </a:r>
          </a:p>
        </p:txBody>
      </p:sp>
      <p:sp>
        <p:nvSpPr>
          <p:cNvPr id="134220" name="矩形 32">
            <a:extLst>
              <a:ext uri="{FF2B5EF4-FFF2-40B4-BE49-F238E27FC236}">
                <a16:creationId xmlns:a16="http://schemas.microsoft.com/office/drawing/2014/main" id="{713AEF59-DD70-4D93-8A76-EDCB8C8B238E}"/>
              </a:ext>
            </a:extLst>
          </p:cNvPr>
          <p:cNvSpPr>
            <a:spLocks noChangeArrowheads="1"/>
          </p:cNvSpPr>
          <p:nvPr/>
        </p:nvSpPr>
        <p:spPr bwMode="auto">
          <a:xfrm>
            <a:off x="2298700" y="1868488"/>
            <a:ext cx="828675" cy="363537"/>
          </a:xfrm>
          <a:prstGeom prst="rect">
            <a:avLst/>
          </a:prstGeom>
          <a:solidFill>
            <a:schemeClr val="accent1"/>
          </a:solidFill>
          <a:ln w="9525" algn="ctr">
            <a:solidFill>
              <a:schemeClr val="tx1"/>
            </a:solidFill>
            <a:round/>
            <a:headEnd/>
            <a:tailEnd/>
          </a:ln>
        </p:spPr>
        <p:txBody>
          <a:bodyPr wrap="none"/>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r>
              <a:rPr kumimoji="0" lang="zh-CN" altLang="en-US" sz="2000" b="1">
                <a:solidFill>
                  <a:srgbClr val="CC3300"/>
                </a:solidFill>
                <a:latin typeface="宋体" panose="02010600030101010101" pitchFamily="2" charset="-122"/>
                <a:ea typeface="宋体" panose="02010600030101010101" pitchFamily="2" charset="-122"/>
              </a:rPr>
              <a:t>工时</a:t>
            </a:r>
            <a:endParaRPr kumimoji="0" lang="zh-CN" altLang="en-US" sz="2000">
              <a:latin typeface="宋体" panose="02010600030101010101" pitchFamily="2" charset="-122"/>
              <a:ea typeface="宋体" panose="02010600030101010101" pitchFamily="2" charset="-122"/>
            </a:endParaRPr>
          </a:p>
        </p:txBody>
      </p:sp>
      <p:pic>
        <p:nvPicPr>
          <p:cNvPr id="134221" name="图片 33">
            <a:extLst>
              <a:ext uri="{FF2B5EF4-FFF2-40B4-BE49-F238E27FC236}">
                <a16:creationId xmlns:a16="http://schemas.microsoft.com/office/drawing/2014/main" id="{4D5DD3C4-513E-4661-9F2A-4E5BB6420AD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00275" y="5257800"/>
            <a:ext cx="9556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4222" name="图片 34">
            <a:extLst>
              <a:ext uri="{FF2B5EF4-FFF2-40B4-BE49-F238E27FC236}">
                <a16:creationId xmlns:a16="http://schemas.microsoft.com/office/drawing/2014/main" id="{006B56B4-FE94-4575-B651-3ECF956A02A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54050" y="2328863"/>
            <a:ext cx="94615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4223" name="图片 35">
            <a:extLst>
              <a:ext uri="{FF2B5EF4-FFF2-40B4-BE49-F238E27FC236}">
                <a16:creationId xmlns:a16="http://schemas.microsoft.com/office/drawing/2014/main" id="{039ED7F8-4423-466D-AC29-791891E3569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798888" y="2328863"/>
            <a:ext cx="950912"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3167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16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907A28DD-005A-4C00-8058-772784B0A664}"/>
              </a:ext>
            </a:extLst>
          </p:cNvPr>
          <p:cNvSpPr>
            <a:spLocks noGrp="1" noChangeArrowheads="1"/>
          </p:cNvSpPr>
          <p:nvPr>
            <p:ph type="title"/>
          </p:nvPr>
        </p:nvSpPr>
        <p:spPr/>
        <p:txBody>
          <a:bodyPr/>
          <a:lstStyle/>
          <a:p>
            <a:pPr eaLnBrk="1" hangingPunct="1">
              <a:defRPr/>
            </a:pPr>
            <a:r>
              <a:rPr lang="en-US" altLang="zh-CN">
                <a:ea typeface="宋体" pitchFamily="2" charset="-122"/>
              </a:rPr>
              <a:t>E-R Design Decisions</a:t>
            </a:r>
          </a:p>
        </p:txBody>
      </p:sp>
      <p:sp>
        <p:nvSpPr>
          <p:cNvPr id="135171" name="Rectangle 6">
            <a:extLst>
              <a:ext uri="{FF2B5EF4-FFF2-40B4-BE49-F238E27FC236}">
                <a16:creationId xmlns:a16="http://schemas.microsoft.com/office/drawing/2014/main" id="{B02D3918-1C69-4A08-B9F5-3C56C31B1A00}"/>
              </a:ext>
            </a:extLst>
          </p:cNvPr>
          <p:cNvSpPr>
            <a:spLocks noGrp="1" noChangeArrowheads="1"/>
          </p:cNvSpPr>
          <p:nvPr>
            <p:ph idx="1"/>
          </p:nvPr>
        </p:nvSpPr>
        <p:spPr/>
        <p:txBody>
          <a:bodyPr/>
          <a:lstStyle/>
          <a:p>
            <a:pPr eaLnBrk="1" hangingPunct="1"/>
            <a:r>
              <a:rPr lang="en-US" altLang="zh-CN" sz="2400" dirty="0">
                <a:ea typeface="宋体" panose="02010600030101010101" pitchFamily="2" charset="-122"/>
              </a:rPr>
              <a:t>The use of an </a:t>
            </a:r>
            <a:r>
              <a:rPr lang="en-US" altLang="zh-CN" sz="2400" u="sng" dirty="0">
                <a:ea typeface="宋体" panose="02010600030101010101" pitchFamily="2" charset="-122"/>
              </a:rPr>
              <a:t>attribute</a:t>
            </a:r>
            <a:r>
              <a:rPr lang="en-US" altLang="zh-CN" sz="2400" dirty="0">
                <a:ea typeface="宋体" panose="02010600030101010101" pitchFamily="2" charset="-122"/>
              </a:rPr>
              <a:t> or </a:t>
            </a:r>
            <a:r>
              <a:rPr lang="en-US" altLang="zh-CN" sz="2400" u="sng" dirty="0">
                <a:ea typeface="宋体" panose="02010600030101010101" pitchFamily="2" charset="-122"/>
              </a:rPr>
              <a:t>entity set</a:t>
            </a:r>
            <a:r>
              <a:rPr lang="en-US" altLang="zh-CN" sz="2400" dirty="0">
                <a:ea typeface="宋体" panose="02010600030101010101" pitchFamily="2" charset="-122"/>
              </a:rPr>
              <a:t> to represent an object.</a:t>
            </a:r>
          </a:p>
          <a:p>
            <a:pPr eaLnBrk="1" hangingPunct="1"/>
            <a:r>
              <a:rPr lang="en-US" altLang="zh-CN" sz="2400" dirty="0">
                <a:ea typeface="宋体" panose="02010600030101010101" pitchFamily="2" charset="-122"/>
              </a:rPr>
              <a:t>Whether a real-world concept is best expressed by an </a:t>
            </a:r>
            <a:r>
              <a:rPr lang="en-US" altLang="zh-CN" sz="2400" u="sng" dirty="0">
                <a:ea typeface="宋体" panose="02010600030101010101" pitchFamily="2" charset="-122"/>
              </a:rPr>
              <a:t>entity set</a:t>
            </a:r>
            <a:r>
              <a:rPr lang="en-US" altLang="zh-CN" sz="2400" dirty="0">
                <a:ea typeface="宋体" panose="02010600030101010101" pitchFamily="2" charset="-122"/>
              </a:rPr>
              <a:t> or a </a:t>
            </a:r>
            <a:r>
              <a:rPr lang="en-US" altLang="zh-CN" sz="2400" u="sng" dirty="0">
                <a:ea typeface="宋体" panose="02010600030101010101" pitchFamily="2" charset="-122"/>
              </a:rPr>
              <a:t>relationship set</a:t>
            </a:r>
            <a:r>
              <a:rPr lang="en-US" altLang="zh-CN" sz="2400" dirty="0">
                <a:ea typeface="宋体" panose="02010600030101010101" pitchFamily="2" charset="-122"/>
              </a:rPr>
              <a:t>.</a:t>
            </a:r>
          </a:p>
          <a:p>
            <a:pPr eaLnBrk="1" hangingPunct="1"/>
            <a:r>
              <a:rPr lang="en-US" altLang="zh-CN" sz="2400" dirty="0">
                <a:ea typeface="宋体" panose="02010600030101010101" pitchFamily="2" charset="-122"/>
              </a:rPr>
              <a:t>The use of a </a:t>
            </a:r>
            <a:r>
              <a:rPr lang="en-US" altLang="zh-CN" sz="2400" u="sng" dirty="0">
                <a:ea typeface="宋体" panose="02010600030101010101" pitchFamily="2" charset="-122"/>
              </a:rPr>
              <a:t>ternary relationship</a:t>
            </a:r>
            <a:r>
              <a:rPr lang="en-US" altLang="zh-CN" sz="2400" dirty="0">
                <a:ea typeface="宋体" panose="02010600030101010101" pitchFamily="2" charset="-122"/>
              </a:rPr>
              <a:t> versus a pair of </a:t>
            </a:r>
            <a:r>
              <a:rPr lang="en-US" altLang="zh-CN" sz="2400" u="sng" dirty="0">
                <a:ea typeface="宋体" panose="02010600030101010101" pitchFamily="2" charset="-122"/>
              </a:rPr>
              <a:t>binary relationships</a:t>
            </a:r>
            <a:r>
              <a:rPr lang="en-US" altLang="zh-CN" sz="2400" dirty="0">
                <a:ea typeface="宋体" panose="02010600030101010101" pitchFamily="2" charset="-122"/>
              </a:rPr>
              <a:t>.</a:t>
            </a:r>
          </a:p>
          <a:p>
            <a:pPr eaLnBrk="1" hangingPunct="1"/>
            <a:r>
              <a:rPr lang="en-US" altLang="zh-CN" sz="2400" dirty="0">
                <a:ea typeface="宋体" panose="02010600030101010101" pitchFamily="2" charset="-122"/>
              </a:rPr>
              <a:t>The use of a </a:t>
            </a:r>
            <a:r>
              <a:rPr lang="en-US" altLang="zh-CN" sz="2400" u="sng" dirty="0">
                <a:ea typeface="宋体" panose="02010600030101010101" pitchFamily="2" charset="-122"/>
              </a:rPr>
              <a:t>strong</a:t>
            </a:r>
            <a:r>
              <a:rPr lang="en-US" altLang="zh-CN" sz="2400" dirty="0">
                <a:ea typeface="宋体" panose="02010600030101010101" pitchFamily="2" charset="-122"/>
              </a:rPr>
              <a:t> or </a:t>
            </a:r>
            <a:r>
              <a:rPr lang="en-US" altLang="zh-CN" sz="2400" u="sng" dirty="0">
                <a:ea typeface="宋体" panose="02010600030101010101" pitchFamily="2" charset="-122"/>
              </a:rPr>
              <a:t>weak</a:t>
            </a:r>
            <a:r>
              <a:rPr lang="en-US" altLang="zh-CN" sz="2400" dirty="0">
                <a:ea typeface="宋体" panose="02010600030101010101" pitchFamily="2" charset="-122"/>
              </a:rPr>
              <a:t> entity set.</a:t>
            </a:r>
          </a:p>
          <a:p>
            <a:pPr eaLnBrk="1" hangingPunct="1"/>
            <a:r>
              <a:rPr lang="en-US" altLang="zh-CN" sz="2400" dirty="0">
                <a:ea typeface="宋体" panose="02010600030101010101" pitchFamily="2" charset="-122"/>
              </a:rPr>
              <a:t>The use of </a:t>
            </a:r>
            <a:r>
              <a:rPr lang="en-US" altLang="zh-CN" sz="2400" u="sng" dirty="0">
                <a:ea typeface="宋体" panose="02010600030101010101" pitchFamily="2" charset="-122"/>
              </a:rPr>
              <a:t>specialization</a:t>
            </a:r>
            <a:r>
              <a:rPr lang="en-US" altLang="zh-CN" sz="2400" dirty="0">
                <a:ea typeface="宋体" panose="02010600030101010101" pitchFamily="2" charset="-122"/>
              </a:rPr>
              <a:t>/</a:t>
            </a:r>
            <a:r>
              <a:rPr lang="en-US" altLang="zh-CN" sz="2400" u="sng" dirty="0">
                <a:ea typeface="宋体" panose="02010600030101010101" pitchFamily="2" charset="-122"/>
              </a:rPr>
              <a:t>generalization</a:t>
            </a:r>
            <a:r>
              <a:rPr lang="en-US" altLang="zh-CN" sz="2400" dirty="0">
                <a:ea typeface="宋体" panose="02010600030101010101" pitchFamily="2" charset="-122"/>
              </a:rPr>
              <a:t> – contributes to modularity in the design.</a:t>
            </a:r>
          </a:p>
          <a:p>
            <a:pPr eaLnBrk="1" hangingPunct="1"/>
            <a:r>
              <a:rPr lang="en-US" altLang="zh-CN" sz="2400" dirty="0">
                <a:ea typeface="宋体" panose="02010600030101010101" pitchFamily="2" charset="-122"/>
              </a:rPr>
              <a:t>The use of aggregation – can treat the aggregate entity set as a single unit without concern for the details of its internal structure.</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4034" name="Rectangle 2">
            <a:extLst>
              <a:ext uri="{FF2B5EF4-FFF2-40B4-BE49-F238E27FC236}">
                <a16:creationId xmlns:a16="http://schemas.microsoft.com/office/drawing/2014/main" id="{382BD130-75A8-4AC9-8851-665FA2FD6BB1}"/>
              </a:ext>
            </a:extLst>
          </p:cNvPr>
          <p:cNvSpPr>
            <a:spLocks noGrp="1" noChangeArrowheads="1"/>
          </p:cNvSpPr>
          <p:nvPr>
            <p:ph type="title"/>
          </p:nvPr>
        </p:nvSpPr>
        <p:spPr>
          <a:xfrm>
            <a:off x="469900" y="155575"/>
            <a:ext cx="8867775" cy="477838"/>
          </a:xfrm>
        </p:spPr>
        <p:txBody>
          <a:bodyPr/>
          <a:lstStyle/>
          <a:p>
            <a:pPr eaLnBrk="1" hangingPunct="1">
              <a:defRPr/>
            </a:pPr>
            <a:r>
              <a:rPr lang="en-US" altLang="zh-CN">
                <a:effectLst>
                  <a:outerShdw blurRad="38100" dist="38100" dir="2700000" algn="tl">
                    <a:srgbClr val="C0C0C0"/>
                  </a:outerShdw>
                </a:effectLst>
              </a:rPr>
              <a:t>Summary of Symbols Used in E-R Notation</a:t>
            </a:r>
          </a:p>
        </p:txBody>
      </p:sp>
      <p:pic>
        <p:nvPicPr>
          <p:cNvPr id="138243" name="Picture 5">
            <a:extLst>
              <a:ext uri="{FF2B5EF4-FFF2-40B4-BE49-F238E27FC236}">
                <a16:creationId xmlns:a16="http://schemas.microsoft.com/office/drawing/2014/main" id="{B7886DD4-AD32-4DC7-8EA2-34AB963BD9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53856"/>
          <a:stretch>
            <a:fillRect/>
          </a:stretch>
        </p:blipFill>
        <p:spPr bwMode="auto">
          <a:xfrm>
            <a:off x="512763" y="1241425"/>
            <a:ext cx="8012112" cy="459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4690" name="Rectangle 2">
            <a:extLst>
              <a:ext uri="{FF2B5EF4-FFF2-40B4-BE49-F238E27FC236}">
                <a16:creationId xmlns:a16="http://schemas.microsoft.com/office/drawing/2014/main" id="{B2949B62-227C-4260-91E8-B8284A244C36}"/>
              </a:ext>
            </a:extLst>
          </p:cNvPr>
          <p:cNvSpPr>
            <a:spLocks noGrp="1" noChangeArrowheads="1"/>
          </p:cNvSpPr>
          <p:nvPr>
            <p:ph type="title"/>
          </p:nvPr>
        </p:nvSpPr>
        <p:spPr/>
        <p:txBody>
          <a:bodyPr/>
          <a:lstStyle/>
          <a:p>
            <a:pPr eaLnBrk="1" hangingPunct="1">
              <a:defRPr/>
            </a:pPr>
            <a:r>
              <a:rPr lang="en-US"/>
              <a:t>Symbols Used in E-R Notation (Cont.)</a:t>
            </a:r>
          </a:p>
        </p:txBody>
      </p:sp>
      <p:pic>
        <p:nvPicPr>
          <p:cNvPr id="140291" name="Picture 5">
            <a:extLst>
              <a:ext uri="{FF2B5EF4-FFF2-40B4-BE49-F238E27FC236}">
                <a16:creationId xmlns:a16="http://schemas.microsoft.com/office/drawing/2014/main" id="{C4230310-9456-4096-927A-6C0FD9B496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45372"/>
          <a:stretch>
            <a:fillRect/>
          </a:stretch>
        </p:blipFill>
        <p:spPr bwMode="auto">
          <a:xfrm>
            <a:off x="1196975" y="979488"/>
            <a:ext cx="7435850" cy="504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56386" name="Rectangle 2">
            <a:extLst>
              <a:ext uri="{FF2B5EF4-FFF2-40B4-BE49-F238E27FC236}">
                <a16:creationId xmlns:a16="http://schemas.microsoft.com/office/drawing/2014/main" id="{AF2B9940-1E30-4172-8525-AE43307F9C60}"/>
              </a:ext>
            </a:extLst>
          </p:cNvPr>
          <p:cNvSpPr>
            <a:spLocks noGrp="1" noChangeArrowheads="1"/>
          </p:cNvSpPr>
          <p:nvPr>
            <p:ph type="title"/>
          </p:nvPr>
        </p:nvSpPr>
        <p:spPr>
          <a:xfrm>
            <a:off x="895350" y="95250"/>
            <a:ext cx="8077200" cy="609600"/>
          </a:xfrm>
        </p:spPr>
        <p:txBody>
          <a:bodyPr/>
          <a:lstStyle/>
          <a:p>
            <a:pPr eaLnBrk="1" hangingPunct="1">
              <a:defRPr/>
            </a:pPr>
            <a:r>
              <a:rPr lang="en-US"/>
              <a:t>E-R Diagram for a University Enterprise</a:t>
            </a:r>
          </a:p>
        </p:txBody>
      </p:sp>
      <p:sp>
        <p:nvSpPr>
          <p:cNvPr id="142339" name="Rectangle 5">
            <a:extLst>
              <a:ext uri="{FF2B5EF4-FFF2-40B4-BE49-F238E27FC236}">
                <a16:creationId xmlns:a16="http://schemas.microsoft.com/office/drawing/2014/main" id="{B6AE9445-3D95-431E-8729-489DA5AD3441}"/>
              </a:ext>
            </a:extLst>
          </p:cNvPr>
          <p:cNvSpPr>
            <a:spLocks noChangeArrowheads="1"/>
          </p:cNvSpPr>
          <p:nvPr/>
        </p:nvSpPr>
        <p:spPr bwMode="auto">
          <a:xfrm>
            <a:off x="5095875" y="4652963"/>
            <a:ext cx="88900" cy="1000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37931725" indent="-37474525">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endParaRPr kumimoji="0" lang="zh-CN" altLang="zh-CN" sz="1600">
              <a:solidFill>
                <a:schemeClr val="accent1"/>
              </a:solidFill>
            </a:endParaRPr>
          </a:p>
        </p:txBody>
      </p:sp>
      <p:pic>
        <p:nvPicPr>
          <p:cNvPr id="142340" name="Picture 6">
            <a:extLst>
              <a:ext uri="{FF2B5EF4-FFF2-40B4-BE49-F238E27FC236}">
                <a16:creationId xmlns:a16="http://schemas.microsoft.com/office/drawing/2014/main" id="{00609AAB-82F6-41BF-AF16-327E6F5A33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8100" y="800100"/>
            <a:ext cx="6323013" cy="596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034" name="Rectangle 2">
            <a:extLst>
              <a:ext uri="{FF2B5EF4-FFF2-40B4-BE49-F238E27FC236}">
                <a16:creationId xmlns:a16="http://schemas.microsoft.com/office/drawing/2014/main" id="{CAC789CD-5416-4E65-82C8-04FCBC55316E}"/>
              </a:ext>
            </a:extLst>
          </p:cNvPr>
          <p:cNvSpPr>
            <a:spLocks noGrp="1" noChangeArrowheads="1"/>
          </p:cNvSpPr>
          <p:nvPr>
            <p:ph type="ctrTitle"/>
          </p:nvPr>
        </p:nvSpPr>
        <p:spPr/>
        <p:txBody>
          <a:bodyPr/>
          <a:lstStyle/>
          <a:p>
            <a:pPr eaLnBrk="1" hangingPunct="1">
              <a:defRPr/>
            </a:pPr>
            <a:r>
              <a:rPr lang="en-US" dirty="0"/>
              <a:t>How about doing another ER design interactively on the board?</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D40FDD-4537-4C1E-AA04-80E16F8AE026}"/>
              </a:ext>
            </a:extLst>
          </p:cNvPr>
          <p:cNvSpPr>
            <a:spLocks noGrp="1"/>
          </p:cNvSpPr>
          <p:nvPr>
            <p:ph type="title"/>
          </p:nvPr>
        </p:nvSpPr>
        <p:spPr/>
        <p:txBody>
          <a:bodyPr/>
          <a:lstStyle/>
          <a:p>
            <a:pPr>
              <a:defRPr/>
            </a:pPr>
            <a:r>
              <a:rPr lang="en-US" altLang="zh-CN">
                <a:effectLst>
                  <a:outerShdw blurRad="38100" dist="38100" dir="2700000" algn="tl">
                    <a:srgbClr val="C0C0C0"/>
                  </a:outerShdw>
                </a:effectLst>
                <a:ea typeface="宋体" panose="02010600030101010101" pitchFamily="2" charset="-122"/>
              </a:rPr>
              <a:t>Design ER Model</a:t>
            </a:r>
            <a:endParaRPr lang="zh-CN" altLang="en-US">
              <a:effectLst>
                <a:outerShdw blurRad="38100" dist="38100" dir="2700000" algn="tl">
                  <a:srgbClr val="C0C0C0"/>
                </a:outerShdw>
              </a:effectLst>
              <a:ea typeface="宋体" panose="02010600030101010101" pitchFamily="2" charset="-122"/>
            </a:endParaRPr>
          </a:p>
        </p:txBody>
      </p:sp>
      <p:sp>
        <p:nvSpPr>
          <p:cNvPr id="146435" name="内容占位符 2">
            <a:extLst>
              <a:ext uri="{FF2B5EF4-FFF2-40B4-BE49-F238E27FC236}">
                <a16:creationId xmlns:a16="http://schemas.microsoft.com/office/drawing/2014/main" id="{78F44D2B-713F-40DC-9BE0-20FCBC1CFC12}"/>
              </a:ext>
            </a:extLst>
          </p:cNvPr>
          <p:cNvSpPr>
            <a:spLocks noGrp="1" noChangeArrowheads="1"/>
          </p:cNvSpPr>
          <p:nvPr>
            <p:ph idx="1"/>
          </p:nvPr>
        </p:nvSpPr>
        <p:spPr/>
        <p:txBody>
          <a:bodyPr/>
          <a:lstStyle/>
          <a:p>
            <a:pPr>
              <a:spcBef>
                <a:spcPts val="1800"/>
              </a:spcBef>
            </a:pPr>
            <a:r>
              <a:rPr lang="zh-CN" altLang="en-US">
                <a:ea typeface="宋体" panose="02010600030101010101" pitchFamily="2" charset="-122"/>
              </a:rPr>
              <a:t>设计</a:t>
            </a:r>
            <a:r>
              <a:rPr lang="en-US" altLang="zh-CN">
                <a:ea typeface="宋体" panose="02010600030101010101" pitchFamily="2" charset="-122"/>
              </a:rPr>
              <a:t>E-R</a:t>
            </a:r>
            <a:r>
              <a:rPr lang="zh-CN" altLang="en-US">
                <a:ea typeface="宋体" panose="02010600030101010101" pitchFamily="2" charset="-122"/>
              </a:rPr>
              <a:t>图过程</a:t>
            </a:r>
            <a:r>
              <a:rPr lang="en-US" altLang="zh-CN">
                <a:ea typeface="宋体" panose="02010600030101010101" pitchFamily="2" charset="-122"/>
              </a:rPr>
              <a:t>(</a:t>
            </a:r>
            <a:r>
              <a:rPr lang="zh-CN" altLang="en-US">
                <a:ea typeface="宋体" panose="02010600030101010101" pitchFamily="2" charset="-122"/>
              </a:rPr>
              <a:t>方法一</a:t>
            </a:r>
            <a:r>
              <a:rPr lang="en-US" altLang="zh-CN">
                <a:ea typeface="宋体" panose="02010600030101010101" pitchFamily="2" charset="-122"/>
              </a:rPr>
              <a:t>)</a:t>
            </a:r>
          </a:p>
          <a:p>
            <a:pPr lvl="1">
              <a:spcBef>
                <a:spcPts val="1800"/>
              </a:spcBef>
            </a:pPr>
            <a:r>
              <a:rPr lang="zh-CN" altLang="en-US">
                <a:ea typeface="宋体" panose="02010600030101010101" pitchFamily="2" charset="-122"/>
              </a:rPr>
              <a:t>首先确定实体类型：几个实体类型及相应的实体名</a:t>
            </a:r>
          </a:p>
          <a:p>
            <a:pPr lvl="1">
              <a:spcBef>
                <a:spcPts val="1800"/>
              </a:spcBef>
            </a:pPr>
            <a:r>
              <a:rPr lang="zh-CN" altLang="en-US">
                <a:ea typeface="宋体" panose="02010600030101010101" pitchFamily="2" charset="-122"/>
              </a:rPr>
              <a:t>确定联系类型：各实体类型之间是否有联系，是何种联系类型及相应的联系名</a:t>
            </a:r>
          </a:p>
          <a:p>
            <a:pPr lvl="1">
              <a:spcBef>
                <a:spcPts val="1800"/>
              </a:spcBef>
            </a:pPr>
            <a:r>
              <a:rPr lang="zh-CN" altLang="en-US">
                <a:ea typeface="宋体" panose="02010600030101010101" pitchFamily="2" charset="-122"/>
              </a:rPr>
              <a:t>连接实体类型和联系类型，组合成</a:t>
            </a:r>
            <a:r>
              <a:rPr lang="en-US" altLang="zh-CN">
                <a:ea typeface="宋体" panose="02010600030101010101" pitchFamily="2" charset="-122"/>
              </a:rPr>
              <a:t>E-R</a:t>
            </a:r>
            <a:r>
              <a:rPr lang="zh-CN" altLang="en-US">
                <a:ea typeface="宋体" panose="02010600030101010101" pitchFamily="2" charset="-122"/>
              </a:rPr>
              <a:t>图</a:t>
            </a:r>
          </a:p>
          <a:p>
            <a:pPr lvl="1">
              <a:spcBef>
                <a:spcPts val="1800"/>
              </a:spcBef>
            </a:pPr>
            <a:r>
              <a:rPr lang="zh-CN" altLang="en-US">
                <a:ea typeface="宋体" panose="02010600030101010101" pitchFamily="2" charset="-122"/>
              </a:rPr>
              <a:t>确定实体类型和联系类型的属性</a:t>
            </a:r>
          </a:p>
          <a:p>
            <a:pPr lvl="1">
              <a:spcBef>
                <a:spcPts val="1800"/>
              </a:spcBef>
            </a:pPr>
            <a:r>
              <a:rPr lang="zh-CN" altLang="en-US">
                <a:ea typeface="宋体" panose="02010600030101010101" pitchFamily="2" charset="-122"/>
              </a:rPr>
              <a:t>确定实体类型的码 </a:t>
            </a:r>
          </a:p>
          <a:p>
            <a:pPr>
              <a:spcBef>
                <a:spcPts val="1800"/>
              </a:spcBef>
            </a:pPr>
            <a:endParaRPr lang="zh-CN" altLang="en-US">
              <a:ea typeface="宋体" panose="02010600030101010101" pitchFamily="2" charset="-122"/>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7F2517-D5D0-4841-A73B-C60FA7A628C0}"/>
              </a:ext>
            </a:extLst>
          </p:cNvPr>
          <p:cNvSpPr>
            <a:spLocks noGrp="1"/>
          </p:cNvSpPr>
          <p:nvPr>
            <p:ph type="title"/>
          </p:nvPr>
        </p:nvSpPr>
        <p:spPr/>
        <p:txBody>
          <a:bodyPr/>
          <a:lstStyle/>
          <a:p>
            <a:pPr>
              <a:defRPr/>
            </a:pPr>
            <a:r>
              <a:rPr lang="en-US" altLang="zh-CN">
                <a:effectLst>
                  <a:outerShdw blurRad="38100" dist="38100" dir="2700000" algn="tl">
                    <a:srgbClr val="C0C0C0"/>
                  </a:outerShdw>
                </a:effectLst>
                <a:ea typeface="宋体" panose="02010600030101010101" pitchFamily="2" charset="-122"/>
              </a:rPr>
              <a:t>Design ER Model</a:t>
            </a:r>
            <a:endParaRPr lang="zh-CN" altLang="en-US">
              <a:effectLst>
                <a:outerShdw blurRad="38100" dist="38100" dir="2700000" algn="tl">
                  <a:srgbClr val="C0C0C0"/>
                </a:outerShdw>
              </a:effectLst>
              <a:ea typeface="宋体" panose="02010600030101010101" pitchFamily="2" charset="-122"/>
            </a:endParaRPr>
          </a:p>
        </p:txBody>
      </p:sp>
      <p:sp>
        <p:nvSpPr>
          <p:cNvPr id="147459" name="内容占位符 2">
            <a:extLst>
              <a:ext uri="{FF2B5EF4-FFF2-40B4-BE49-F238E27FC236}">
                <a16:creationId xmlns:a16="http://schemas.microsoft.com/office/drawing/2014/main" id="{C4D3BBDB-8E44-4936-A6BF-F7E808699E4D}"/>
              </a:ext>
            </a:extLst>
          </p:cNvPr>
          <p:cNvSpPr>
            <a:spLocks noGrp="1" noChangeArrowheads="1"/>
          </p:cNvSpPr>
          <p:nvPr>
            <p:ph idx="1"/>
          </p:nvPr>
        </p:nvSpPr>
        <p:spPr>
          <a:xfrm>
            <a:off x="228600" y="1066800"/>
            <a:ext cx="8610600" cy="654050"/>
          </a:xfrm>
        </p:spPr>
        <p:txBody>
          <a:bodyPr/>
          <a:lstStyle/>
          <a:p>
            <a:r>
              <a:rPr lang="en-US" altLang="zh-CN">
                <a:ea typeface="宋体" panose="02010600030101010101" pitchFamily="2" charset="-122"/>
              </a:rPr>
              <a:t>Example</a:t>
            </a:r>
            <a:r>
              <a:rPr lang="zh-CN" altLang="en-US">
                <a:ea typeface="宋体" panose="02010600030101010101" pitchFamily="2" charset="-122"/>
              </a:rPr>
              <a:t>：学生选修课程</a:t>
            </a:r>
          </a:p>
        </p:txBody>
      </p:sp>
      <p:pic>
        <p:nvPicPr>
          <p:cNvPr id="26" name="图片 25">
            <a:extLst>
              <a:ext uri="{FF2B5EF4-FFF2-40B4-BE49-F238E27FC236}">
                <a16:creationId xmlns:a16="http://schemas.microsoft.com/office/drawing/2014/main" id="{A4E23D75-4A8B-4DCA-89DE-0D22CBC9928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948113" y="3768725"/>
            <a:ext cx="1762125" cy="1287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AutoShape 13">
            <a:extLst>
              <a:ext uri="{FF2B5EF4-FFF2-40B4-BE49-F238E27FC236}">
                <a16:creationId xmlns:a16="http://schemas.microsoft.com/office/drawing/2014/main" id="{336F9036-6E55-4603-BBBF-84C03DCBBC25}"/>
              </a:ext>
            </a:extLst>
          </p:cNvPr>
          <p:cNvSpPr>
            <a:spLocks noChangeArrowheads="1"/>
          </p:cNvSpPr>
          <p:nvPr/>
        </p:nvSpPr>
        <p:spPr bwMode="auto">
          <a:xfrm>
            <a:off x="280988" y="2108200"/>
            <a:ext cx="1295400" cy="682625"/>
          </a:xfrm>
          <a:prstGeom prst="wedgeRoundRectCallout">
            <a:avLst>
              <a:gd name="adj1" fmla="val 95384"/>
              <a:gd name="adj2" fmla="val 129463"/>
              <a:gd name="adj3" fmla="val 16667"/>
            </a:avLst>
          </a:prstGeom>
          <a:noFill/>
          <a:ln w="25400" algn="ctr">
            <a:solidFill>
              <a:srgbClr val="CC33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nchorCtr="1">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eaLnBrk="1" hangingPunct="1">
              <a:spcBef>
                <a:spcPct val="0"/>
              </a:spcBef>
              <a:buClrTx/>
              <a:buSzTx/>
              <a:buFontTx/>
              <a:buNone/>
            </a:pPr>
            <a:r>
              <a:rPr lang="zh-CN" altLang="en-US" sz="2000">
                <a:solidFill>
                  <a:srgbClr val="FF0000"/>
                </a:solidFill>
                <a:latin typeface="宋体" panose="02010600030101010101" pitchFamily="2" charset="-122"/>
                <a:ea typeface="宋体" panose="02010600030101010101" pitchFamily="2" charset="-122"/>
              </a:rPr>
              <a:t>用矩形表</a:t>
            </a:r>
          </a:p>
          <a:p>
            <a:pPr algn="ctr" eaLnBrk="1" hangingPunct="1">
              <a:spcBef>
                <a:spcPct val="0"/>
              </a:spcBef>
              <a:buClrTx/>
              <a:buSzTx/>
              <a:buFontTx/>
              <a:buNone/>
            </a:pPr>
            <a:r>
              <a:rPr lang="zh-CN" altLang="en-US" sz="2000">
                <a:solidFill>
                  <a:srgbClr val="FF0000"/>
                </a:solidFill>
                <a:latin typeface="宋体" panose="02010600030101010101" pitchFamily="2" charset="-122"/>
                <a:ea typeface="宋体" panose="02010600030101010101" pitchFamily="2" charset="-122"/>
              </a:rPr>
              <a:t>示实体</a:t>
            </a:r>
          </a:p>
        </p:txBody>
      </p:sp>
      <p:sp>
        <p:nvSpPr>
          <p:cNvPr id="28" name="AutoShape 16">
            <a:extLst>
              <a:ext uri="{FF2B5EF4-FFF2-40B4-BE49-F238E27FC236}">
                <a16:creationId xmlns:a16="http://schemas.microsoft.com/office/drawing/2014/main" id="{2050F4FA-2478-4BCA-A547-E166E8CFAD03}"/>
              </a:ext>
            </a:extLst>
          </p:cNvPr>
          <p:cNvSpPr>
            <a:spLocks noChangeArrowheads="1"/>
          </p:cNvSpPr>
          <p:nvPr/>
        </p:nvSpPr>
        <p:spPr bwMode="auto">
          <a:xfrm>
            <a:off x="4162425" y="5570538"/>
            <a:ext cx="2057400" cy="682625"/>
          </a:xfrm>
          <a:prstGeom prst="wedgeRoundRectCallout">
            <a:avLst>
              <a:gd name="adj1" fmla="val -3060"/>
              <a:gd name="adj2" fmla="val -131176"/>
              <a:gd name="adj3" fmla="val 16667"/>
            </a:avLst>
          </a:prstGeom>
          <a:noFill/>
          <a:ln w="25400" algn="ctr">
            <a:solidFill>
              <a:srgbClr val="CC33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nchorCtr="1">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eaLnBrk="1" hangingPunct="1">
              <a:spcBef>
                <a:spcPct val="0"/>
              </a:spcBef>
              <a:buClrTx/>
              <a:buSzTx/>
              <a:buFontTx/>
              <a:buNone/>
            </a:pPr>
            <a:r>
              <a:rPr lang="zh-CN" altLang="en-US" sz="2000">
                <a:solidFill>
                  <a:srgbClr val="FF0000"/>
                </a:solidFill>
                <a:latin typeface="宋体" panose="02010600030101010101" pitchFamily="2" charset="-122"/>
                <a:ea typeface="宋体" panose="02010600030101010101" pitchFamily="2" charset="-122"/>
              </a:rPr>
              <a:t>用菱形表示实体间的联系</a:t>
            </a:r>
          </a:p>
        </p:txBody>
      </p:sp>
      <p:sp>
        <p:nvSpPr>
          <p:cNvPr id="29" name="AutoShape 17">
            <a:extLst>
              <a:ext uri="{FF2B5EF4-FFF2-40B4-BE49-F238E27FC236}">
                <a16:creationId xmlns:a16="http://schemas.microsoft.com/office/drawing/2014/main" id="{7B99E81A-55A7-4F72-AFA4-DC1E044E2F9E}"/>
              </a:ext>
            </a:extLst>
          </p:cNvPr>
          <p:cNvSpPr>
            <a:spLocks noChangeArrowheads="1"/>
          </p:cNvSpPr>
          <p:nvPr/>
        </p:nvSpPr>
        <p:spPr bwMode="auto">
          <a:xfrm>
            <a:off x="6394450" y="650875"/>
            <a:ext cx="2360613" cy="682625"/>
          </a:xfrm>
          <a:prstGeom prst="wedgeRoundRectCallout">
            <a:avLst>
              <a:gd name="adj1" fmla="val -59977"/>
              <a:gd name="adj2" fmla="val 476162"/>
              <a:gd name="adj3" fmla="val 16667"/>
            </a:avLst>
          </a:prstGeom>
          <a:noFill/>
          <a:ln w="25400" algn="ctr">
            <a:solidFill>
              <a:srgbClr val="CC33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nchorCtr="1">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eaLnBrk="1" hangingPunct="1">
              <a:spcBef>
                <a:spcPct val="0"/>
              </a:spcBef>
              <a:buClrTx/>
              <a:buSzTx/>
              <a:buFontTx/>
              <a:buNone/>
            </a:pPr>
            <a:r>
              <a:rPr lang="zh-CN" altLang="en-US" sz="2000">
                <a:solidFill>
                  <a:srgbClr val="FF0000"/>
                </a:solidFill>
                <a:latin typeface="宋体" panose="02010600030101010101" pitchFamily="2" charset="-122"/>
                <a:ea typeface="宋体" panose="02010600030101010101" pitchFamily="2" charset="-122"/>
              </a:rPr>
              <a:t>实体与联系用线段连接并注明类型</a:t>
            </a:r>
          </a:p>
        </p:txBody>
      </p:sp>
      <p:grpSp>
        <p:nvGrpSpPr>
          <p:cNvPr id="30" name="Group 18">
            <a:extLst>
              <a:ext uri="{FF2B5EF4-FFF2-40B4-BE49-F238E27FC236}">
                <a16:creationId xmlns:a16="http://schemas.microsoft.com/office/drawing/2014/main" id="{EE109BE4-9C8C-48CD-94F7-E67DE7493FE3}"/>
              </a:ext>
            </a:extLst>
          </p:cNvPr>
          <p:cNvGrpSpPr>
            <a:grpSpLocks/>
          </p:cNvGrpSpPr>
          <p:nvPr/>
        </p:nvGrpSpPr>
        <p:grpSpPr bwMode="auto">
          <a:xfrm>
            <a:off x="3219450" y="3975100"/>
            <a:ext cx="3622675" cy="381000"/>
            <a:chOff x="2052" y="2857"/>
            <a:chExt cx="2282" cy="240"/>
          </a:xfrm>
        </p:grpSpPr>
        <p:sp>
          <p:nvSpPr>
            <p:cNvPr id="147471" name="Line 19">
              <a:extLst>
                <a:ext uri="{FF2B5EF4-FFF2-40B4-BE49-F238E27FC236}">
                  <a16:creationId xmlns:a16="http://schemas.microsoft.com/office/drawing/2014/main" id="{B5033842-BBB3-4DD1-A9B7-06948DA903A9}"/>
                </a:ext>
              </a:extLst>
            </p:cNvPr>
            <p:cNvSpPr>
              <a:spLocks noChangeShapeType="1"/>
            </p:cNvSpPr>
            <p:nvPr/>
          </p:nvSpPr>
          <p:spPr bwMode="auto">
            <a:xfrm flipH="1">
              <a:off x="2052" y="3097"/>
              <a:ext cx="528" cy="0"/>
            </a:xfrm>
            <a:prstGeom prst="line">
              <a:avLst/>
            </a:prstGeom>
            <a:noFill/>
            <a:ln w="12700" cap="sq">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72" name="Line 20">
              <a:extLst>
                <a:ext uri="{FF2B5EF4-FFF2-40B4-BE49-F238E27FC236}">
                  <a16:creationId xmlns:a16="http://schemas.microsoft.com/office/drawing/2014/main" id="{ADD1D1D8-756F-4980-AAA3-06C5C991FB7B}"/>
                </a:ext>
              </a:extLst>
            </p:cNvPr>
            <p:cNvSpPr>
              <a:spLocks noChangeShapeType="1"/>
            </p:cNvSpPr>
            <p:nvPr/>
          </p:nvSpPr>
          <p:spPr bwMode="auto">
            <a:xfrm flipH="1" flipV="1">
              <a:off x="3647" y="3093"/>
              <a:ext cx="687" cy="4"/>
            </a:xfrm>
            <a:prstGeom prst="line">
              <a:avLst/>
            </a:prstGeom>
            <a:noFill/>
            <a:ln w="12700" cap="sq">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73" name="Rectangle 21">
              <a:extLst>
                <a:ext uri="{FF2B5EF4-FFF2-40B4-BE49-F238E27FC236}">
                  <a16:creationId xmlns:a16="http://schemas.microsoft.com/office/drawing/2014/main" id="{ADD7E7C1-BD80-46B5-98DE-C1CB2F425AC3}"/>
                </a:ext>
              </a:extLst>
            </p:cNvPr>
            <p:cNvSpPr>
              <a:spLocks noChangeArrowheads="1"/>
            </p:cNvSpPr>
            <p:nvPr/>
          </p:nvSpPr>
          <p:spPr bwMode="auto">
            <a:xfrm>
              <a:off x="2244" y="2857"/>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eaLnBrk="1" hangingPunct="1">
                <a:spcBef>
                  <a:spcPct val="0"/>
                </a:spcBef>
                <a:buClrTx/>
                <a:buSzTx/>
                <a:buFontTx/>
                <a:buNone/>
              </a:pPr>
              <a:r>
                <a:rPr lang="en-US" altLang="zh-CN" sz="3600">
                  <a:solidFill>
                    <a:srgbClr val="FF0000"/>
                  </a:solidFill>
                  <a:latin typeface="华文新魏" panose="02010800040101010101" pitchFamily="2" charset="-122"/>
                  <a:ea typeface="华文新魏" panose="02010800040101010101" pitchFamily="2" charset="-122"/>
                </a:rPr>
                <a:t>m</a:t>
              </a:r>
            </a:p>
          </p:txBody>
        </p:sp>
        <p:sp>
          <p:nvSpPr>
            <p:cNvPr id="147474" name="Rectangle 22">
              <a:extLst>
                <a:ext uri="{FF2B5EF4-FFF2-40B4-BE49-F238E27FC236}">
                  <a16:creationId xmlns:a16="http://schemas.microsoft.com/office/drawing/2014/main" id="{F2232604-071E-4B74-9A5D-9B9AB7AEC1B2}"/>
                </a:ext>
              </a:extLst>
            </p:cNvPr>
            <p:cNvSpPr>
              <a:spLocks noChangeArrowheads="1"/>
            </p:cNvSpPr>
            <p:nvPr/>
          </p:nvSpPr>
          <p:spPr bwMode="auto">
            <a:xfrm>
              <a:off x="3876" y="2857"/>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eaLnBrk="1" hangingPunct="1">
                <a:spcBef>
                  <a:spcPct val="0"/>
                </a:spcBef>
                <a:buClrTx/>
                <a:buSzTx/>
                <a:buFontTx/>
                <a:buNone/>
              </a:pPr>
              <a:r>
                <a:rPr lang="en-US" altLang="zh-CN" sz="3600">
                  <a:solidFill>
                    <a:srgbClr val="FF0000"/>
                  </a:solidFill>
                  <a:latin typeface="华文新魏" panose="02010800040101010101" pitchFamily="2" charset="-122"/>
                  <a:ea typeface="华文新魏" panose="02010800040101010101" pitchFamily="2" charset="-122"/>
                </a:rPr>
                <a:t>n</a:t>
              </a:r>
            </a:p>
          </p:txBody>
        </p:sp>
      </p:grpSp>
      <p:pic>
        <p:nvPicPr>
          <p:cNvPr id="35" name="图片 34">
            <a:extLst>
              <a:ext uri="{FF2B5EF4-FFF2-40B4-BE49-F238E27FC236}">
                <a16:creationId xmlns:a16="http://schemas.microsoft.com/office/drawing/2014/main" id="{85F4A21C-91FF-4BC6-8C17-C5DFB8CD964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71588" y="3302000"/>
            <a:ext cx="2009775" cy="180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AutoShape 14">
            <a:extLst>
              <a:ext uri="{FF2B5EF4-FFF2-40B4-BE49-F238E27FC236}">
                <a16:creationId xmlns:a16="http://schemas.microsoft.com/office/drawing/2014/main" id="{220F072E-9D46-4738-B08A-42048B4CA9B3}"/>
              </a:ext>
            </a:extLst>
          </p:cNvPr>
          <p:cNvSpPr>
            <a:spLocks noChangeArrowheads="1"/>
          </p:cNvSpPr>
          <p:nvPr/>
        </p:nvSpPr>
        <p:spPr bwMode="auto">
          <a:xfrm>
            <a:off x="3328988" y="2109788"/>
            <a:ext cx="1978025" cy="339725"/>
          </a:xfrm>
          <a:prstGeom prst="wedgeRoundRectCallout">
            <a:avLst>
              <a:gd name="adj1" fmla="val -90907"/>
              <a:gd name="adj2" fmla="val 593699"/>
              <a:gd name="adj3" fmla="val 16667"/>
            </a:avLst>
          </a:prstGeom>
          <a:noFill/>
          <a:ln w="25400">
            <a:solidFill>
              <a:srgbClr val="CC33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nchorCtr="1">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eaLnBrk="1" hangingPunct="1">
              <a:spcBef>
                <a:spcPct val="0"/>
              </a:spcBef>
              <a:buClrTx/>
              <a:buSzTx/>
              <a:buFontTx/>
              <a:buNone/>
            </a:pPr>
            <a:r>
              <a:rPr lang="zh-CN" altLang="en-US" sz="2000">
                <a:solidFill>
                  <a:srgbClr val="FF0000"/>
                </a:solidFill>
                <a:latin typeface="宋体" panose="02010600030101010101" pitchFamily="2" charset="-122"/>
                <a:ea typeface="宋体" panose="02010600030101010101" pitchFamily="2" charset="-122"/>
              </a:rPr>
              <a:t>确定实体的属性</a:t>
            </a:r>
          </a:p>
        </p:txBody>
      </p:sp>
      <p:pic>
        <p:nvPicPr>
          <p:cNvPr id="37" name="图片 36">
            <a:extLst>
              <a:ext uri="{FF2B5EF4-FFF2-40B4-BE49-F238E27FC236}">
                <a16:creationId xmlns:a16="http://schemas.microsoft.com/office/drawing/2014/main" id="{A1B300A7-4718-44FF-97D7-2944AE6427F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715125" y="2332038"/>
            <a:ext cx="2124075" cy="294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 name="AutoShape 35">
            <a:extLst>
              <a:ext uri="{FF2B5EF4-FFF2-40B4-BE49-F238E27FC236}">
                <a16:creationId xmlns:a16="http://schemas.microsoft.com/office/drawing/2014/main" id="{341AB7F4-7E4B-4258-BB6E-64F95ABF0B42}"/>
              </a:ext>
            </a:extLst>
          </p:cNvPr>
          <p:cNvSpPr>
            <a:spLocks noChangeArrowheads="1"/>
          </p:cNvSpPr>
          <p:nvPr/>
        </p:nvSpPr>
        <p:spPr bwMode="auto">
          <a:xfrm>
            <a:off x="192088" y="5280025"/>
            <a:ext cx="1223962" cy="682625"/>
          </a:xfrm>
          <a:prstGeom prst="wedgeRoundRectCallout">
            <a:avLst>
              <a:gd name="adj1" fmla="val 57565"/>
              <a:gd name="adj2" fmla="val -196356"/>
              <a:gd name="adj3" fmla="val 16667"/>
            </a:avLst>
          </a:prstGeom>
          <a:noFill/>
          <a:ln w="25400" algn="ctr">
            <a:solidFill>
              <a:srgbClr val="CC33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nchorCtr="1">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eaLnBrk="1" hangingPunct="1">
              <a:spcBef>
                <a:spcPct val="0"/>
              </a:spcBef>
              <a:buClrTx/>
              <a:buSzTx/>
              <a:buFontTx/>
              <a:buNone/>
            </a:pPr>
            <a:r>
              <a:rPr lang="zh-CN" altLang="en-US" sz="2000">
                <a:solidFill>
                  <a:srgbClr val="FF0000"/>
                </a:solidFill>
                <a:latin typeface="Times New Roman" panose="02020603050405020304" pitchFamily="18" charset="0"/>
                <a:ea typeface="宋体" panose="02010600030101010101" pitchFamily="2" charset="-122"/>
              </a:rPr>
              <a:t>确定实体类型的码</a:t>
            </a:r>
          </a:p>
        </p:txBody>
      </p:sp>
      <p:sp>
        <p:nvSpPr>
          <p:cNvPr id="39" name="矩形 38">
            <a:extLst>
              <a:ext uri="{FF2B5EF4-FFF2-40B4-BE49-F238E27FC236}">
                <a16:creationId xmlns:a16="http://schemas.microsoft.com/office/drawing/2014/main" id="{0CB7E8DA-3DCD-4099-9EEE-231818A8BE71}"/>
              </a:ext>
            </a:extLst>
          </p:cNvPr>
          <p:cNvSpPr>
            <a:spLocks noChangeArrowheads="1"/>
          </p:cNvSpPr>
          <p:nvPr/>
        </p:nvSpPr>
        <p:spPr bwMode="auto">
          <a:xfrm>
            <a:off x="1416050" y="3911600"/>
            <a:ext cx="1649413" cy="1074738"/>
          </a:xfrm>
          <a:prstGeom prst="rect">
            <a:avLst/>
          </a:prstGeom>
          <a:solidFill>
            <a:schemeClr val="accent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endParaRPr kumimoji="0" lang="zh-CN" altLang="en-US" sz="1600"/>
          </a:p>
        </p:txBody>
      </p:sp>
      <p:sp>
        <p:nvSpPr>
          <p:cNvPr id="40" name="矩形 39">
            <a:extLst>
              <a:ext uri="{FF2B5EF4-FFF2-40B4-BE49-F238E27FC236}">
                <a16:creationId xmlns:a16="http://schemas.microsoft.com/office/drawing/2014/main" id="{76575EBE-B113-4825-A80D-D7C3BF25CA8C}"/>
              </a:ext>
            </a:extLst>
          </p:cNvPr>
          <p:cNvSpPr>
            <a:spLocks noChangeArrowheads="1"/>
          </p:cNvSpPr>
          <p:nvPr/>
        </p:nvSpPr>
        <p:spPr bwMode="auto">
          <a:xfrm>
            <a:off x="6796088" y="2935288"/>
            <a:ext cx="1898650" cy="2238375"/>
          </a:xfrm>
          <a:prstGeom prst="rect">
            <a:avLst/>
          </a:prstGeom>
          <a:solidFill>
            <a:schemeClr val="accent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endParaRPr kumimoji="0" lang="zh-CN" altLang="en-US" sz="16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wipe(up)">
                                      <p:cBhvr>
                                        <p:cTn id="11" dur="500"/>
                                        <p:tgtEl>
                                          <p:spTgt spid="2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37"/>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nodeType="clickEffect">
                                  <p:stCondLst>
                                    <p:cond delay="0"/>
                                  </p:stCondLst>
                                  <p:childTnLst>
                                    <p:set>
                                      <p:cBhvr>
                                        <p:cTn id="19" dur="1" fill="hold">
                                          <p:stCondLst>
                                            <p:cond delay="0"/>
                                          </p:stCondLst>
                                        </p:cTn>
                                        <p:tgtEl>
                                          <p:spTgt spid="26"/>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wipe(down)">
                                      <p:cBhvr>
                                        <p:cTn id="24" dur="500"/>
                                        <p:tgtEl>
                                          <p:spTgt spid="28"/>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childTnLst>
                          </p:cTn>
                        </p:par>
                        <p:par>
                          <p:cTn id="29" fill="hold" nodeType="afterGroup">
                            <p:stCondLst>
                              <p:cond delay="0"/>
                            </p:stCondLst>
                            <p:childTnLst>
                              <p:par>
                                <p:cTn id="30" presetID="22" presetClass="entr" presetSubtype="1" fill="hold" grpId="0" nodeType="after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wipe(up)">
                                      <p:cBhvr>
                                        <p:cTn id="32" dur="500"/>
                                        <p:tgtEl>
                                          <p:spTgt spid="2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wipe(up)">
                                      <p:cBhvr>
                                        <p:cTn id="37" dur="500"/>
                                        <p:tgtEl>
                                          <p:spTgt spid="36"/>
                                        </p:tgtEl>
                                      </p:cBhvr>
                                    </p:animEffect>
                                  </p:childTnLst>
                                </p:cTn>
                              </p:par>
                            </p:childTnLst>
                          </p:cTn>
                        </p:par>
                        <p:par>
                          <p:cTn id="38" fill="hold" nodeType="afterGroup">
                            <p:stCondLst>
                              <p:cond delay="500"/>
                            </p:stCondLst>
                            <p:childTnLst>
                              <p:par>
                                <p:cTn id="39" presetID="1" presetClass="exit" presetSubtype="0" fill="hold" grpId="0" nodeType="afterEffect">
                                  <p:stCondLst>
                                    <p:cond delay="0"/>
                                  </p:stCondLst>
                                  <p:childTnLst>
                                    <p:set>
                                      <p:cBhvr>
                                        <p:cTn id="40" dur="1" fill="hold">
                                          <p:stCondLst>
                                            <p:cond delay="0"/>
                                          </p:stCondLst>
                                        </p:cTn>
                                        <p:tgtEl>
                                          <p:spTgt spid="39"/>
                                        </p:tgtEl>
                                        <p:attrNameLst>
                                          <p:attrName>style.visibility</p:attrName>
                                        </p:attrNameLst>
                                      </p:cBhvr>
                                      <p:to>
                                        <p:strVal val="hidden"/>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xit" presetSubtype="0" fill="hold" grpId="0" nodeType="clickEffect">
                                  <p:stCondLst>
                                    <p:cond delay="0"/>
                                  </p:stCondLst>
                                  <p:childTnLst>
                                    <p:set>
                                      <p:cBhvr>
                                        <p:cTn id="44" dur="1" fill="hold">
                                          <p:stCondLst>
                                            <p:cond delay="0"/>
                                          </p:stCondLst>
                                        </p:cTn>
                                        <p:tgtEl>
                                          <p:spTgt spid="40"/>
                                        </p:tgtEl>
                                        <p:attrNameLst>
                                          <p:attrName>style.visibility</p:attrName>
                                        </p:attrNameLst>
                                      </p:cBhvr>
                                      <p:to>
                                        <p:strVal val="hidden"/>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4" fill="hold" grpId="0" nodeType="clickEffect">
                                  <p:stCondLst>
                                    <p:cond delay="0"/>
                                  </p:stCondLst>
                                  <p:childTnLst>
                                    <p:set>
                                      <p:cBhvr>
                                        <p:cTn id="48" dur="1" fill="hold">
                                          <p:stCondLst>
                                            <p:cond delay="0"/>
                                          </p:stCondLst>
                                        </p:cTn>
                                        <p:tgtEl>
                                          <p:spTgt spid="38"/>
                                        </p:tgtEl>
                                        <p:attrNameLst>
                                          <p:attrName>style.visibility</p:attrName>
                                        </p:attrNameLst>
                                      </p:cBhvr>
                                      <p:to>
                                        <p:strVal val="visible"/>
                                      </p:to>
                                    </p:set>
                                    <p:animEffect transition="in" filter="wipe(down)">
                                      <p:cBhvr>
                                        <p:cTn id="49"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6" grpId="0" animBg="1"/>
      <p:bldP spid="38" grpId="0" animBg="1"/>
      <p:bldP spid="39" grpId="0" animBg="1"/>
      <p:bldP spid="40"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4F5A3E-D298-48A1-B378-A686CAA5DEDA}"/>
              </a:ext>
            </a:extLst>
          </p:cNvPr>
          <p:cNvSpPr>
            <a:spLocks noGrp="1"/>
          </p:cNvSpPr>
          <p:nvPr>
            <p:ph type="title"/>
          </p:nvPr>
        </p:nvSpPr>
        <p:spPr/>
        <p:txBody>
          <a:bodyPr/>
          <a:lstStyle/>
          <a:p>
            <a:pPr>
              <a:defRPr/>
            </a:pPr>
            <a:r>
              <a:rPr lang="en-US" altLang="zh-CN">
                <a:effectLst>
                  <a:outerShdw blurRad="38100" dist="38100" dir="2700000" algn="tl">
                    <a:srgbClr val="C0C0C0"/>
                  </a:outerShdw>
                </a:effectLst>
                <a:ea typeface="宋体" panose="02010600030101010101" pitchFamily="2" charset="-122"/>
              </a:rPr>
              <a:t>Design ER Model</a:t>
            </a:r>
            <a:endParaRPr lang="zh-CN" altLang="en-US">
              <a:effectLst>
                <a:outerShdw blurRad="38100" dist="38100" dir="2700000" algn="tl">
                  <a:srgbClr val="C0C0C0"/>
                </a:outerShdw>
              </a:effectLst>
              <a:ea typeface="宋体" panose="02010600030101010101" pitchFamily="2" charset="-122"/>
            </a:endParaRPr>
          </a:p>
        </p:txBody>
      </p:sp>
      <p:sp>
        <p:nvSpPr>
          <p:cNvPr id="148483" name="内容占位符 2">
            <a:extLst>
              <a:ext uri="{FF2B5EF4-FFF2-40B4-BE49-F238E27FC236}">
                <a16:creationId xmlns:a16="http://schemas.microsoft.com/office/drawing/2014/main" id="{2C393365-E50E-4E2C-80DC-058809794FE6}"/>
              </a:ext>
            </a:extLst>
          </p:cNvPr>
          <p:cNvSpPr>
            <a:spLocks noGrp="1" noChangeArrowheads="1"/>
          </p:cNvSpPr>
          <p:nvPr>
            <p:ph idx="1"/>
          </p:nvPr>
        </p:nvSpPr>
        <p:spPr/>
        <p:txBody>
          <a:bodyPr/>
          <a:lstStyle/>
          <a:p>
            <a:pPr>
              <a:spcBef>
                <a:spcPts val="1800"/>
              </a:spcBef>
            </a:pPr>
            <a:r>
              <a:rPr lang="zh-CN" altLang="en-US">
                <a:ea typeface="宋体" panose="02010600030101010101" pitchFamily="2" charset="-122"/>
              </a:rPr>
              <a:t>设计</a:t>
            </a:r>
            <a:r>
              <a:rPr lang="en-US" altLang="zh-CN">
                <a:ea typeface="宋体" panose="02010600030101010101" pitchFamily="2" charset="-122"/>
              </a:rPr>
              <a:t>E-R</a:t>
            </a:r>
            <a:r>
              <a:rPr lang="zh-CN" altLang="en-US">
                <a:ea typeface="宋体" panose="02010600030101010101" pitchFamily="2" charset="-122"/>
              </a:rPr>
              <a:t>图过程</a:t>
            </a:r>
            <a:r>
              <a:rPr lang="en-US" altLang="zh-CN">
                <a:ea typeface="宋体" panose="02010600030101010101" pitchFamily="2" charset="-122"/>
              </a:rPr>
              <a:t>(</a:t>
            </a:r>
            <a:r>
              <a:rPr lang="zh-CN" altLang="en-US">
                <a:ea typeface="宋体" panose="02010600030101010101" pitchFamily="2" charset="-122"/>
              </a:rPr>
              <a:t>方法二</a:t>
            </a:r>
            <a:r>
              <a:rPr lang="en-US" altLang="zh-CN">
                <a:ea typeface="宋体" panose="02010600030101010101" pitchFamily="2" charset="-122"/>
              </a:rPr>
              <a:t>)</a:t>
            </a:r>
          </a:p>
          <a:p>
            <a:pPr lvl="1">
              <a:spcBef>
                <a:spcPts val="1800"/>
              </a:spcBef>
            </a:pPr>
            <a:r>
              <a:rPr lang="zh-CN" altLang="en-US">
                <a:ea typeface="宋体" panose="02010600030101010101" pitchFamily="2" charset="-122"/>
              </a:rPr>
              <a:t>首先确定实体类型：几个实体类型及相应的实体名</a:t>
            </a:r>
          </a:p>
          <a:p>
            <a:pPr lvl="1">
              <a:spcBef>
                <a:spcPts val="1800"/>
              </a:spcBef>
            </a:pPr>
            <a:r>
              <a:rPr lang="zh-CN" altLang="en-US">
                <a:ea typeface="宋体" panose="02010600030101010101" pitchFamily="2" charset="-122"/>
              </a:rPr>
              <a:t>确定实体类型的属性；</a:t>
            </a:r>
          </a:p>
          <a:p>
            <a:pPr lvl="1">
              <a:spcBef>
                <a:spcPts val="1800"/>
              </a:spcBef>
            </a:pPr>
            <a:r>
              <a:rPr lang="zh-CN" altLang="en-US">
                <a:ea typeface="宋体" panose="02010600030101010101" pitchFamily="2" charset="-122"/>
              </a:rPr>
              <a:t>确定联系类型，及其属性；</a:t>
            </a:r>
          </a:p>
          <a:p>
            <a:pPr lvl="1">
              <a:spcBef>
                <a:spcPts val="1800"/>
              </a:spcBef>
            </a:pPr>
            <a:r>
              <a:rPr lang="zh-CN" altLang="en-US">
                <a:ea typeface="宋体" panose="02010600030101010101" pitchFamily="2" charset="-122"/>
              </a:rPr>
              <a:t>把实体类型和联系类型组合成</a:t>
            </a:r>
            <a:r>
              <a:rPr lang="en-US" altLang="zh-CN">
                <a:ea typeface="宋体" panose="02010600030101010101" pitchFamily="2" charset="-122"/>
              </a:rPr>
              <a:t>E-R</a:t>
            </a:r>
            <a:r>
              <a:rPr lang="zh-CN" altLang="en-US">
                <a:ea typeface="宋体" panose="02010600030101010101" pitchFamily="2" charset="-122"/>
              </a:rPr>
              <a:t>图；</a:t>
            </a:r>
          </a:p>
          <a:p>
            <a:pPr lvl="1">
              <a:spcBef>
                <a:spcPts val="1800"/>
              </a:spcBef>
            </a:pPr>
            <a:r>
              <a:rPr lang="zh-CN" altLang="en-US">
                <a:ea typeface="宋体" panose="02010600030101010101" pitchFamily="2" charset="-122"/>
              </a:rPr>
              <a:t>加上实体和联系的属性，并确定实体类型的码。</a:t>
            </a:r>
          </a:p>
          <a:p>
            <a:pPr>
              <a:spcBef>
                <a:spcPts val="1800"/>
              </a:spcBef>
            </a:pPr>
            <a:endParaRPr lang="en-US" altLang="zh-CN">
              <a:ea typeface="宋体" panose="02010600030101010101" pitchFamily="2" charset="-122"/>
            </a:endParaRPr>
          </a:p>
          <a:p>
            <a:pPr>
              <a:spcBef>
                <a:spcPts val="1800"/>
              </a:spcBef>
            </a:pPr>
            <a:endParaRPr lang="zh-CN" altLang="en-US">
              <a:ea typeface="宋体" panose="02010600030101010101" pitchFamily="2" charset="-122"/>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E7DC4F-F596-4D2D-AB60-2C32B6AADF0E}"/>
              </a:ext>
            </a:extLst>
          </p:cNvPr>
          <p:cNvSpPr>
            <a:spLocks noGrp="1"/>
          </p:cNvSpPr>
          <p:nvPr>
            <p:ph type="title"/>
          </p:nvPr>
        </p:nvSpPr>
        <p:spPr/>
        <p:txBody>
          <a:bodyPr/>
          <a:lstStyle/>
          <a:p>
            <a:pPr>
              <a:defRPr/>
            </a:pPr>
            <a:r>
              <a:rPr lang="en-US" altLang="zh-CN">
                <a:effectLst>
                  <a:outerShdw blurRad="38100" dist="38100" dir="2700000" algn="tl">
                    <a:srgbClr val="C0C0C0"/>
                  </a:outerShdw>
                </a:effectLst>
                <a:ea typeface="宋体" panose="02010600030101010101" pitchFamily="2" charset="-122"/>
              </a:rPr>
              <a:t>Design ER Model</a:t>
            </a:r>
            <a:endParaRPr lang="zh-CN" altLang="en-US">
              <a:effectLst>
                <a:outerShdw blurRad="38100" dist="38100" dir="2700000" algn="tl">
                  <a:srgbClr val="C0C0C0"/>
                </a:outerShdw>
              </a:effectLst>
              <a:ea typeface="宋体" panose="02010600030101010101" pitchFamily="2" charset="-122"/>
            </a:endParaRPr>
          </a:p>
        </p:txBody>
      </p:sp>
      <p:sp>
        <p:nvSpPr>
          <p:cNvPr id="3" name="内容占位符 2">
            <a:extLst>
              <a:ext uri="{FF2B5EF4-FFF2-40B4-BE49-F238E27FC236}">
                <a16:creationId xmlns:a16="http://schemas.microsoft.com/office/drawing/2014/main" id="{545F1831-3737-4166-A802-2F53A790EB62}"/>
              </a:ext>
            </a:extLst>
          </p:cNvPr>
          <p:cNvSpPr>
            <a:spLocks noGrp="1"/>
          </p:cNvSpPr>
          <p:nvPr>
            <p:ph idx="1"/>
          </p:nvPr>
        </p:nvSpPr>
        <p:spPr/>
        <p:txBody>
          <a:bodyPr/>
          <a:lstStyle/>
          <a:p>
            <a:pPr>
              <a:buFont typeface="Monotype Sorts" charset="2"/>
              <a:buChar char="n"/>
              <a:defRPr/>
            </a:pPr>
            <a:r>
              <a:rPr lang="en-US" altLang="zh-CN">
                <a:ea typeface="宋体" panose="02010600030101010101" pitchFamily="2" charset="-122"/>
              </a:rPr>
              <a:t>Example</a:t>
            </a:r>
            <a:r>
              <a:rPr lang="zh-CN" altLang="en-US">
                <a:ea typeface="宋体" panose="02010600030101010101" pitchFamily="2" charset="-122"/>
              </a:rPr>
              <a:t>：构造某个工厂物资管理的</a:t>
            </a:r>
            <a:r>
              <a:rPr lang="en-US" altLang="zh-CN">
                <a:ea typeface="宋体" panose="02010600030101010101" pitchFamily="2" charset="-122"/>
              </a:rPr>
              <a:t>E-R</a:t>
            </a:r>
            <a:r>
              <a:rPr lang="zh-CN" altLang="en-US">
                <a:ea typeface="宋体" panose="02010600030101010101" pitchFamily="2" charset="-122"/>
              </a:rPr>
              <a:t>模型</a:t>
            </a:r>
            <a:endParaRPr lang="en-US" altLang="zh-CN">
              <a:ea typeface="宋体" panose="02010600030101010101" pitchFamily="2" charset="-122"/>
            </a:endParaRPr>
          </a:p>
          <a:p>
            <a:pPr lvl="1">
              <a:buFont typeface="Monotype Sorts" charset="2"/>
              <a:buChar char="l"/>
              <a:defRPr/>
            </a:pPr>
            <a:r>
              <a:rPr lang="zh-CN" altLang="en-US">
                <a:ea typeface="宋体" panose="02010600030101010101" pitchFamily="2" charset="-122"/>
              </a:rPr>
              <a:t>物资管理涉及的实体有：</a:t>
            </a:r>
          </a:p>
          <a:p>
            <a:pPr lvl="1">
              <a:buFont typeface="Monotype Sorts" charset="2"/>
              <a:buNone/>
              <a:defRPr/>
            </a:pPr>
            <a:r>
              <a:rPr lang="zh-CN" altLang="en-US" b="1">
                <a:solidFill>
                  <a:srgbClr val="3366FF"/>
                </a:solidFill>
                <a:effectLst>
                  <a:outerShdw blurRad="38100" dist="38100" dir="2700000" algn="tl">
                    <a:srgbClr val="C0C0C0"/>
                  </a:outerShdw>
                </a:effectLst>
                <a:ea typeface="宋体" panose="02010600030101010101" pitchFamily="2" charset="-122"/>
              </a:rPr>
              <a:t>仓库	零件  		供应商  	项目    	职工</a:t>
            </a:r>
          </a:p>
          <a:p>
            <a:pPr lvl="1">
              <a:buFont typeface="Monotype Sorts" charset="2"/>
              <a:buChar char="l"/>
              <a:defRPr/>
            </a:pPr>
            <a:r>
              <a:rPr lang="zh-CN" altLang="en-US">
                <a:ea typeface="宋体" panose="02010600030101010101" pitchFamily="2" charset="-122"/>
              </a:rPr>
              <a:t>确定这些实体的属性有：</a:t>
            </a:r>
            <a:endParaRPr lang="en-US" altLang="zh-CN">
              <a:ea typeface="宋体" panose="02010600030101010101" pitchFamily="2" charset="-122"/>
            </a:endParaRPr>
          </a:p>
          <a:p>
            <a:pPr lvl="2">
              <a:defRPr/>
            </a:pPr>
            <a:r>
              <a:rPr lang="zh-CN" altLang="en-US">
                <a:solidFill>
                  <a:srgbClr val="3366FF"/>
                </a:solidFill>
                <a:ea typeface="宋体" panose="02010600030101010101" pitchFamily="2" charset="-122"/>
              </a:rPr>
              <a:t>仓库    </a:t>
            </a:r>
            <a:r>
              <a:rPr lang="en-US" altLang="zh-CN">
                <a:solidFill>
                  <a:srgbClr val="3366FF"/>
                </a:solidFill>
                <a:ea typeface="宋体" panose="02010600030101010101" pitchFamily="2" charset="-122"/>
              </a:rPr>
              <a:t>——</a:t>
            </a:r>
            <a:r>
              <a:rPr lang="zh-CN" altLang="en-US">
                <a:solidFill>
                  <a:srgbClr val="3366FF"/>
                </a:solidFill>
                <a:ea typeface="宋体" panose="02010600030101010101" pitchFamily="2" charset="-122"/>
              </a:rPr>
              <a:t>	属性有仓库号、面积、电话号码。</a:t>
            </a:r>
          </a:p>
          <a:p>
            <a:pPr lvl="2">
              <a:defRPr/>
            </a:pPr>
            <a:r>
              <a:rPr lang="zh-CN" altLang="en-US">
                <a:solidFill>
                  <a:srgbClr val="3366FF"/>
                </a:solidFill>
                <a:ea typeface="宋体" panose="02010600030101010101" pitchFamily="2" charset="-122"/>
              </a:rPr>
              <a:t>零件  	</a:t>
            </a:r>
            <a:r>
              <a:rPr lang="en-US" altLang="zh-CN">
                <a:solidFill>
                  <a:srgbClr val="3366FF"/>
                </a:solidFill>
                <a:ea typeface="宋体" panose="02010600030101010101" pitchFamily="2" charset="-122"/>
              </a:rPr>
              <a:t>——	</a:t>
            </a:r>
            <a:r>
              <a:rPr lang="zh-CN" altLang="en-US">
                <a:solidFill>
                  <a:srgbClr val="3366FF"/>
                </a:solidFill>
                <a:ea typeface="宋体" panose="02010600030101010101" pitchFamily="2" charset="-122"/>
              </a:rPr>
              <a:t>属性有零件号、名称、规格、单价、描述。</a:t>
            </a:r>
          </a:p>
          <a:p>
            <a:pPr lvl="2">
              <a:defRPr/>
            </a:pPr>
            <a:r>
              <a:rPr lang="zh-CN" altLang="en-US">
                <a:solidFill>
                  <a:srgbClr val="3366FF"/>
                </a:solidFill>
                <a:ea typeface="宋体" panose="02010600030101010101" pitchFamily="2" charset="-122"/>
              </a:rPr>
              <a:t>供应商  </a:t>
            </a:r>
            <a:r>
              <a:rPr lang="en-US" altLang="zh-CN">
                <a:solidFill>
                  <a:srgbClr val="3366FF"/>
                </a:solidFill>
                <a:ea typeface="宋体" panose="02010600030101010101" pitchFamily="2" charset="-122"/>
              </a:rPr>
              <a:t>——	</a:t>
            </a:r>
            <a:r>
              <a:rPr lang="zh-CN" altLang="en-US">
                <a:solidFill>
                  <a:srgbClr val="3366FF"/>
                </a:solidFill>
                <a:ea typeface="宋体" panose="02010600030101010101" pitchFamily="2" charset="-122"/>
              </a:rPr>
              <a:t>属性有供应商号、姓名、地址、电话号码、账号。</a:t>
            </a:r>
          </a:p>
          <a:p>
            <a:pPr lvl="2">
              <a:defRPr/>
            </a:pPr>
            <a:r>
              <a:rPr lang="zh-CN" altLang="en-US">
                <a:solidFill>
                  <a:srgbClr val="3366FF"/>
                </a:solidFill>
                <a:ea typeface="宋体" panose="02010600030101010101" pitchFamily="2" charset="-122"/>
              </a:rPr>
              <a:t>项目    </a:t>
            </a:r>
            <a:r>
              <a:rPr lang="en-US" altLang="zh-CN">
                <a:solidFill>
                  <a:srgbClr val="3366FF"/>
                </a:solidFill>
                <a:ea typeface="宋体" panose="02010600030101010101" pitchFamily="2" charset="-122"/>
              </a:rPr>
              <a:t>——	</a:t>
            </a:r>
            <a:r>
              <a:rPr lang="zh-CN" altLang="en-US">
                <a:solidFill>
                  <a:srgbClr val="3366FF"/>
                </a:solidFill>
                <a:ea typeface="宋体" panose="02010600030101010101" pitchFamily="2" charset="-122"/>
              </a:rPr>
              <a:t>属性有项目号、预算、开工日期。</a:t>
            </a:r>
          </a:p>
          <a:p>
            <a:pPr lvl="2">
              <a:defRPr/>
            </a:pPr>
            <a:r>
              <a:rPr lang="zh-CN" altLang="en-US">
                <a:solidFill>
                  <a:srgbClr val="3366FF"/>
                </a:solidFill>
                <a:ea typeface="宋体" panose="02010600030101010101" pitchFamily="2" charset="-122"/>
              </a:rPr>
              <a:t>职工  	</a:t>
            </a:r>
            <a:r>
              <a:rPr lang="en-US" altLang="zh-CN">
                <a:solidFill>
                  <a:srgbClr val="3366FF"/>
                </a:solidFill>
                <a:ea typeface="宋体" panose="02010600030101010101" pitchFamily="2" charset="-122"/>
              </a:rPr>
              <a:t>——	</a:t>
            </a:r>
            <a:r>
              <a:rPr lang="zh-CN" altLang="en-US">
                <a:solidFill>
                  <a:srgbClr val="3366FF"/>
                </a:solidFill>
                <a:ea typeface="宋体" panose="02010600030101010101" pitchFamily="2" charset="-122"/>
              </a:rPr>
              <a:t>属性有职工号、姓名、年龄、职称。</a:t>
            </a:r>
          </a:p>
          <a:p>
            <a:pPr lvl="1">
              <a:buFont typeface="Monotype Sorts" charset="2"/>
              <a:buChar char="l"/>
              <a:defRPr/>
            </a:pPr>
            <a:endParaRPr lang="zh-CN" altLang="en-US">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8E9E7F-F920-4745-B728-8F9F982EE4E4}"/>
              </a:ext>
            </a:extLst>
          </p:cNvPr>
          <p:cNvSpPr>
            <a:spLocks noGrp="1"/>
          </p:cNvSpPr>
          <p:nvPr>
            <p:ph type="title"/>
          </p:nvPr>
        </p:nvSpPr>
        <p:spPr/>
        <p:txBody>
          <a:bodyPr/>
          <a:lstStyle/>
          <a:p>
            <a:pPr>
              <a:defRPr/>
            </a:pPr>
            <a:r>
              <a:rPr lang="en-US" altLang="zh-CN">
                <a:effectLst>
                  <a:outerShdw blurRad="38100" dist="38100" dir="2700000" algn="tl">
                    <a:srgbClr val="C0C0C0"/>
                  </a:outerShdw>
                </a:effectLst>
                <a:ea typeface="宋体" panose="02010600030101010101" pitchFamily="2" charset="-122"/>
              </a:rPr>
              <a:t>Design ER Model</a:t>
            </a:r>
            <a:endParaRPr lang="zh-CN" altLang="en-US">
              <a:effectLst>
                <a:outerShdw blurRad="38100" dist="38100" dir="2700000" algn="tl">
                  <a:srgbClr val="C0C0C0"/>
                </a:outerShdw>
              </a:effectLst>
              <a:ea typeface="宋体" panose="02010600030101010101" pitchFamily="2" charset="-122"/>
            </a:endParaRPr>
          </a:p>
        </p:txBody>
      </p:sp>
      <p:pic>
        <p:nvPicPr>
          <p:cNvPr id="150531" name="图片 3">
            <a:extLst>
              <a:ext uri="{FF2B5EF4-FFF2-40B4-BE49-F238E27FC236}">
                <a16:creationId xmlns:a16="http://schemas.microsoft.com/office/drawing/2014/main" id="{289C8AE0-B721-46BC-AC64-60B3771C85E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28688" y="1085850"/>
            <a:ext cx="1439862" cy="162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0532" name="图片 4">
            <a:extLst>
              <a:ext uri="{FF2B5EF4-FFF2-40B4-BE49-F238E27FC236}">
                <a16:creationId xmlns:a16="http://schemas.microsoft.com/office/drawing/2014/main" id="{4C9CD959-09AE-4D8E-A5B3-9A4034C48C4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751263" y="1085850"/>
            <a:ext cx="1439862" cy="234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0533" name="图片 5">
            <a:extLst>
              <a:ext uri="{FF2B5EF4-FFF2-40B4-BE49-F238E27FC236}">
                <a16:creationId xmlns:a16="http://schemas.microsoft.com/office/drawing/2014/main" id="{1B1BFA27-86F7-4D45-8C83-005F1F79D0D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692900" y="1085850"/>
            <a:ext cx="1439863" cy="249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0534" name="图片 6">
            <a:extLst>
              <a:ext uri="{FF2B5EF4-FFF2-40B4-BE49-F238E27FC236}">
                <a16:creationId xmlns:a16="http://schemas.microsoft.com/office/drawing/2014/main" id="{E3DD9577-C5D2-46A0-9A64-81BE6D9CEEE1}"/>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935163" y="3657600"/>
            <a:ext cx="1439862"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0535" name="图片 7">
            <a:extLst>
              <a:ext uri="{FF2B5EF4-FFF2-40B4-BE49-F238E27FC236}">
                <a16:creationId xmlns:a16="http://schemas.microsoft.com/office/drawing/2014/main" id="{99050FE1-9F35-44F8-B7A1-56F83B06BEC4}"/>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253038" y="3657600"/>
            <a:ext cx="1439862" cy="194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0536" name="文本框 8">
            <a:extLst>
              <a:ext uri="{FF2B5EF4-FFF2-40B4-BE49-F238E27FC236}">
                <a16:creationId xmlns:a16="http://schemas.microsoft.com/office/drawing/2014/main" id="{25BC658C-CE38-4DCA-AF62-593E413F658E}"/>
              </a:ext>
            </a:extLst>
          </p:cNvPr>
          <p:cNvSpPr txBox="1">
            <a:spLocks noChangeArrowheads="1"/>
          </p:cNvSpPr>
          <p:nvPr/>
        </p:nvSpPr>
        <p:spPr bwMode="auto">
          <a:xfrm>
            <a:off x="3197225" y="5759450"/>
            <a:ext cx="26797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r>
              <a:rPr kumimoji="0" lang="en-US" altLang="zh-CN" sz="2400">
                <a:latin typeface="Palatino Linotype" panose="02040502050505030304" pitchFamily="18" charset="0"/>
                <a:ea typeface="Arial Unicode MS" pitchFamily="34" charset="-122"/>
              </a:rPr>
              <a:t>a. </a:t>
            </a:r>
            <a:r>
              <a:rPr kumimoji="0" lang="zh-CN" altLang="en-US" sz="2400">
                <a:latin typeface="Palatino Linotype" panose="02040502050505030304" pitchFamily="18" charset="0"/>
                <a:ea typeface="Arial Unicode MS" pitchFamily="34" charset="-122"/>
              </a:rPr>
              <a:t>实体及其属性图</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0C634A-DCD5-42C2-B9CB-545870AE5E5A}"/>
              </a:ext>
            </a:extLst>
          </p:cNvPr>
          <p:cNvSpPr>
            <a:spLocks noGrp="1"/>
          </p:cNvSpPr>
          <p:nvPr>
            <p:ph type="title"/>
          </p:nvPr>
        </p:nvSpPr>
        <p:spPr/>
        <p:txBody>
          <a:bodyPr/>
          <a:lstStyle/>
          <a:p>
            <a:pPr>
              <a:defRPr/>
            </a:pPr>
            <a:r>
              <a:rPr lang="en-US" altLang="zh-CN">
                <a:effectLst>
                  <a:outerShdw blurRad="38100" dist="38100" dir="2700000" algn="tl">
                    <a:srgbClr val="C0C0C0"/>
                  </a:outerShdw>
                </a:effectLst>
                <a:ea typeface="宋体" panose="02010600030101010101" pitchFamily="2" charset="-122"/>
              </a:rPr>
              <a:t>Design ER Model</a:t>
            </a:r>
            <a:endParaRPr lang="zh-CN" altLang="en-US">
              <a:effectLst>
                <a:outerShdw blurRad="38100" dist="38100" dir="2700000" algn="tl">
                  <a:srgbClr val="C0C0C0"/>
                </a:outerShdw>
              </a:effectLst>
              <a:ea typeface="宋体" panose="02010600030101010101" pitchFamily="2" charset="-122"/>
            </a:endParaRPr>
          </a:p>
        </p:txBody>
      </p:sp>
      <p:sp>
        <p:nvSpPr>
          <p:cNvPr id="151555" name="内容占位符 2">
            <a:extLst>
              <a:ext uri="{FF2B5EF4-FFF2-40B4-BE49-F238E27FC236}">
                <a16:creationId xmlns:a16="http://schemas.microsoft.com/office/drawing/2014/main" id="{6CB974F6-C245-4CD0-B999-BEED9BD5BAF3}"/>
              </a:ext>
            </a:extLst>
          </p:cNvPr>
          <p:cNvSpPr>
            <a:spLocks noGrp="1" noChangeArrowheads="1"/>
          </p:cNvSpPr>
          <p:nvPr>
            <p:ph idx="1"/>
          </p:nvPr>
        </p:nvSpPr>
        <p:spPr/>
        <p:txBody>
          <a:bodyPr/>
          <a:lstStyle/>
          <a:p>
            <a:r>
              <a:rPr lang="zh-CN" altLang="en-US">
                <a:ea typeface="宋体" panose="02010600030101010101" pitchFamily="2" charset="-122"/>
              </a:rPr>
              <a:t>确定这些实体之间的联系如下： </a:t>
            </a:r>
          </a:p>
          <a:p>
            <a:pPr lvl="1"/>
            <a:r>
              <a:rPr lang="zh-CN" altLang="en-US">
                <a:ea typeface="宋体" panose="02010600030101010101" pitchFamily="2" charset="-122"/>
              </a:rPr>
              <a:t>一个仓库可以存放多种零件，一种零件可以存放在多个仓库中，因此仓库和零件具有多对多的联系。用库存量来表示某种零件在某个仓库中的数量。</a:t>
            </a:r>
          </a:p>
          <a:p>
            <a:pPr lvl="1"/>
            <a:r>
              <a:rPr lang="zh-CN" altLang="en-US">
                <a:ea typeface="宋体" panose="02010600030101010101" pitchFamily="2" charset="-122"/>
              </a:rPr>
              <a:t>一个仓库有多个职工当仓库保管员，一个职工只能在一个仓库工作，因此仓库和职工之间是一对多的联系。</a:t>
            </a:r>
          </a:p>
          <a:p>
            <a:pPr lvl="1"/>
            <a:r>
              <a:rPr lang="zh-CN" altLang="en-US">
                <a:ea typeface="宋体" panose="02010600030101010101" pitchFamily="2" charset="-122"/>
              </a:rPr>
              <a:t>职工之间具有领导</a:t>
            </a:r>
            <a:r>
              <a:rPr lang="en-US" altLang="zh-CN">
                <a:ea typeface="宋体" panose="02010600030101010101" pitchFamily="2" charset="-122"/>
              </a:rPr>
              <a:t>-</a:t>
            </a:r>
            <a:r>
              <a:rPr lang="zh-CN" altLang="en-US">
                <a:ea typeface="宋体" panose="02010600030101010101" pitchFamily="2" charset="-122"/>
              </a:rPr>
              <a:t>被领导关系。即仓库主任领导若干保管员，因此职工实体集中具有一对多的联系。</a:t>
            </a:r>
          </a:p>
          <a:p>
            <a:pPr lvl="1"/>
            <a:r>
              <a:rPr lang="zh-CN" altLang="en-US">
                <a:ea typeface="宋体" panose="02010600030101010101" pitchFamily="2" charset="-122"/>
              </a:rPr>
              <a:t>供应商、项目和零件三者之间具有多对多的联系。即一个供应商可以供给若干项目多种零件，每个项目可以使用不同供应商供应的零件，每种零件可由不同供应商供给。</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4B8263-B82E-401D-84B1-1BD11E9C9F78}"/>
              </a:ext>
            </a:extLst>
          </p:cNvPr>
          <p:cNvSpPr>
            <a:spLocks noGrp="1"/>
          </p:cNvSpPr>
          <p:nvPr>
            <p:ph type="title"/>
          </p:nvPr>
        </p:nvSpPr>
        <p:spPr/>
        <p:txBody>
          <a:bodyPr/>
          <a:lstStyle/>
          <a:p>
            <a:pPr>
              <a:defRPr/>
            </a:pPr>
            <a:r>
              <a:rPr lang="en-US" altLang="zh-CN">
                <a:effectLst>
                  <a:outerShdw blurRad="38100" dist="38100" dir="2700000" algn="tl">
                    <a:srgbClr val="C0C0C0"/>
                  </a:outerShdw>
                </a:effectLst>
                <a:ea typeface="宋体" panose="02010600030101010101" pitchFamily="2" charset="-122"/>
              </a:rPr>
              <a:t>Design ER Model</a:t>
            </a:r>
            <a:endParaRPr lang="zh-CN" altLang="en-US">
              <a:effectLst>
                <a:outerShdw blurRad="38100" dist="38100" dir="2700000" algn="tl">
                  <a:srgbClr val="C0C0C0"/>
                </a:outerShdw>
              </a:effectLst>
              <a:ea typeface="宋体" panose="02010600030101010101" pitchFamily="2" charset="-122"/>
            </a:endParaRPr>
          </a:p>
        </p:txBody>
      </p:sp>
      <p:sp>
        <p:nvSpPr>
          <p:cNvPr id="152579" name="矩形 10">
            <a:extLst>
              <a:ext uri="{FF2B5EF4-FFF2-40B4-BE49-F238E27FC236}">
                <a16:creationId xmlns:a16="http://schemas.microsoft.com/office/drawing/2014/main" id="{55049341-DC49-4E38-AE12-01971D0F235A}"/>
              </a:ext>
            </a:extLst>
          </p:cNvPr>
          <p:cNvSpPr>
            <a:spLocks noChangeArrowheads="1"/>
          </p:cNvSpPr>
          <p:nvPr/>
        </p:nvSpPr>
        <p:spPr bwMode="auto">
          <a:xfrm>
            <a:off x="1363663" y="1855788"/>
            <a:ext cx="1189037" cy="515937"/>
          </a:xfrm>
          <a:prstGeom prst="rect">
            <a:avLst/>
          </a:prstGeom>
          <a:solidFill>
            <a:schemeClr val="bg1"/>
          </a:solidFill>
          <a:ln w="28575" algn="ctr">
            <a:solidFill>
              <a:schemeClr val="tx1"/>
            </a:solidFill>
            <a:round/>
            <a:headEnd/>
            <a:tailEnd/>
          </a:ln>
        </p:spPr>
        <p:txBody>
          <a:bodyPr wrap="none"/>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r>
              <a:rPr kumimoji="0" lang="zh-CN" altLang="en-US" sz="2400">
                <a:latin typeface="宋体" panose="02010600030101010101" pitchFamily="2" charset="-122"/>
                <a:ea typeface="宋体" panose="02010600030101010101" pitchFamily="2" charset="-122"/>
              </a:rPr>
              <a:t>供应商</a:t>
            </a:r>
          </a:p>
        </p:txBody>
      </p:sp>
      <p:sp>
        <p:nvSpPr>
          <p:cNvPr id="152580" name="矩形 11">
            <a:extLst>
              <a:ext uri="{FF2B5EF4-FFF2-40B4-BE49-F238E27FC236}">
                <a16:creationId xmlns:a16="http://schemas.microsoft.com/office/drawing/2014/main" id="{823A1D10-6D10-42BC-AC45-39A0F4D7060C}"/>
              </a:ext>
            </a:extLst>
          </p:cNvPr>
          <p:cNvSpPr>
            <a:spLocks noChangeArrowheads="1"/>
          </p:cNvSpPr>
          <p:nvPr/>
        </p:nvSpPr>
        <p:spPr bwMode="auto">
          <a:xfrm>
            <a:off x="3862388" y="1855788"/>
            <a:ext cx="1189037" cy="515937"/>
          </a:xfrm>
          <a:prstGeom prst="rect">
            <a:avLst/>
          </a:prstGeom>
          <a:solidFill>
            <a:schemeClr val="bg1"/>
          </a:solidFill>
          <a:ln w="28575" algn="ctr">
            <a:solidFill>
              <a:schemeClr val="tx1"/>
            </a:solidFill>
            <a:round/>
            <a:headEnd/>
            <a:tailEnd/>
          </a:ln>
        </p:spPr>
        <p:txBody>
          <a:bodyPr wrap="none"/>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r>
              <a:rPr kumimoji="0" lang="zh-CN" altLang="en-US" sz="2400">
                <a:latin typeface="宋体" panose="02010600030101010101" pitchFamily="2" charset="-122"/>
                <a:ea typeface="宋体" panose="02010600030101010101" pitchFamily="2" charset="-122"/>
              </a:rPr>
              <a:t>仓库</a:t>
            </a:r>
          </a:p>
        </p:txBody>
      </p:sp>
      <p:sp>
        <p:nvSpPr>
          <p:cNvPr id="152581" name="矩形 12">
            <a:extLst>
              <a:ext uri="{FF2B5EF4-FFF2-40B4-BE49-F238E27FC236}">
                <a16:creationId xmlns:a16="http://schemas.microsoft.com/office/drawing/2014/main" id="{34E1F33C-BD2F-47A5-83F3-489A649B0A34}"/>
              </a:ext>
            </a:extLst>
          </p:cNvPr>
          <p:cNvSpPr>
            <a:spLocks noChangeArrowheads="1"/>
          </p:cNvSpPr>
          <p:nvPr/>
        </p:nvSpPr>
        <p:spPr bwMode="auto">
          <a:xfrm>
            <a:off x="73025" y="4645025"/>
            <a:ext cx="1041400" cy="515938"/>
          </a:xfrm>
          <a:prstGeom prst="rect">
            <a:avLst/>
          </a:prstGeom>
          <a:solidFill>
            <a:schemeClr val="bg1"/>
          </a:solidFill>
          <a:ln w="28575" algn="ctr">
            <a:solidFill>
              <a:schemeClr val="tx1"/>
            </a:solidFill>
            <a:round/>
            <a:headEnd/>
            <a:tailEnd/>
          </a:ln>
        </p:spPr>
        <p:txBody>
          <a:bodyPr wrap="none"/>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r>
              <a:rPr kumimoji="0" lang="zh-CN" altLang="en-US" sz="2400">
                <a:latin typeface="宋体" panose="02010600030101010101" pitchFamily="2" charset="-122"/>
                <a:ea typeface="宋体" panose="02010600030101010101" pitchFamily="2" charset="-122"/>
              </a:rPr>
              <a:t>项目</a:t>
            </a:r>
          </a:p>
        </p:txBody>
      </p:sp>
      <p:sp>
        <p:nvSpPr>
          <p:cNvPr id="152582" name="矩形 13">
            <a:extLst>
              <a:ext uri="{FF2B5EF4-FFF2-40B4-BE49-F238E27FC236}">
                <a16:creationId xmlns:a16="http://schemas.microsoft.com/office/drawing/2014/main" id="{E6D41F29-C179-4784-A7C4-899AD8B27F33}"/>
              </a:ext>
            </a:extLst>
          </p:cNvPr>
          <p:cNvSpPr>
            <a:spLocks noChangeArrowheads="1"/>
          </p:cNvSpPr>
          <p:nvPr/>
        </p:nvSpPr>
        <p:spPr bwMode="auto">
          <a:xfrm>
            <a:off x="3940175" y="4645025"/>
            <a:ext cx="1017588" cy="515938"/>
          </a:xfrm>
          <a:prstGeom prst="rect">
            <a:avLst/>
          </a:prstGeom>
          <a:solidFill>
            <a:schemeClr val="bg1"/>
          </a:solidFill>
          <a:ln w="28575" algn="ctr">
            <a:solidFill>
              <a:schemeClr val="tx1"/>
            </a:solidFill>
            <a:round/>
            <a:headEnd/>
            <a:tailEnd/>
          </a:ln>
        </p:spPr>
        <p:txBody>
          <a:bodyPr wrap="none"/>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r>
              <a:rPr kumimoji="0" lang="zh-CN" altLang="en-US" sz="2400">
                <a:latin typeface="宋体" panose="02010600030101010101" pitchFamily="2" charset="-122"/>
                <a:ea typeface="宋体" panose="02010600030101010101" pitchFamily="2" charset="-122"/>
              </a:rPr>
              <a:t>零件</a:t>
            </a:r>
          </a:p>
        </p:txBody>
      </p:sp>
      <p:sp>
        <p:nvSpPr>
          <p:cNvPr id="152583" name="矩形 14">
            <a:extLst>
              <a:ext uri="{FF2B5EF4-FFF2-40B4-BE49-F238E27FC236}">
                <a16:creationId xmlns:a16="http://schemas.microsoft.com/office/drawing/2014/main" id="{D2B95735-26BD-4F39-8820-B6CF4D37EAA8}"/>
              </a:ext>
            </a:extLst>
          </p:cNvPr>
          <p:cNvSpPr>
            <a:spLocks noChangeArrowheads="1"/>
          </p:cNvSpPr>
          <p:nvPr/>
        </p:nvSpPr>
        <p:spPr bwMode="auto">
          <a:xfrm>
            <a:off x="7656513" y="1855788"/>
            <a:ext cx="1189037" cy="515937"/>
          </a:xfrm>
          <a:prstGeom prst="rect">
            <a:avLst/>
          </a:prstGeom>
          <a:solidFill>
            <a:schemeClr val="bg1"/>
          </a:solidFill>
          <a:ln w="28575" algn="ctr">
            <a:solidFill>
              <a:schemeClr val="tx1"/>
            </a:solidFill>
            <a:round/>
            <a:headEnd/>
            <a:tailEnd/>
          </a:ln>
        </p:spPr>
        <p:txBody>
          <a:bodyPr wrap="none"/>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r>
              <a:rPr kumimoji="0" lang="zh-CN" altLang="en-US" sz="2400">
                <a:latin typeface="宋体" panose="02010600030101010101" pitchFamily="2" charset="-122"/>
                <a:ea typeface="宋体" panose="02010600030101010101" pitchFamily="2" charset="-122"/>
              </a:rPr>
              <a:t>职工</a:t>
            </a:r>
          </a:p>
        </p:txBody>
      </p:sp>
      <p:grpSp>
        <p:nvGrpSpPr>
          <p:cNvPr id="80" name="组合 79">
            <a:extLst>
              <a:ext uri="{FF2B5EF4-FFF2-40B4-BE49-F238E27FC236}">
                <a16:creationId xmlns:a16="http://schemas.microsoft.com/office/drawing/2014/main" id="{33DD26FF-DD94-455D-89FE-F03F309D193F}"/>
              </a:ext>
            </a:extLst>
          </p:cNvPr>
          <p:cNvGrpSpPr>
            <a:grpSpLocks/>
          </p:cNvGrpSpPr>
          <p:nvPr/>
        </p:nvGrpSpPr>
        <p:grpSpPr bwMode="auto">
          <a:xfrm>
            <a:off x="5856288" y="3148013"/>
            <a:ext cx="2152650" cy="2408237"/>
            <a:chOff x="5856180" y="3147484"/>
            <a:chExt cx="2153175" cy="2408010"/>
          </a:xfrm>
        </p:grpSpPr>
        <p:sp>
          <p:nvSpPr>
            <p:cNvPr id="152622" name="AutoShape 6">
              <a:extLst>
                <a:ext uri="{FF2B5EF4-FFF2-40B4-BE49-F238E27FC236}">
                  <a16:creationId xmlns:a16="http://schemas.microsoft.com/office/drawing/2014/main" id="{846B8B24-3FDB-45C9-85A5-F1EA5ED793EB}"/>
                </a:ext>
              </a:extLst>
            </p:cNvPr>
            <p:cNvSpPr>
              <a:spLocks noChangeArrowheads="1"/>
            </p:cNvSpPr>
            <p:nvPr/>
          </p:nvSpPr>
          <p:spPr bwMode="auto">
            <a:xfrm>
              <a:off x="6828255" y="4872869"/>
              <a:ext cx="1181100" cy="682625"/>
            </a:xfrm>
            <a:prstGeom prst="wedgeRoundRectCallout">
              <a:avLst>
                <a:gd name="adj1" fmla="val -80778"/>
                <a:gd name="adj2" fmla="val -164264"/>
                <a:gd name="adj3" fmla="val 16667"/>
              </a:avLst>
            </a:prstGeom>
            <a:noFill/>
            <a:ln w="25400" algn="ctr">
              <a:solidFill>
                <a:srgbClr val="CC33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nchorCtr="1">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eaLnBrk="1" hangingPunct="1">
                <a:spcBef>
                  <a:spcPct val="0"/>
                </a:spcBef>
                <a:buClrTx/>
                <a:buSzTx/>
                <a:buFontTx/>
                <a:buNone/>
              </a:pPr>
              <a:r>
                <a:rPr lang="zh-CN" altLang="en-US" sz="2000">
                  <a:solidFill>
                    <a:srgbClr val="FF0000"/>
                  </a:solidFill>
                  <a:latin typeface="宋体" panose="02010600030101010101" pitchFamily="2" charset="-122"/>
                  <a:ea typeface="宋体" panose="02010600030101010101" pitchFamily="2" charset="-122"/>
                </a:rPr>
                <a:t>确定联系的属性</a:t>
              </a:r>
            </a:p>
          </p:txBody>
        </p:sp>
        <p:sp>
          <p:nvSpPr>
            <p:cNvPr id="152623" name="Oval 7">
              <a:extLst>
                <a:ext uri="{FF2B5EF4-FFF2-40B4-BE49-F238E27FC236}">
                  <a16:creationId xmlns:a16="http://schemas.microsoft.com/office/drawing/2014/main" id="{25646BA8-76C7-48AD-AE3C-6E880185C33A}"/>
                </a:ext>
              </a:extLst>
            </p:cNvPr>
            <p:cNvSpPr>
              <a:spLocks noChangeArrowheads="1"/>
            </p:cNvSpPr>
            <p:nvPr/>
          </p:nvSpPr>
          <p:spPr bwMode="auto">
            <a:xfrm>
              <a:off x="5856180" y="3147484"/>
              <a:ext cx="1255362" cy="863600"/>
            </a:xfrm>
            <a:prstGeom prst="ellipse">
              <a:avLst/>
            </a:prstGeom>
            <a:noFill/>
            <a:ln w="25400" algn="ctr">
              <a:solidFill>
                <a:srgbClr val="CC3399"/>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nchorCtr="1">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endParaRPr kumimoji="0" lang="zh-CN" altLang="en-US" sz="1600">
                <a:solidFill>
                  <a:srgbClr val="000000"/>
                </a:solidFill>
                <a:ea typeface="宋体" panose="02010600030101010101" pitchFamily="2" charset="-122"/>
              </a:endParaRPr>
            </a:p>
          </p:txBody>
        </p:sp>
      </p:grpSp>
      <p:sp>
        <p:nvSpPr>
          <p:cNvPr id="152585" name="文本框 20">
            <a:extLst>
              <a:ext uri="{FF2B5EF4-FFF2-40B4-BE49-F238E27FC236}">
                <a16:creationId xmlns:a16="http://schemas.microsoft.com/office/drawing/2014/main" id="{A2EFDC44-72D6-402F-A4E8-915D18404C63}"/>
              </a:ext>
            </a:extLst>
          </p:cNvPr>
          <p:cNvSpPr txBox="1">
            <a:spLocks noChangeArrowheads="1"/>
          </p:cNvSpPr>
          <p:nvPr/>
        </p:nvSpPr>
        <p:spPr bwMode="auto">
          <a:xfrm>
            <a:off x="3205163" y="5759450"/>
            <a:ext cx="26638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r>
              <a:rPr kumimoji="0" lang="en-US" altLang="zh-CN" sz="2400">
                <a:latin typeface="Palatino Linotype" panose="02040502050505030304" pitchFamily="18" charset="0"/>
                <a:ea typeface="Arial Unicode MS" pitchFamily="34" charset="-122"/>
              </a:rPr>
              <a:t>b. </a:t>
            </a:r>
            <a:r>
              <a:rPr kumimoji="0" lang="zh-CN" altLang="en-US" sz="2400">
                <a:latin typeface="Palatino Linotype" panose="02040502050505030304" pitchFamily="18" charset="0"/>
                <a:ea typeface="Arial Unicode MS" pitchFamily="34" charset="-122"/>
              </a:rPr>
              <a:t>实体及其联系图</a:t>
            </a:r>
          </a:p>
        </p:txBody>
      </p:sp>
      <p:grpSp>
        <p:nvGrpSpPr>
          <p:cNvPr id="39" name="组合 38">
            <a:extLst>
              <a:ext uri="{FF2B5EF4-FFF2-40B4-BE49-F238E27FC236}">
                <a16:creationId xmlns:a16="http://schemas.microsoft.com/office/drawing/2014/main" id="{FDD2082B-C6F8-42D1-AF00-CB55BF3C5935}"/>
              </a:ext>
            </a:extLst>
          </p:cNvPr>
          <p:cNvGrpSpPr>
            <a:grpSpLocks/>
          </p:cNvGrpSpPr>
          <p:nvPr/>
        </p:nvGrpSpPr>
        <p:grpSpPr bwMode="auto">
          <a:xfrm>
            <a:off x="3705225" y="2371725"/>
            <a:ext cx="1501775" cy="2260600"/>
            <a:chOff x="3705849" y="2372359"/>
            <a:chExt cx="1501541" cy="2259555"/>
          </a:xfrm>
        </p:grpSpPr>
        <p:sp>
          <p:nvSpPr>
            <p:cNvPr id="152619" name="菱形 21">
              <a:extLst>
                <a:ext uri="{FF2B5EF4-FFF2-40B4-BE49-F238E27FC236}">
                  <a16:creationId xmlns:a16="http://schemas.microsoft.com/office/drawing/2014/main" id="{A98C7F8B-1159-468C-9C1B-F42F555D04FC}"/>
                </a:ext>
              </a:extLst>
            </p:cNvPr>
            <p:cNvSpPr>
              <a:spLocks noChangeArrowheads="1"/>
            </p:cNvSpPr>
            <p:nvPr/>
          </p:nvSpPr>
          <p:spPr bwMode="auto">
            <a:xfrm>
              <a:off x="3705849" y="3183868"/>
              <a:ext cx="1501541" cy="827772"/>
            </a:xfrm>
            <a:prstGeom prst="diamond">
              <a:avLst/>
            </a:prstGeom>
            <a:solidFill>
              <a:schemeClr val="bg1"/>
            </a:solidFill>
            <a:ln w="28575" algn="ctr">
              <a:solidFill>
                <a:schemeClr val="tx1"/>
              </a:solidFill>
              <a:round/>
              <a:headEnd/>
              <a:tailEnd/>
            </a:ln>
          </p:spPr>
          <p:txBody>
            <a:bodyPr wrap="none"/>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r>
                <a:rPr kumimoji="0" lang="zh-CN" altLang="en-US" sz="2400">
                  <a:latin typeface="宋体" panose="02010600030101010101" pitchFamily="2" charset="-122"/>
                  <a:ea typeface="宋体" panose="02010600030101010101" pitchFamily="2" charset="-122"/>
                </a:rPr>
                <a:t>存放</a:t>
              </a:r>
            </a:p>
          </p:txBody>
        </p:sp>
        <p:cxnSp>
          <p:nvCxnSpPr>
            <p:cNvPr id="152620" name="直接连接符 29">
              <a:extLst>
                <a:ext uri="{FF2B5EF4-FFF2-40B4-BE49-F238E27FC236}">
                  <a16:creationId xmlns:a16="http://schemas.microsoft.com/office/drawing/2014/main" id="{FFDFC7CE-0B45-4D8A-80EA-3F3D090B002F}"/>
                </a:ext>
              </a:extLst>
            </p:cNvPr>
            <p:cNvCxnSpPr>
              <a:cxnSpLocks noChangeShapeType="1"/>
              <a:stCxn id="152580" idx="2"/>
              <a:endCxn id="152619" idx="0"/>
            </p:cNvCxnSpPr>
            <p:nvPr/>
          </p:nvCxnSpPr>
          <p:spPr bwMode="auto">
            <a:xfrm>
              <a:off x="4456620" y="2372359"/>
              <a:ext cx="0" cy="811509"/>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52621" name="直接连接符 31">
              <a:extLst>
                <a:ext uri="{FF2B5EF4-FFF2-40B4-BE49-F238E27FC236}">
                  <a16:creationId xmlns:a16="http://schemas.microsoft.com/office/drawing/2014/main" id="{5D82A1D6-E027-40AE-B1CB-1C8643769117}"/>
                </a:ext>
              </a:extLst>
            </p:cNvPr>
            <p:cNvCxnSpPr>
              <a:cxnSpLocks noChangeShapeType="1"/>
              <a:stCxn id="152619" idx="2"/>
            </p:cNvCxnSpPr>
            <p:nvPr/>
          </p:nvCxnSpPr>
          <p:spPr bwMode="auto">
            <a:xfrm>
              <a:off x="4456620" y="4011640"/>
              <a:ext cx="1917" cy="620274"/>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grpSp>
        <p:nvGrpSpPr>
          <p:cNvPr id="40" name="组合 39">
            <a:extLst>
              <a:ext uri="{FF2B5EF4-FFF2-40B4-BE49-F238E27FC236}">
                <a16:creationId xmlns:a16="http://schemas.microsoft.com/office/drawing/2014/main" id="{0B8BC34C-C4FA-421D-9C32-B378A69693E0}"/>
              </a:ext>
            </a:extLst>
          </p:cNvPr>
          <p:cNvGrpSpPr>
            <a:grpSpLocks/>
          </p:cNvGrpSpPr>
          <p:nvPr/>
        </p:nvGrpSpPr>
        <p:grpSpPr bwMode="auto">
          <a:xfrm>
            <a:off x="4575175" y="2640013"/>
            <a:ext cx="398463" cy="1844675"/>
            <a:chOff x="4575706" y="2639569"/>
            <a:chExt cx="397866" cy="1844469"/>
          </a:xfrm>
        </p:grpSpPr>
        <p:sp>
          <p:nvSpPr>
            <p:cNvPr id="152617" name="文本框 36">
              <a:extLst>
                <a:ext uri="{FF2B5EF4-FFF2-40B4-BE49-F238E27FC236}">
                  <a16:creationId xmlns:a16="http://schemas.microsoft.com/office/drawing/2014/main" id="{83FF0555-FB99-4309-A378-0A2DC9948DF2}"/>
                </a:ext>
              </a:extLst>
            </p:cNvPr>
            <p:cNvSpPr txBox="1">
              <a:spLocks noChangeArrowheads="1"/>
            </p:cNvSpPr>
            <p:nvPr/>
          </p:nvSpPr>
          <p:spPr bwMode="auto">
            <a:xfrm>
              <a:off x="4575706" y="2639569"/>
              <a:ext cx="3978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r>
                <a:rPr kumimoji="0" lang="en-US" altLang="zh-CN" sz="2000"/>
                <a:t>m</a:t>
              </a:r>
              <a:endParaRPr kumimoji="0" lang="zh-CN" altLang="en-US" sz="2000"/>
            </a:p>
          </p:txBody>
        </p:sp>
        <p:sp>
          <p:nvSpPr>
            <p:cNvPr id="152618" name="文本框 37">
              <a:extLst>
                <a:ext uri="{FF2B5EF4-FFF2-40B4-BE49-F238E27FC236}">
                  <a16:creationId xmlns:a16="http://schemas.microsoft.com/office/drawing/2014/main" id="{3BBC48CE-73D1-4CD6-BBEA-812FBB3298D4}"/>
                </a:ext>
              </a:extLst>
            </p:cNvPr>
            <p:cNvSpPr txBox="1">
              <a:spLocks noChangeArrowheads="1"/>
            </p:cNvSpPr>
            <p:nvPr/>
          </p:nvSpPr>
          <p:spPr bwMode="auto">
            <a:xfrm>
              <a:off x="4575706" y="4083928"/>
              <a:ext cx="327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r>
                <a:rPr kumimoji="0" lang="en-US" altLang="zh-CN" sz="2000"/>
                <a:t>n</a:t>
              </a:r>
              <a:endParaRPr kumimoji="0" lang="zh-CN" altLang="en-US" sz="2000"/>
            </a:p>
          </p:txBody>
        </p:sp>
      </p:grpSp>
      <p:grpSp>
        <p:nvGrpSpPr>
          <p:cNvPr id="45" name="组合 44">
            <a:extLst>
              <a:ext uri="{FF2B5EF4-FFF2-40B4-BE49-F238E27FC236}">
                <a16:creationId xmlns:a16="http://schemas.microsoft.com/office/drawing/2014/main" id="{90793D10-A11F-4F01-A51F-3E9E34C3BE37}"/>
              </a:ext>
            </a:extLst>
          </p:cNvPr>
          <p:cNvGrpSpPr>
            <a:grpSpLocks/>
          </p:cNvGrpSpPr>
          <p:nvPr/>
        </p:nvGrpSpPr>
        <p:grpSpPr bwMode="auto">
          <a:xfrm>
            <a:off x="5051425" y="1703388"/>
            <a:ext cx="2605088" cy="827087"/>
            <a:chOff x="5050980" y="1703131"/>
            <a:chExt cx="2605850" cy="827772"/>
          </a:xfrm>
        </p:grpSpPr>
        <p:sp>
          <p:nvSpPr>
            <p:cNvPr id="152614" name="菱形 23">
              <a:extLst>
                <a:ext uri="{FF2B5EF4-FFF2-40B4-BE49-F238E27FC236}">
                  <a16:creationId xmlns:a16="http://schemas.microsoft.com/office/drawing/2014/main" id="{9E9CB64D-9467-4E65-AA5A-BE4773502A13}"/>
                </a:ext>
              </a:extLst>
            </p:cNvPr>
            <p:cNvSpPr>
              <a:spLocks noChangeArrowheads="1"/>
            </p:cNvSpPr>
            <p:nvPr/>
          </p:nvSpPr>
          <p:spPr bwMode="auto">
            <a:xfrm>
              <a:off x="5603134" y="1703131"/>
              <a:ext cx="1501541" cy="827772"/>
            </a:xfrm>
            <a:prstGeom prst="diamond">
              <a:avLst/>
            </a:prstGeom>
            <a:solidFill>
              <a:schemeClr val="bg1"/>
            </a:solidFill>
            <a:ln w="28575" algn="ctr">
              <a:solidFill>
                <a:schemeClr val="tx1"/>
              </a:solidFill>
              <a:round/>
              <a:headEnd/>
              <a:tailEnd/>
            </a:ln>
          </p:spPr>
          <p:txBody>
            <a:bodyPr wrap="none"/>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r>
                <a:rPr kumimoji="0" lang="zh-CN" altLang="en-US" sz="2400">
                  <a:latin typeface="宋体" panose="02010600030101010101" pitchFamily="2" charset="-122"/>
                  <a:ea typeface="宋体" panose="02010600030101010101" pitchFamily="2" charset="-122"/>
                </a:rPr>
                <a:t>工作</a:t>
              </a:r>
            </a:p>
          </p:txBody>
        </p:sp>
        <p:cxnSp>
          <p:nvCxnSpPr>
            <p:cNvPr id="152615" name="直接连接符 41">
              <a:extLst>
                <a:ext uri="{FF2B5EF4-FFF2-40B4-BE49-F238E27FC236}">
                  <a16:creationId xmlns:a16="http://schemas.microsoft.com/office/drawing/2014/main" id="{71172B09-0DE9-43BF-B2DE-7BCDE4895498}"/>
                </a:ext>
              </a:extLst>
            </p:cNvPr>
            <p:cNvCxnSpPr>
              <a:cxnSpLocks noChangeShapeType="1"/>
              <a:stCxn id="152580" idx="3"/>
              <a:endCxn id="152614" idx="1"/>
            </p:cNvCxnSpPr>
            <p:nvPr/>
          </p:nvCxnSpPr>
          <p:spPr bwMode="auto">
            <a:xfrm>
              <a:off x="5050980" y="2114444"/>
              <a:ext cx="552154" cy="257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52616" name="直接连接符 43">
              <a:extLst>
                <a:ext uri="{FF2B5EF4-FFF2-40B4-BE49-F238E27FC236}">
                  <a16:creationId xmlns:a16="http://schemas.microsoft.com/office/drawing/2014/main" id="{BD66BC53-3C17-4AA3-8956-64BE5BF2FC4A}"/>
                </a:ext>
              </a:extLst>
            </p:cNvPr>
            <p:cNvCxnSpPr>
              <a:cxnSpLocks noChangeShapeType="1"/>
              <a:stCxn id="152614" idx="3"/>
              <a:endCxn id="152583" idx="1"/>
            </p:cNvCxnSpPr>
            <p:nvPr/>
          </p:nvCxnSpPr>
          <p:spPr bwMode="auto">
            <a:xfrm flipV="1">
              <a:off x="7104675" y="2114444"/>
              <a:ext cx="552155" cy="257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grpSp>
        <p:nvGrpSpPr>
          <p:cNvPr id="48" name="组合 47">
            <a:extLst>
              <a:ext uri="{FF2B5EF4-FFF2-40B4-BE49-F238E27FC236}">
                <a16:creationId xmlns:a16="http://schemas.microsoft.com/office/drawing/2014/main" id="{91A7E58E-748C-4124-9E9A-C8ADF2266138}"/>
              </a:ext>
            </a:extLst>
          </p:cNvPr>
          <p:cNvGrpSpPr>
            <a:grpSpLocks/>
          </p:cNvGrpSpPr>
          <p:nvPr/>
        </p:nvGrpSpPr>
        <p:grpSpPr bwMode="auto">
          <a:xfrm>
            <a:off x="5164138" y="1771650"/>
            <a:ext cx="2336800" cy="403225"/>
            <a:chOff x="5163390" y="1771324"/>
            <a:chExt cx="2338049" cy="403983"/>
          </a:xfrm>
        </p:grpSpPr>
        <p:sp>
          <p:nvSpPr>
            <p:cNvPr id="152612" name="文本框 45">
              <a:extLst>
                <a:ext uri="{FF2B5EF4-FFF2-40B4-BE49-F238E27FC236}">
                  <a16:creationId xmlns:a16="http://schemas.microsoft.com/office/drawing/2014/main" id="{74A775C2-6508-4DF5-8ECC-83BF8B1AB873}"/>
                </a:ext>
              </a:extLst>
            </p:cNvPr>
            <p:cNvSpPr txBox="1">
              <a:spLocks noChangeArrowheads="1"/>
            </p:cNvSpPr>
            <p:nvPr/>
          </p:nvSpPr>
          <p:spPr bwMode="auto">
            <a:xfrm>
              <a:off x="5163390" y="1771324"/>
              <a:ext cx="327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r>
                <a:rPr kumimoji="0" lang="en-US" altLang="zh-CN" sz="2000"/>
                <a:t>1</a:t>
              </a:r>
              <a:endParaRPr kumimoji="0" lang="zh-CN" altLang="en-US" sz="2000"/>
            </a:p>
          </p:txBody>
        </p:sp>
        <p:sp>
          <p:nvSpPr>
            <p:cNvPr id="152613" name="文本框 46">
              <a:extLst>
                <a:ext uri="{FF2B5EF4-FFF2-40B4-BE49-F238E27FC236}">
                  <a16:creationId xmlns:a16="http://schemas.microsoft.com/office/drawing/2014/main" id="{346F5C64-A8D8-453F-A30B-4CE1243FF921}"/>
                </a:ext>
              </a:extLst>
            </p:cNvPr>
            <p:cNvSpPr txBox="1">
              <a:spLocks noChangeArrowheads="1"/>
            </p:cNvSpPr>
            <p:nvPr/>
          </p:nvSpPr>
          <p:spPr bwMode="auto">
            <a:xfrm>
              <a:off x="7174105" y="1775197"/>
              <a:ext cx="327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r>
                <a:rPr kumimoji="0" lang="en-US" altLang="zh-CN" sz="2000"/>
                <a:t>n</a:t>
              </a:r>
              <a:endParaRPr kumimoji="0" lang="zh-CN" altLang="en-US" sz="2000"/>
            </a:p>
          </p:txBody>
        </p:sp>
      </p:grpSp>
      <p:grpSp>
        <p:nvGrpSpPr>
          <p:cNvPr id="53" name="组合 52">
            <a:extLst>
              <a:ext uri="{FF2B5EF4-FFF2-40B4-BE49-F238E27FC236}">
                <a16:creationId xmlns:a16="http://schemas.microsoft.com/office/drawing/2014/main" id="{746D6E2D-AA04-4930-9BD3-87F512D13772}"/>
              </a:ext>
            </a:extLst>
          </p:cNvPr>
          <p:cNvGrpSpPr>
            <a:grpSpLocks/>
          </p:cNvGrpSpPr>
          <p:nvPr/>
        </p:nvGrpSpPr>
        <p:grpSpPr bwMode="auto">
          <a:xfrm>
            <a:off x="7500938" y="2371725"/>
            <a:ext cx="1501775" cy="1636713"/>
            <a:chOff x="7500419" y="2372359"/>
            <a:chExt cx="1501541" cy="1636360"/>
          </a:xfrm>
        </p:grpSpPr>
        <p:sp>
          <p:nvSpPr>
            <p:cNvPr id="152609" name="菱形 24">
              <a:extLst>
                <a:ext uri="{FF2B5EF4-FFF2-40B4-BE49-F238E27FC236}">
                  <a16:creationId xmlns:a16="http://schemas.microsoft.com/office/drawing/2014/main" id="{B07E85C9-E336-4557-9BD8-FD02DA8CEAE2}"/>
                </a:ext>
              </a:extLst>
            </p:cNvPr>
            <p:cNvSpPr>
              <a:spLocks noChangeArrowheads="1"/>
            </p:cNvSpPr>
            <p:nvPr/>
          </p:nvSpPr>
          <p:spPr bwMode="auto">
            <a:xfrm>
              <a:off x="7500419" y="3180947"/>
              <a:ext cx="1501541" cy="827772"/>
            </a:xfrm>
            <a:prstGeom prst="diamond">
              <a:avLst/>
            </a:prstGeom>
            <a:solidFill>
              <a:schemeClr val="bg1"/>
            </a:solidFill>
            <a:ln w="28575" algn="ctr">
              <a:solidFill>
                <a:schemeClr val="tx1"/>
              </a:solidFill>
              <a:round/>
              <a:headEnd/>
              <a:tailEnd/>
            </a:ln>
          </p:spPr>
          <p:txBody>
            <a:bodyPr wrap="none"/>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r>
                <a:rPr kumimoji="0" lang="zh-CN" altLang="en-US" sz="2400">
                  <a:latin typeface="宋体" panose="02010600030101010101" pitchFamily="2" charset="-122"/>
                  <a:ea typeface="宋体" panose="02010600030101010101" pitchFamily="2" charset="-122"/>
                </a:rPr>
                <a:t>领导</a:t>
              </a:r>
            </a:p>
          </p:txBody>
        </p:sp>
        <p:cxnSp>
          <p:nvCxnSpPr>
            <p:cNvPr id="152610" name="直接连接符 49">
              <a:extLst>
                <a:ext uri="{FF2B5EF4-FFF2-40B4-BE49-F238E27FC236}">
                  <a16:creationId xmlns:a16="http://schemas.microsoft.com/office/drawing/2014/main" id="{89960AA0-BDD4-4E86-B6DA-A600361A3726}"/>
                </a:ext>
              </a:extLst>
            </p:cNvPr>
            <p:cNvCxnSpPr>
              <a:cxnSpLocks noChangeShapeType="1"/>
            </p:cNvCxnSpPr>
            <p:nvPr/>
          </p:nvCxnSpPr>
          <p:spPr bwMode="auto">
            <a:xfrm flipH="1">
              <a:off x="7931217" y="2372359"/>
              <a:ext cx="9625" cy="98685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52611" name="直接连接符 51">
              <a:extLst>
                <a:ext uri="{FF2B5EF4-FFF2-40B4-BE49-F238E27FC236}">
                  <a16:creationId xmlns:a16="http://schemas.microsoft.com/office/drawing/2014/main" id="{956D3499-01CF-4A09-99D3-94ED3315BF8C}"/>
                </a:ext>
              </a:extLst>
            </p:cNvPr>
            <p:cNvCxnSpPr>
              <a:cxnSpLocks noChangeShapeType="1"/>
            </p:cNvCxnSpPr>
            <p:nvPr/>
          </p:nvCxnSpPr>
          <p:spPr bwMode="auto">
            <a:xfrm flipV="1">
              <a:off x="8457704" y="2390266"/>
              <a:ext cx="0" cy="939471"/>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grpSp>
        <p:nvGrpSpPr>
          <p:cNvPr id="54" name="组合 53">
            <a:extLst>
              <a:ext uri="{FF2B5EF4-FFF2-40B4-BE49-F238E27FC236}">
                <a16:creationId xmlns:a16="http://schemas.microsoft.com/office/drawing/2014/main" id="{5331044D-2579-45C8-8B34-8F3337B9C327}"/>
              </a:ext>
            </a:extLst>
          </p:cNvPr>
          <p:cNvGrpSpPr>
            <a:grpSpLocks/>
          </p:cNvGrpSpPr>
          <p:nvPr/>
        </p:nvGrpSpPr>
        <p:grpSpPr bwMode="auto">
          <a:xfrm>
            <a:off x="7551738" y="2587625"/>
            <a:ext cx="1274762" cy="403225"/>
            <a:chOff x="6227736" y="1775197"/>
            <a:chExt cx="1273703" cy="402949"/>
          </a:xfrm>
        </p:grpSpPr>
        <p:sp>
          <p:nvSpPr>
            <p:cNvPr id="152607" name="文本框 54">
              <a:extLst>
                <a:ext uri="{FF2B5EF4-FFF2-40B4-BE49-F238E27FC236}">
                  <a16:creationId xmlns:a16="http://schemas.microsoft.com/office/drawing/2014/main" id="{A81858A2-8C84-426F-892B-C2BCCC9953DA}"/>
                </a:ext>
              </a:extLst>
            </p:cNvPr>
            <p:cNvSpPr txBox="1">
              <a:spLocks noChangeArrowheads="1"/>
            </p:cNvSpPr>
            <p:nvPr/>
          </p:nvSpPr>
          <p:spPr bwMode="auto">
            <a:xfrm>
              <a:off x="6227736" y="1778036"/>
              <a:ext cx="327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r>
                <a:rPr kumimoji="0" lang="en-US" altLang="zh-CN" sz="2000"/>
                <a:t>1</a:t>
              </a:r>
              <a:endParaRPr kumimoji="0" lang="zh-CN" altLang="en-US" sz="2000"/>
            </a:p>
          </p:txBody>
        </p:sp>
        <p:sp>
          <p:nvSpPr>
            <p:cNvPr id="152608" name="文本框 55">
              <a:extLst>
                <a:ext uri="{FF2B5EF4-FFF2-40B4-BE49-F238E27FC236}">
                  <a16:creationId xmlns:a16="http://schemas.microsoft.com/office/drawing/2014/main" id="{0CD090E9-427C-4B5D-81C4-0D33F51BBF57}"/>
                </a:ext>
              </a:extLst>
            </p:cNvPr>
            <p:cNvSpPr txBox="1">
              <a:spLocks noChangeArrowheads="1"/>
            </p:cNvSpPr>
            <p:nvPr/>
          </p:nvSpPr>
          <p:spPr bwMode="auto">
            <a:xfrm>
              <a:off x="7174105" y="1775197"/>
              <a:ext cx="327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r>
                <a:rPr kumimoji="0" lang="en-US" altLang="zh-CN" sz="2000"/>
                <a:t>n</a:t>
              </a:r>
              <a:endParaRPr kumimoji="0" lang="zh-CN" altLang="en-US" sz="2000"/>
            </a:p>
          </p:txBody>
        </p:sp>
      </p:grpSp>
      <p:grpSp>
        <p:nvGrpSpPr>
          <p:cNvPr id="71" name="组合 70">
            <a:extLst>
              <a:ext uri="{FF2B5EF4-FFF2-40B4-BE49-F238E27FC236}">
                <a16:creationId xmlns:a16="http://schemas.microsoft.com/office/drawing/2014/main" id="{D9641A9A-B92A-45DA-A26D-8245C681C0AA}"/>
              </a:ext>
            </a:extLst>
          </p:cNvPr>
          <p:cNvGrpSpPr>
            <a:grpSpLocks/>
          </p:cNvGrpSpPr>
          <p:nvPr/>
        </p:nvGrpSpPr>
        <p:grpSpPr bwMode="auto">
          <a:xfrm>
            <a:off x="593725" y="2371725"/>
            <a:ext cx="3854450" cy="2273300"/>
            <a:chOff x="593518" y="2372359"/>
            <a:chExt cx="3855271" cy="2273088"/>
          </a:xfrm>
        </p:grpSpPr>
        <p:sp>
          <p:nvSpPr>
            <p:cNvPr id="152603" name="菱形 22">
              <a:extLst>
                <a:ext uri="{FF2B5EF4-FFF2-40B4-BE49-F238E27FC236}">
                  <a16:creationId xmlns:a16="http://schemas.microsoft.com/office/drawing/2014/main" id="{F209A9EF-1C77-42AE-901F-C16657A8AC6C}"/>
                </a:ext>
              </a:extLst>
            </p:cNvPr>
            <p:cNvSpPr>
              <a:spLocks noChangeArrowheads="1"/>
            </p:cNvSpPr>
            <p:nvPr/>
          </p:nvSpPr>
          <p:spPr bwMode="auto">
            <a:xfrm>
              <a:off x="1207337" y="3104596"/>
              <a:ext cx="1501541" cy="827772"/>
            </a:xfrm>
            <a:prstGeom prst="diamond">
              <a:avLst/>
            </a:prstGeom>
            <a:solidFill>
              <a:schemeClr val="bg1"/>
            </a:solidFill>
            <a:ln w="28575" algn="ctr">
              <a:solidFill>
                <a:schemeClr val="tx1"/>
              </a:solidFill>
              <a:round/>
              <a:headEnd/>
              <a:tailEnd/>
            </a:ln>
          </p:spPr>
          <p:txBody>
            <a:bodyPr wrap="none"/>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r>
                <a:rPr kumimoji="0" lang="zh-CN" altLang="en-US" sz="2400">
                  <a:latin typeface="宋体" panose="02010600030101010101" pitchFamily="2" charset="-122"/>
                  <a:ea typeface="宋体" panose="02010600030101010101" pitchFamily="2" charset="-122"/>
                </a:rPr>
                <a:t>供应</a:t>
              </a:r>
            </a:p>
          </p:txBody>
        </p:sp>
        <p:cxnSp>
          <p:nvCxnSpPr>
            <p:cNvPr id="152604" name="直接连接符 57">
              <a:extLst>
                <a:ext uri="{FF2B5EF4-FFF2-40B4-BE49-F238E27FC236}">
                  <a16:creationId xmlns:a16="http://schemas.microsoft.com/office/drawing/2014/main" id="{048516F2-5F31-4CB3-A3A2-29C125A49F55}"/>
                </a:ext>
              </a:extLst>
            </p:cNvPr>
            <p:cNvCxnSpPr>
              <a:cxnSpLocks noChangeShapeType="1"/>
              <a:stCxn id="152579" idx="2"/>
              <a:endCxn id="152603" idx="0"/>
            </p:cNvCxnSpPr>
            <p:nvPr/>
          </p:nvCxnSpPr>
          <p:spPr bwMode="auto">
            <a:xfrm>
              <a:off x="1958108" y="2372359"/>
              <a:ext cx="0" cy="73223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52605" name="直接连接符 59">
              <a:extLst>
                <a:ext uri="{FF2B5EF4-FFF2-40B4-BE49-F238E27FC236}">
                  <a16:creationId xmlns:a16="http://schemas.microsoft.com/office/drawing/2014/main" id="{35EE3C62-1A31-470F-B0EA-392CD79E8D30}"/>
                </a:ext>
              </a:extLst>
            </p:cNvPr>
            <p:cNvCxnSpPr>
              <a:cxnSpLocks noChangeShapeType="1"/>
              <a:stCxn id="152603" idx="1"/>
              <a:endCxn id="152581" idx="0"/>
            </p:cNvCxnSpPr>
            <p:nvPr/>
          </p:nvCxnSpPr>
          <p:spPr bwMode="auto">
            <a:xfrm flipH="1">
              <a:off x="593518" y="3518482"/>
              <a:ext cx="613819" cy="112696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52606" name="直接连接符 62">
              <a:extLst>
                <a:ext uri="{FF2B5EF4-FFF2-40B4-BE49-F238E27FC236}">
                  <a16:creationId xmlns:a16="http://schemas.microsoft.com/office/drawing/2014/main" id="{6AF1EB43-CB1A-436D-8A3F-0414CEF208B9}"/>
                </a:ext>
              </a:extLst>
            </p:cNvPr>
            <p:cNvCxnSpPr>
              <a:cxnSpLocks noChangeShapeType="1"/>
              <a:stCxn id="152603" idx="3"/>
              <a:endCxn id="152582" idx="0"/>
            </p:cNvCxnSpPr>
            <p:nvPr/>
          </p:nvCxnSpPr>
          <p:spPr bwMode="auto">
            <a:xfrm>
              <a:off x="2708878" y="3518482"/>
              <a:ext cx="1739911" cy="112696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grpSp>
        <p:nvGrpSpPr>
          <p:cNvPr id="72" name="组合 71">
            <a:extLst>
              <a:ext uri="{FF2B5EF4-FFF2-40B4-BE49-F238E27FC236}">
                <a16:creationId xmlns:a16="http://schemas.microsoft.com/office/drawing/2014/main" id="{2251E3E0-918C-4DF5-8B46-B5E56DFC10B4}"/>
              </a:ext>
            </a:extLst>
          </p:cNvPr>
          <p:cNvGrpSpPr>
            <a:grpSpLocks/>
          </p:cNvGrpSpPr>
          <p:nvPr/>
        </p:nvGrpSpPr>
        <p:grpSpPr bwMode="auto">
          <a:xfrm>
            <a:off x="534988" y="2528888"/>
            <a:ext cx="2803525" cy="1809750"/>
            <a:chOff x="534611" y="2528843"/>
            <a:chExt cx="2803865" cy="1809907"/>
          </a:xfrm>
        </p:grpSpPr>
        <p:sp>
          <p:nvSpPr>
            <p:cNvPr id="152600" name="文本框 67">
              <a:extLst>
                <a:ext uri="{FF2B5EF4-FFF2-40B4-BE49-F238E27FC236}">
                  <a16:creationId xmlns:a16="http://schemas.microsoft.com/office/drawing/2014/main" id="{07FC8A0A-1FFE-4715-B875-7862A17E183F}"/>
                </a:ext>
              </a:extLst>
            </p:cNvPr>
            <p:cNvSpPr txBox="1">
              <a:spLocks noChangeArrowheads="1"/>
            </p:cNvSpPr>
            <p:nvPr/>
          </p:nvSpPr>
          <p:spPr bwMode="auto">
            <a:xfrm>
              <a:off x="1508510" y="2528843"/>
              <a:ext cx="3978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r>
                <a:rPr kumimoji="0" lang="en-US" altLang="zh-CN" sz="2000"/>
                <a:t>m</a:t>
              </a:r>
              <a:endParaRPr kumimoji="0" lang="zh-CN" altLang="en-US" sz="2000"/>
            </a:p>
          </p:txBody>
        </p:sp>
        <p:sp>
          <p:nvSpPr>
            <p:cNvPr id="152601" name="文本框 68">
              <a:extLst>
                <a:ext uri="{FF2B5EF4-FFF2-40B4-BE49-F238E27FC236}">
                  <a16:creationId xmlns:a16="http://schemas.microsoft.com/office/drawing/2014/main" id="{962E1115-626B-4046-A11A-36AEF7A91E7D}"/>
                </a:ext>
              </a:extLst>
            </p:cNvPr>
            <p:cNvSpPr txBox="1">
              <a:spLocks noChangeArrowheads="1"/>
            </p:cNvSpPr>
            <p:nvPr/>
          </p:nvSpPr>
          <p:spPr bwMode="auto">
            <a:xfrm>
              <a:off x="534611" y="3932368"/>
              <a:ext cx="327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r>
                <a:rPr kumimoji="0" lang="en-US" altLang="zh-CN" sz="2000"/>
                <a:t>n</a:t>
              </a:r>
              <a:endParaRPr kumimoji="0" lang="zh-CN" altLang="en-US" sz="2000"/>
            </a:p>
          </p:txBody>
        </p:sp>
        <p:sp>
          <p:nvSpPr>
            <p:cNvPr id="152602" name="文本框 69">
              <a:extLst>
                <a:ext uri="{FF2B5EF4-FFF2-40B4-BE49-F238E27FC236}">
                  <a16:creationId xmlns:a16="http://schemas.microsoft.com/office/drawing/2014/main" id="{C46A21BF-6FCE-426F-BB0D-1177F4637513}"/>
                </a:ext>
              </a:extLst>
            </p:cNvPr>
            <p:cNvSpPr txBox="1">
              <a:spLocks noChangeArrowheads="1"/>
            </p:cNvSpPr>
            <p:nvPr/>
          </p:nvSpPr>
          <p:spPr bwMode="auto">
            <a:xfrm>
              <a:off x="3011142" y="3938640"/>
              <a:ext cx="327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r>
                <a:rPr kumimoji="0" lang="en-US" altLang="zh-CN" sz="2000"/>
                <a:t>p</a:t>
              </a:r>
              <a:endParaRPr kumimoji="0" lang="zh-CN" altLang="en-US" sz="2000"/>
            </a:p>
          </p:txBody>
        </p:sp>
      </p:grpSp>
      <p:grpSp>
        <p:nvGrpSpPr>
          <p:cNvPr id="79" name="组合 78">
            <a:extLst>
              <a:ext uri="{FF2B5EF4-FFF2-40B4-BE49-F238E27FC236}">
                <a16:creationId xmlns:a16="http://schemas.microsoft.com/office/drawing/2014/main" id="{9D700E6F-F59B-46CA-B45F-3AEED41CCD9B}"/>
              </a:ext>
            </a:extLst>
          </p:cNvPr>
          <p:cNvGrpSpPr>
            <a:grpSpLocks/>
          </p:cNvGrpSpPr>
          <p:nvPr/>
        </p:nvGrpSpPr>
        <p:grpSpPr bwMode="auto">
          <a:xfrm>
            <a:off x="5207000" y="3336925"/>
            <a:ext cx="1765300" cy="515938"/>
            <a:chOff x="5207390" y="3336980"/>
            <a:chExt cx="1764803" cy="515706"/>
          </a:xfrm>
        </p:grpSpPr>
        <p:sp>
          <p:nvSpPr>
            <p:cNvPr id="152598" name="矩形 72">
              <a:extLst>
                <a:ext uri="{FF2B5EF4-FFF2-40B4-BE49-F238E27FC236}">
                  <a16:creationId xmlns:a16="http://schemas.microsoft.com/office/drawing/2014/main" id="{5552E2D6-B2E9-42A3-9B0B-0A84F2A45860}"/>
                </a:ext>
              </a:extLst>
            </p:cNvPr>
            <p:cNvSpPr>
              <a:spLocks noChangeArrowheads="1"/>
            </p:cNvSpPr>
            <p:nvPr/>
          </p:nvSpPr>
          <p:spPr bwMode="auto">
            <a:xfrm>
              <a:off x="6000120" y="3336980"/>
              <a:ext cx="972073" cy="515706"/>
            </a:xfrm>
            <a:prstGeom prst="rect">
              <a:avLst/>
            </a:prstGeom>
            <a:noFill/>
            <a:ln w="127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r>
                <a:rPr kumimoji="0" lang="zh-CN" altLang="en-US" sz="2400">
                  <a:latin typeface="宋体" panose="02010600030101010101" pitchFamily="2" charset="-122"/>
                  <a:ea typeface="宋体" panose="02010600030101010101" pitchFamily="2" charset="-122"/>
                </a:rPr>
                <a:t>库存量</a:t>
              </a:r>
            </a:p>
          </p:txBody>
        </p:sp>
        <p:cxnSp>
          <p:nvCxnSpPr>
            <p:cNvPr id="152599" name="直接连接符 74">
              <a:extLst>
                <a:ext uri="{FF2B5EF4-FFF2-40B4-BE49-F238E27FC236}">
                  <a16:creationId xmlns:a16="http://schemas.microsoft.com/office/drawing/2014/main" id="{B50C83CF-DEAE-4BA8-9A82-61FBC1F81264}"/>
                </a:ext>
              </a:extLst>
            </p:cNvPr>
            <p:cNvCxnSpPr>
              <a:cxnSpLocks noChangeShapeType="1"/>
              <a:stCxn id="152619" idx="3"/>
              <a:endCxn id="152598" idx="1"/>
            </p:cNvCxnSpPr>
            <p:nvPr/>
          </p:nvCxnSpPr>
          <p:spPr bwMode="auto">
            <a:xfrm flipV="1">
              <a:off x="5207390" y="3594833"/>
              <a:ext cx="792730" cy="2921"/>
            </a:xfrm>
            <a:prstGeom prst="line">
              <a:avLst/>
            </a:prstGeom>
            <a:noFill/>
            <a:ln w="12700" algn="ctr">
              <a:solidFill>
                <a:schemeClr val="tx1"/>
              </a:solidFill>
              <a:prstDash val="dash"/>
              <a:round/>
              <a:headEnd/>
              <a:tailEnd/>
            </a:ln>
            <a:extLst>
              <a:ext uri="{909E8E84-426E-40DD-AFC4-6F175D3DCCD1}">
                <a14:hiddenFill xmlns:a14="http://schemas.microsoft.com/office/drawing/2010/main">
                  <a:noFill/>
                </a14:hiddenFill>
              </a:ext>
            </a:extLst>
          </p:spPr>
        </p:cxnSp>
      </p:grpSp>
      <p:grpSp>
        <p:nvGrpSpPr>
          <p:cNvPr id="87" name="组合 86">
            <a:extLst>
              <a:ext uri="{FF2B5EF4-FFF2-40B4-BE49-F238E27FC236}">
                <a16:creationId xmlns:a16="http://schemas.microsoft.com/office/drawing/2014/main" id="{DBE5C7D4-1466-48CF-8FF7-A81AB9C7B492}"/>
              </a:ext>
            </a:extLst>
          </p:cNvPr>
          <p:cNvGrpSpPr>
            <a:grpSpLocks/>
          </p:cNvGrpSpPr>
          <p:nvPr/>
        </p:nvGrpSpPr>
        <p:grpSpPr bwMode="auto">
          <a:xfrm>
            <a:off x="211138" y="2581275"/>
            <a:ext cx="996950" cy="936625"/>
            <a:chOff x="80853" y="3247854"/>
            <a:chExt cx="996971" cy="936711"/>
          </a:xfrm>
        </p:grpSpPr>
        <p:sp>
          <p:nvSpPr>
            <p:cNvPr id="152596" name="矩形 80">
              <a:extLst>
                <a:ext uri="{FF2B5EF4-FFF2-40B4-BE49-F238E27FC236}">
                  <a16:creationId xmlns:a16="http://schemas.microsoft.com/office/drawing/2014/main" id="{A926849A-E224-43EC-B214-FD8CF29925D3}"/>
                </a:ext>
              </a:extLst>
            </p:cNvPr>
            <p:cNvSpPr>
              <a:spLocks noChangeArrowheads="1"/>
            </p:cNvSpPr>
            <p:nvPr/>
          </p:nvSpPr>
          <p:spPr bwMode="auto">
            <a:xfrm>
              <a:off x="80853" y="3247854"/>
              <a:ext cx="903397" cy="515706"/>
            </a:xfrm>
            <a:prstGeom prst="rect">
              <a:avLst/>
            </a:prstGeom>
            <a:noFill/>
            <a:ln w="127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r>
                <a:rPr kumimoji="0" lang="zh-CN" altLang="en-US" sz="2400">
                  <a:latin typeface="宋体" panose="02010600030101010101" pitchFamily="2" charset="-122"/>
                  <a:ea typeface="宋体" panose="02010600030101010101" pitchFamily="2" charset="-122"/>
                </a:rPr>
                <a:t>供应量</a:t>
              </a:r>
            </a:p>
          </p:txBody>
        </p:sp>
        <p:cxnSp>
          <p:nvCxnSpPr>
            <p:cNvPr id="152597" name="直接连接符 82">
              <a:extLst>
                <a:ext uri="{FF2B5EF4-FFF2-40B4-BE49-F238E27FC236}">
                  <a16:creationId xmlns:a16="http://schemas.microsoft.com/office/drawing/2014/main" id="{027716A3-9F31-436C-9015-E49F9C005C68}"/>
                </a:ext>
              </a:extLst>
            </p:cNvPr>
            <p:cNvCxnSpPr>
              <a:cxnSpLocks noChangeShapeType="1"/>
              <a:stCxn id="152603" idx="1"/>
              <a:endCxn id="152596" idx="3"/>
            </p:cNvCxnSpPr>
            <p:nvPr/>
          </p:nvCxnSpPr>
          <p:spPr bwMode="auto">
            <a:xfrm flipH="1" flipV="1">
              <a:off x="984250" y="3505707"/>
              <a:ext cx="93574" cy="678858"/>
            </a:xfrm>
            <a:prstGeom prst="line">
              <a:avLst/>
            </a:prstGeom>
            <a:noFill/>
            <a:ln w="12700" algn="ctr">
              <a:solidFill>
                <a:schemeClr val="tx1"/>
              </a:solidFill>
              <a:prstDash val="dash"/>
              <a:round/>
              <a:headEnd/>
              <a:tailEnd/>
            </a:ln>
            <a:extLst>
              <a:ext uri="{909E8E84-426E-40DD-AFC4-6F175D3DCCD1}">
                <a14:hiddenFill xmlns:a14="http://schemas.microsoft.com/office/drawing/2010/main">
                  <a:noFill/>
                </a14:hiddenFill>
              </a:ext>
            </a:extLst>
          </p:spPr>
        </p:cxn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8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5"/>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53"/>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54"/>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71"/>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72"/>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文本框 3">
            <a:extLst>
              <a:ext uri="{FF2B5EF4-FFF2-40B4-BE49-F238E27FC236}">
                <a16:creationId xmlns:a16="http://schemas.microsoft.com/office/drawing/2014/main" id="{7DA9D9FD-B52B-4CA2-864C-B60C46947D74}"/>
              </a:ext>
            </a:extLst>
          </p:cNvPr>
          <p:cNvSpPr txBox="1">
            <a:spLocks noChangeArrowheads="1"/>
          </p:cNvSpPr>
          <p:nvPr/>
        </p:nvSpPr>
        <p:spPr bwMode="auto">
          <a:xfrm>
            <a:off x="6053138" y="5864225"/>
            <a:ext cx="30400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r>
              <a:rPr kumimoji="0" lang="en-US" altLang="zh-CN" sz="2400">
                <a:latin typeface="Palatino Linotype" panose="02040502050505030304" pitchFamily="18" charset="0"/>
                <a:ea typeface="Arial Unicode MS" pitchFamily="34" charset="-122"/>
              </a:rPr>
              <a:t>c. </a:t>
            </a:r>
            <a:r>
              <a:rPr kumimoji="0" lang="zh-CN" altLang="en-US" sz="2400">
                <a:latin typeface="Palatino Linotype" panose="02040502050505030304" pitchFamily="18" charset="0"/>
                <a:ea typeface="Arial Unicode MS" pitchFamily="34" charset="-122"/>
              </a:rPr>
              <a:t>完整的实体</a:t>
            </a:r>
            <a:r>
              <a:rPr kumimoji="0" lang="en-US" altLang="zh-CN" sz="2400">
                <a:latin typeface="Palatino Linotype" panose="02040502050505030304" pitchFamily="18" charset="0"/>
                <a:ea typeface="Arial Unicode MS" pitchFamily="34" charset="-122"/>
              </a:rPr>
              <a:t>-</a:t>
            </a:r>
            <a:r>
              <a:rPr kumimoji="0" lang="zh-CN" altLang="en-US" sz="2400">
                <a:latin typeface="Palatino Linotype" panose="02040502050505030304" pitchFamily="18" charset="0"/>
                <a:ea typeface="Arial Unicode MS" pitchFamily="34" charset="-122"/>
              </a:rPr>
              <a:t>联系图</a:t>
            </a:r>
          </a:p>
        </p:txBody>
      </p:sp>
      <p:grpSp>
        <p:nvGrpSpPr>
          <p:cNvPr id="153603" name="组合 12">
            <a:extLst>
              <a:ext uri="{FF2B5EF4-FFF2-40B4-BE49-F238E27FC236}">
                <a16:creationId xmlns:a16="http://schemas.microsoft.com/office/drawing/2014/main" id="{965A935C-9345-41F6-A810-0A7E8A7B183E}"/>
              </a:ext>
            </a:extLst>
          </p:cNvPr>
          <p:cNvGrpSpPr>
            <a:grpSpLocks/>
          </p:cNvGrpSpPr>
          <p:nvPr/>
        </p:nvGrpSpPr>
        <p:grpSpPr bwMode="auto">
          <a:xfrm>
            <a:off x="3633788" y="1824038"/>
            <a:ext cx="1500187" cy="2260600"/>
            <a:chOff x="3705849" y="2372359"/>
            <a:chExt cx="1501541" cy="2259555"/>
          </a:xfrm>
        </p:grpSpPr>
        <p:sp>
          <p:nvSpPr>
            <p:cNvPr id="153646" name="菱形 13">
              <a:extLst>
                <a:ext uri="{FF2B5EF4-FFF2-40B4-BE49-F238E27FC236}">
                  <a16:creationId xmlns:a16="http://schemas.microsoft.com/office/drawing/2014/main" id="{3DC4E6F7-3DEA-4B84-BE45-D7DF9BEE9EBF}"/>
                </a:ext>
              </a:extLst>
            </p:cNvPr>
            <p:cNvSpPr>
              <a:spLocks noChangeArrowheads="1"/>
            </p:cNvSpPr>
            <p:nvPr/>
          </p:nvSpPr>
          <p:spPr bwMode="auto">
            <a:xfrm>
              <a:off x="3705849" y="3183868"/>
              <a:ext cx="1501541" cy="827772"/>
            </a:xfrm>
            <a:prstGeom prst="diamond">
              <a:avLst/>
            </a:prstGeom>
            <a:solidFill>
              <a:schemeClr val="bg1"/>
            </a:solidFill>
            <a:ln w="28575" algn="ctr">
              <a:solidFill>
                <a:schemeClr val="tx1"/>
              </a:solidFill>
              <a:round/>
              <a:headEnd/>
              <a:tailEnd/>
            </a:ln>
          </p:spPr>
          <p:txBody>
            <a:bodyPr wrap="none"/>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r>
                <a:rPr kumimoji="0" lang="zh-CN" altLang="en-US" sz="2400">
                  <a:latin typeface="宋体" panose="02010600030101010101" pitchFamily="2" charset="-122"/>
                  <a:ea typeface="宋体" panose="02010600030101010101" pitchFamily="2" charset="-122"/>
                </a:rPr>
                <a:t>存放</a:t>
              </a:r>
            </a:p>
          </p:txBody>
        </p:sp>
        <p:cxnSp>
          <p:nvCxnSpPr>
            <p:cNvPr id="153647" name="直接连接符 14">
              <a:extLst>
                <a:ext uri="{FF2B5EF4-FFF2-40B4-BE49-F238E27FC236}">
                  <a16:creationId xmlns:a16="http://schemas.microsoft.com/office/drawing/2014/main" id="{414697CA-8C5E-4A20-8550-688743DB9A98}"/>
                </a:ext>
              </a:extLst>
            </p:cNvPr>
            <p:cNvCxnSpPr>
              <a:cxnSpLocks noChangeShapeType="1"/>
              <a:endCxn id="153646" idx="0"/>
            </p:cNvCxnSpPr>
            <p:nvPr/>
          </p:nvCxnSpPr>
          <p:spPr bwMode="auto">
            <a:xfrm>
              <a:off x="4456620" y="2372359"/>
              <a:ext cx="0" cy="811509"/>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53648" name="直接连接符 15">
              <a:extLst>
                <a:ext uri="{FF2B5EF4-FFF2-40B4-BE49-F238E27FC236}">
                  <a16:creationId xmlns:a16="http://schemas.microsoft.com/office/drawing/2014/main" id="{67285408-D71F-4F97-9DA1-0FA4E36D6F24}"/>
                </a:ext>
              </a:extLst>
            </p:cNvPr>
            <p:cNvCxnSpPr>
              <a:cxnSpLocks noChangeShapeType="1"/>
              <a:stCxn id="153646" idx="2"/>
            </p:cNvCxnSpPr>
            <p:nvPr/>
          </p:nvCxnSpPr>
          <p:spPr bwMode="auto">
            <a:xfrm>
              <a:off x="4456620" y="4011640"/>
              <a:ext cx="1917" cy="620274"/>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grpSp>
        <p:nvGrpSpPr>
          <p:cNvPr id="153604" name="组合 16">
            <a:extLst>
              <a:ext uri="{FF2B5EF4-FFF2-40B4-BE49-F238E27FC236}">
                <a16:creationId xmlns:a16="http://schemas.microsoft.com/office/drawing/2014/main" id="{07236909-1CD3-4326-B92E-9443ED8FA528}"/>
              </a:ext>
            </a:extLst>
          </p:cNvPr>
          <p:cNvGrpSpPr>
            <a:grpSpLocks/>
          </p:cNvGrpSpPr>
          <p:nvPr/>
        </p:nvGrpSpPr>
        <p:grpSpPr bwMode="auto">
          <a:xfrm>
            <a:off x="4502150" y="2092325"/>
            <a:ext cx="398463" cy="1843088"/>
            <a:chOff x="4575706" y="2639569"/>
            <a:chExt cx="397866" cy="1844469"/>
          </a:xfrm>
        </p:grpSpPr>
        <p:sp>
          <p:nvSpPr>
            <p:cNvPr id="153644" name="文本框 17">
              <a:extLst>
                <a:ext uri="{FF2B5EF4-FFF2-40B4-BE49-F238E27FC236}">
                  <a16:creationId xmlns:a16="http://schemas.microsoft.com/office/drawing/2014/main" id="{83C803F2-B4D8-41CD-A66D-344B5B4C7148}"/>
                </a:ext>
              </a:extLst>
            </p:cNvPr>
            <p:cNvSpPr txBox="1">
              <a:spLocks noChangeArrowheads="1"/>
            </p:cNvSpPr>
            <p:nvPr/>
          </p:nvSpPr>
          <p:spPr bwMode="auto">
            <a:xfrm>
              <a:off x="4575706" y="2639569"/>
              <a:ext cx="3978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r>
                <a:rPr kumimoji="0" lang="en-US" altLang="zh-CN" sz="2000"/>
                <a:t>m</a:t>
              </a:r>
              <a:endParaRPr kumimoji="0" lang="zh-CN" altLang="en-US" sz="2000"/>
            </a:p>
          </p:txBody>
        </p:sp>
        <p:sp>
          <p:nvSpPr>
            <p:cNvPr id="153645" name="文本框 18">
              <a:extLst>
                <a:ext uri="{FF2B5EF4-FFF2-40B4-BE49-F238E27FC236}">
                  <a16:creationId xmlns:a16="http://schemas.microsoft.com/office/drawing/2014/main" id="{E93EDB31-F69F-4BF8-80ED-A18F45F05DDE}"/>
                </a:ext>
              </a:extLst>
            </p:cNvPr>
            <p:cNvSpPr txBox="1">
              <a:spLocks noChangeArrowheads="1"/>
            </p:cNvSpPr>
            <p:nvPr/>
          </p:nvSpPr>
          <p:spPr bwMode="auto">
            <a:xfrm>
              <a:off x="4575706" y="4083928"/>
              <a:ext cx="327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r>
                <a:rPr kumimoji="0" lang="en-US" altLang="zh-CN" sz="2000"/>
                <a:t>n</a:t>
              </a:r>
              <a:endParaRPr kumimoji="0" lang="zh-CN" altLang="en-US" sz="2000"/>
            </a:p>
          </p:txBody>
        </p:sp>
      </p:grpSp>
      <p:grpSp>
        <p:nvGrpSpPr>
          <p:cNvPr id="153605" name="组合 19">
            <a:extLst>
              <a:ext uri="{FF2B5EF4-FFF2-40B4-BE49-F238E27FC236}">
                <a16:creationId xmlns:a16="http://schemas.microsoft.com/office/drawing/2014/main" id="{76C0F2D7-7468-4281-8412-DC69FB2B9C7F}"/>
              </a:ext>
            </a:extLst>
          </p:cNvPr>
          <p:cNvGrpSpPr>
            <a:grpSpLocks/>
          </p:cNvGrpSpPr>
          <p:nvPr/>
        </p:nvGrpSpPr>
        <p:grpSpPr bwMode="auto">
          <a:xfrm>
            <a:off x="4978400" y="1155700"/>
            <a:ext cx="2605088" cy="827088"/>
            <a:chOff x="5050980" y="1703131"/>
            <a:chExt cx="2605850" cy="827772"/>
          </a:xfrm>
        </p:grpSpPr>
        <p:sp>
          <p:nvSpPr>
            <p:cNvPr id="153641" name="菱形 20">
              <a:extLst>
                <a:ext uri="{FF2B5EF4-FFF2-40B4-BE49-F238E27FC236}">
                  <a16:creationId xmlns:a16="http://schemas.microsoft.com/office/drawing/2014/main" id="{8116B478-6BC2-4626-B713-003483DB5F6D}"/>
                </a:ext>
              </a:extLst>
            </p:cNvPr>
            <p:cNvSpPr>
              <a:spLocks noChangeArrowheads="1"/>
            </p:cNvSpPr>
            <p:nvPr/>
          </p:nvSpPr>
          <p:spPr bwMode="auto">
            <a:xfrm>
              <a:off x="5603134" y="1703131"/>
              <a:ext cx="1501541" cy="827772"/>
            </a:xfrm>
            <a:prstGeom prst="diamond">
              <a:avLst/>
            </a:prstGeom>
            <a:solidFill>
              <a:schemeClr val="bg1"/>
            </a:solidFill>
            <a:ln w="28575" algn="ctr">
              <a:solidFill>
                <a:schemeClr val="tx1"/>
              </a:solidFill>
              <a:round/>
              <a:headEnd/>
              <a:tailEnd/>
            </a:ln>
          </p:spPr>
          <p:txBody>
            <a:bodyPr wrap="none"/>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r>
                <a:rPr kumimoji="0" lang="zh-CN" altLang="en-US" sz="2400">
                  <a:latin typeface="宋体" panose="02010600030101010101" pitchFamily="2" charset="-122"/>
                  <a:ea typeface="宋体" panose="02010600030101010101" pitchFamily="2" charset="-122"/>
                </a:rPr>
                <a:t>工作</a:t>
              </a:r>
            </a:p>
          </p:txBody>
        </p:sp>
        <p:cxnSp>
          <p:nvCxnSpPr>
            <p:cNvPr id="153642" name="直接连接符 21">
              <a:extLst>
                <a:ext uri="{FF2B5EF4-FFF2-40B4-BE49-F238E27FC236}">
                  <a16:creationId xmlns:a16="http://schemas.microsoft.com/office/drawing/2014/main" id="{AE825F8B-FE1E-4970-AFE7-3116BF31634F}"/>
                </a:ext>
              </a:extLst>
            </p:cNvPr>
            <p:cNvCxnSpPr>
              <a:cxnSpLocks noChangeShapeType="1"/>
              <a:endCxn id="153641" idx="1"/>
            </p:cNvCxnSpPr>
            <p:nvPr/>
          </p:nvCxnSpPr>
          <p:spPr bwMode="auto">
            <a:xfrm>
              <a:off x="5050980" y="2114444"/>
              <a:ext cx="552154" cy="257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53643" name="直接连接符 22">
              <a:extLst>
                <a:ext uri="{FF2B5EF4-FFF2-40B4-BE49-F238E27FC236}">
                  <a16:creationId xmlns:a16="http://schemas.microsoft.com/office/drawing/2014/main" id="{A6B26189-8FD2-401D-89B2-5791D4C70F21}"/>
                </a:ext>
              </a:extLst>
            </p:cNvPr>
            <p:cNvCxnSpPr>
              <a:cxnSpLocks noChangeShapeType="1"/>
              <a:stCxn id="153641" idx="3"/>
            </p:cNvCxnSpPr>
            <p:nvPr/>
          </p:nvCxnSpPr>
          <p:spPr bwMode="auto">
            <a:xfrm flipV="1">
              <a:off x="7104675" y="2114444"/>
              <a:ext cx="552155" cy="257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grpSp>
        <p:nvGrpSpPr>
          <p:cNvPr id="153606" name="组合 23">
            <a:extLst>
              <a:ext uri="{FF2B5EF4-FFF2-40B4-BE49-F238E27FC236}">
                <a16:creationId xmlns:a16="http://schemas.microsoft.com/office/drawing/2014/main" id="{0FDFEEFB-E909-4278-9869-AC187764BB2E}"/>
              </a:ext>
            </a:extLst>
          </p:cNvPr>
          <p:cNvGrpSpPr>
            <a:grpSpLocks/>
          </p:cNvGrpSpPr>
          <p:nvPr/>
        </p:nvGrpSpPr>
        <p:grpSpPr bwMode="auto">
          <a:xfrm>
            <a:off x="5091113" y="1223963"/>
            <a:ext cx="2336800" cy="403225"/>
            <a:chOff x="5163390" y="1771324"/>
            <a:chExt cx="2338049" cy="403983"/>
          </a:xfrm>
        </p:grpSpPr>
        <p:sp>
          <p:nvSpPr>
            <p:cNvPr id="153639" name="文本框 24">
              <a:extLst>
                <a:ext uri="{FF2B5EF4-FFF2-40B4-BE49-F238E27FC236}">
                  <a16:creationId xmlns:a16="http://schemas.microsoft.com/office/drawing/2014/main" id="{384D7AFE-388D-402F-8063-767792B9A325}"/>
                </a:ext>
              </a:extLst>
            </p:cNvPr>
            <p:cNvSpPr txBox="1">
              <a:spLocks noChangeArrowheads="1"/>
            </p:cNvSpPr>
            <p:nvPr/>
          </p:nvSpPr>
          <p:spPr bwMode="auto">
            <a:xfrm>
              <a:off x="5163390" y="1771324"/>
              <a:ext cx="327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r>
                <a:rPr kumimoji="0" lang="en-US" altLang="zh-CN" sz="2000"/>
                <a:t>1</a:t>
              </a:r>
              <a:endParaRPr kumimoji="0" lang="zh-CN" altLang="en-US" sz="2000"/>
            </a:p>
          </p:txBody>
        </p:sp>
        <p:sp>
          <p:nvSpPr>
            <p:cNvPr id="153640" name="文本框 25">
              <a:extLst>
                <a:ext uri="{FF2B5EF4-FFF2-40B4-BE49-F238E27FC236}">
                  <a16:creationId xmlns:a16="http://schemas.microsoft.com/office/drawing/2014/main" id="{636FBF03-32BB-4E61-A249-A615A9824B4A}"/>
                </a:ext>
              </a:extLst>
            </p:cNvPr>
            <p:cNvSpPr txBox="1">
              <a:spLocks noChangeArrowheads="1"/>
            </p:cNvSpPr>
            <p:nvPr/>
          </p:nvSpPr>
          <p:spPr bwMode="auto">
            <a:xfrm>
              <a:off x="7174105" y="1775197"/>
              <a:ext cx="327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r>
                <a:rPr kumimoji="0" lang="en-US" altLang="zh-CN" sz="2000"/>
                <a:t>n</a:t>
              </a:r>
              <a:endParaRPr kumimoji="0" lang="zh-CN" altLang="en-US" sz="2000"/>
            </a:p>
          </p:txBody>
        </p:sp>
      </p:grpSp>
      <p:grpSp>
        <p:nvGrpSpPr>
          <p:cNvPr id="153607" name="组合 26">
            <a:extLst>
              <a:ext uri="{FF2B5EF4-FFF2-40B4-BE49-F238E27FC236}">
                <a16:creationId xmlns:a16="http://schemas.microsoft.com/office/drawing/2014/main" id="{CF10167F-8C91-44CE-9EF5-564EFE1A71BD}"/>
              </a:ext>
            </a:extLst>
          </p:cNvPr>
          <p:cNvGrpSpPr>
            <a:grpSpLocks/>
          </p:cNvGrpSpPr>
          <p:nvPr/>
        </p:nvGrpSpPr>
        <p:grpSpPr bwMode="auto">
          <a:xfrm>
            <a:off x="7427913" y="1824038"/>
            <a:ext cx="1501775" cy="1636712"/>
            <a:chOff x="7500419" y="2372359"/>
            <a:chExt cx="1501541" cy="1636360"/>
          </a:xfrm>
        </p:grpSpPr>
        <p:sp>
          <p:nvSpPr>
            <p:cNvPr id="153636" name="菱形 27">
              <a:extLst>
                <a:ext uri="{FF2B5EF4-FFF2-40B4-BE49-F238E27FC236}">
                  <a16:creationId xmlns:a16="http://schemas.microsoft.com/office/drawing/2014/main" id="{1A45EF74-D5F1-4F52-85AD-A4380D3D388E}"/>
                </a:ext>
              </a:extLst>
            </p:cNvPr>
            <p:cNvSpPr>
              <a:spLocks noChangeArrowheads="1"/>
            </p:cNvSpPr>
            <p:nvPr/>
          </p:nvSpPr>
          <p:spPr bwMode="auto">
            <a:xfrm>
              <a:off x="7500419" y="3180947"/>
              <a:ext cx="1501541" cy="827772"/>
            </a:xfrm>
            <a:prstGeom prst="diamond">
              <a:avLst/>
            </a:prstGeom>
            <a:solidFill>
              <a:schemeClr val="bg1"/>
            </a:solidFill>
            <a:ln w="28575" algn="ctr">
              <a:solidFill>
                <a:schemeClr val="tx1"/>
              </a:solidFill>
              <a:round/>
              <a:headEnd/>
              <a:tailEnd/>
            </a:ln>
          </p:spPr>
          <p:txBody>
            <a:bodyPr wrap="none"/>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r>
                <a:rPr kumimoji="0" lang="zh-CN" altLang="en-US" sz="2400">
                  <a:latin typeface="宋体" panose="02010600030101010101" pitchFamily="2" charset="-122"/>
                  <a:ea typeface="宋体" panose="02010600030101010101" pitchFamily="2" charset="-122"/>
                </a:rPr>
                <a:t>领导</a:t>
              </a:r>
            </a:p>
          </p:txBody>
        </p:sp>
        <p:cxnSp>
          <p:nvCxnSpPr>
            <p:cNvPr id="153637" name="直接连接符 28">
              <a:extLst>
                <a:ext uri="{FF2B5EF4-FFF2-40B4-BE49-F238E27FC236}">
                  <a16:creationId xmlns:a16="http://schemas.microsoft.com/office/drawing/2014/main" id="{6FEBCA87-33B4-4BA7-9AF4-27AE12170047}"/>
                </a:ext>
              </a:extLst>
            </p:cNvPr>
            <p:cNvCxnSpPr>
              <a:cxnSpLocks noChangeShapeType="1"/>
            </p:cNvCxnSpPr>
            <p:nvPr/>
          </p:nvCxnSpPr>
          <p:spPr bwMode="auto">
            <a:xfrm flipH="1">
              <a:off x="7931217" y="2372359"/>
              <a:ext cx="9625" cy="98685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53638" name="直接连接符 29">
              <a:extLst>
                <a:ext uri="{FF2B5EF4-FFF2-40B4-BE49-F238E27FC236}">
                  <a16:creationId xmlns:a16="http://schemas.microsoft.com/office/drawing/2014/main" id="{7D0E74AD-09DA-4A50-9865-E0C4F5375B05}"/>
                </a:ext>
              </a:extLst>
            </p:cNvPr>
            <p:cNvCxnSpPr>
              <a:cxnSpLocks noChangeShapeType="1"/>
            </p:cNvCxnSpPr>
            <p:nvPr/>
          </p:nvCxnSpPr>
          <p:spPr bwMode="auto">
            <a:xfrm flipV="1">
              <a:off x="8457704" y="2390266"/>
              <a:ext cx="0" cy="939471"/>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grpSp>
        <p:nvGrpSpPr>
          <p:cNvPr id="153608" name="组合 30">
            <a:extLst>
              <a:ext uri="{FF2B5EF4-FFF2-40B4-BE49-F238E27FC236}">
                <a16:creationId xmlns:a16="http://schemas.microsoft.com/office/drawing/2014/main" id="{5BF9CD4F-24B4-4E07-81C3-CCE02AA63F81}"/>
              </a:ext>
            </a:extLst>
          </p:cNvPr>
          <p:cNvGrpSpPr>
            <a:grpSpLocks/>
          </p:cNvGrpSpPr>
          <p:nvPr/>
        </p:nvGrpSpPr>
        <p:grpSpPr bwMode="auto">
          <a:xfrm>
            <a:off x="7478713" y="2039938"/>
            <a:ext cx="1274762" cy="403225"/>
            <a:chOff x="6227736" y="1775197"/>
            <a:chExt cx="1273703" cy="402949"/>
          </a:xfrm>
        </p:grpSpPr>
        <p:sp>
          <p:nvSpPr>
            <p:cNvPr id="153634" name="文本框 31">
              <a:extLst>
                <a:ext uri="{FF2B5EF4-FFF2-40B4-BE49-F238E27FC236}">
                  <a16:creationId xmlns:a16="http://schemas.microsoft.com/office/drawing/2014/main" id="{5A21936E-C65E-4802-A023-E4CA807CBDB5}"/>
                </a:ext>
              </a:extLst>
            </p:cNvPr>
            <p:cNvSpPr txBox="1">
              <a:spLocks noChangeArrowheads="1"/>
            </p:cNvSpPr>
            <p:nvPr/>
          </p:nvSpPr>
          <p:spPr bwMode="auto">
            <a:xfrm>
              <a:off x="6227736" y="1778036"/>
              <a:ext cx="327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r>
                <a:rPr kumimoji="0" lang="en-US" altLang="zh-CN" sz="2000"/>
                <a:t>1</a:t>
              </a:r>
              <a:endParaRPr kumimoji="0" lang="zh-CN" altLang="en-US" sz="2000"/>
            </a:p>
          </p:txBody>
        </p:sp>
        <p:sp>
          <p:nvSpPr>
            <p:cNvPr id="153635" name="文本框 32">
              <a:extLst>
                <a:ext uri="{FF2B5EF4-FFF2-40B4-BE49-F238E27FC236}">
                  <a16:creationId xmlns:a16="http://schemas.microsoft.com/office/drawing/2014/main" id="{47961B35-ABD4-40AF-B7E7-2769AAE34284}"/>
                </a:ext>
              </a:extLst>
            </p:cNvPr>
            <p:cNvSpPr txBox="1">
              <a:spLocks noChangeArrowheads="1"/>
            </p:cNvSpPr>
            <p:nvPr/>
          </p:nvSpPr>
          <p:spPr bwMode="auto">
            <a:xfrm>
              <a:off x="7174105" y="1775197"/>
              <a:ext cx="327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r>
                <a:rPr kumimoji="0" lang="en-US" altLang="zh-CN" sz="2000"/>
                <a:t>n</a:t>
              </a:r>
              <a:endParaRPr kumimoji="0" lang="zh-CN" altLang="en-US" sz="2000"/>
            </a:p>
          </p:txBody>
        </p:sp>
      </p:grpSp>
      <p:grpSp>
        <p:nvGrpSpPr>
          <p:cNvPr id="153609" name="组合 33">
            <a:extLst>
              <a:ext uri="{FF2B5EF4-FFF2-40B4-BE49-F238E27FC236}">
                <a16:creationId xmlns:a16="http://schemas.microsoft.com/office/drawing/2014/main" id="{2EFBF0A1-E1BF-4F62-AFEF-81704B7311B7}"/>
              </a:ext>
            </a:extLst>
          </p:cNvPr>
          <p:cNvGrpSpPr>
            <a:grpSpLocks/>
          </p:cNvGrpSpPr>
          <p:nvPr/>
        </p:nvGrpSpPr>
        <p:grpSpPr bwMode="auto">
          <a:xfrm>
            <a:off x="669925" y="2033588"/>
            <a:ext cx="3706813" cy="2063750"/>
            <a:chOff x="743429" y="2581771"/>
            <a:chExt cx="3705360" cy="2063676"/>
          </a:xfrm>
        </p:grpSpPr>
        <p:sp>
          <p:nvSpPr>
            <p:cNvPr id="153630" name="菱形 34">
              <a:extLst>
                <a:ext uri="{FF2B5EF4-FFF2-40B4-BE49-F238E27FC236}">
                  <a16:creationId xmlns:a16="http://schemas.microsoft.com/office/drawing/2014/main" id="{8D62DBC0-08CF-4D8D-B2AE-090C26E88E58}"/>
                </a:ext>
              </a:extLst>
            </p:cNvPr>
            <p:cNvSpPr>
              <a:spLocks noChangeArrowheads="1"/>
            </p:cNvSpPr>
            <p:nvPr/>
          </p:nvSpPr>
          <p:spPr bwMode="auto">
            <a:xfrm>
              <a:off x="1207337" y="3104596"/>
              <a:ext cx="1501541" cy="827772"/>
            </a:xfrm>
            <a:prstGeom prst="diamond">
              <a:avLst/>
            </a:prstGeom>
            <a:solidFill>
              <a:schemeClr val="bg1"/>
            </a:solidFill>
            <a:ln w="28575" algn="ctr">
              <a:solidFill>
                <a:schemeClr val="tx1"/>
              </a:solidFill>
              <a:round/>
              <a:headEnd/>
              <a:tailEnd/>
            </a:ln>
          </p:spPr>
          <p:txBody>
            <a:bodyPr wrap="none"/>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r>
                <a:rPr kumimoji="0" lang="zh-CN" altLang="en-US" sz="2400">
                  <a:latin typeface="宋体" panose="02010600030101010101" pitchFamily="2" charset="-122"/>
                  <a:ea typeface="宋体" panose="02010600030101010101" pitchFamily="2" charset="-122"/>
                </a:rPr>
                <a:t>供应</a:t>
              </a:r>
            </a:p>
          </p:txBody>
        </p:sp>
        <p:cxnSp>
          <p:nvCxnSpPr>
            <p:cNvPr id="153631" name="直接连接符 35">
              <a:extLst>
                <a:ext uri="{FF2B5EF4-FFF2-40B4-BE49-F238E27FC236}">
                  <a16:creationId xmlns:a16="http://schemas.microsoft.com/office/drawing/2014/main" id="{AAE73859-1834-46B1-A1C7-544D272B88F6}"/>
                </a:ext>
              </a:extLst>
            </p:cNvPr>
            <p:cNvCxnSpPr>
              <a:cxnSpLocks noChangeShapeType="1"/>
              <a:endCxn id="153630" idx="0"/>
            </p:cNvCxnSpPr>
            <p:nvPr/>
          </p:nvCxnSpPr>
          <p:spPr bwMode="auto">
            <a:xfrm>
              <a:off x="1957261" y="2581771"/>
              <a:ext cx="847" cy="52282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53632" name="直接连接符 36">
              <a:extLst>
                <a:ext uri="{FF2B5EF4-FFF2-40B4-BE49-F238E27FC236}">
                  <a16:creationId xmlns:a16="http://schemas.microsoft.com/office/drawing/2014/main" id="{1C7674B0-C209-46B6-9A41-A6CA92BD85C6}"/>
                </a:ext>
              </a:extLst>
            </p:cNvPr>
            <p:cNvCxnSpPr>
              <a:cxnSpLocks noChangeShapeType="1"/>
              <a:stCxn id="153630" idx="1"/>
              <a:endCxn id="153617" idx="0"/>
            </p:cNvCxnSpPr>
            <p:nvPr/>
          </p:nvCxnSpPr>
          <p:spPr bwMode="auto">
            <a:xfrm flipH="1">
              <a:off x="743429" y="3518482"/>
              <a:ext cx="463908" cy="111343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53633" name="直接连接符 37">
              <a:extLst>
                <a:ext uri="{FF2B5EF4-FFF2-40B4-BE49-F238E27FC236}">
                  <a16:creationId xmlns:a16="http://schemas.microsoft.com/office/drawing/2014/main" id="{76E1E46D-1109-4C66-9A69-6A17694897F4}"/>
                </a:ext>
              </a:extLst>
            </p:cNvPr>
            <p:cNvCxnSpPr>
              <a:cxnSpLocks noChangeShapeType="1"/>
              <a:stCxn id="153630" idx="3"/>
            </p:cNvCxnSpPr>
            <p:nvPr/>
          </p:nvCxnSpPr>
          <p:spPr bwMode="auto">
            <a:xfrm>
              <a:off x="2708878" y="3518482"/>
              <a:ext cx="1739911" cy="112696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grpSp>
        <p:nvGrpSpPr>
          <p:cNvPr id="153610" name="组合 38">
            <a:extLst>
              <a:ext uri="{FF2B5EF4-FFF2-40B4-BE49-F238E27FC236}">
                <a16:creationId xmlns:a16="http://schemas.microsoft.com/office/drawing/2014/main" id="{8E94B346-9C51-4485-B0DA-A28D9A27FBCE}"/>
              </a:ext>
            </a:extLst>
          </p:cNvPr>
          <p:cNvGrpSpPr>
            <a:grpSpLocks/>
          </p:cNvGrpSpPr>
          <p:nvPr/>
        </p:nvGrpSpPr>
        <p:grpSpPr bwMode="auto">
          <a:xfrm>
            <a:off x="461963" y="1981200"/>
            <a:ext cx="2803525" cy="1809750"/>
            <a:chOff x="534611" y="2528843"/>
            <a:chExt cx="2803865" cy="1809907"/>
          </a:xfrm>
        </p:grpSpPr>
        <p:sp>
          <p:nvSpPr>
            <p:cNvPr id="153627" name="文本框 39">
              <a:extLst>
                <a:ext uri="{FF2B5EF4-FFF2-40B4-BE49-F238E27FC236}">
                  <a16:creationId xmlns:a16="http://schemas.microsoft.com/office/drawing/2014/main" id="{1E7D96E9-6B50-4D56-A316-7178D4BC0175}"/>
                </a:ext>
              </a:extLst>
            </p:cNvPr>
            <p:cNvSpPr txBox="1">
              <a:spLocks noChangeArrowheads="1"/>
            </p:cNvSpPr>
            <p:nvPr/>
          </p:nvSpPr>
          <p:spPr bwMode="auto">
            <a:xfrm>
              <a:off x="1508510" y="2528843"/>
              <a:ext cx="3978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r>
                <a:rPr kumimoji="0" lang="en-US" altLang="zh-CN" sz="2000"/>
                <a:t>m</a:t>
              </a:r>
              <a:endParaRPr kumimoji="0" lang="zh-CN" altLang="en-US" sz="2000"/>
            </a:p>
          </p:txBody>
        </p:sp>
        <p:sp>
          <p:nvSpPr>
            <p:cNvPr id="153628" name="文本框 40">
              <a:extLst>
                <a:ext uri="{FF2B5EF4-FFF2-40B4-BE49-F238E27FC236}">
                  <a16:creationId xmlns:a16="http://schemas.microsoft.com/office/drawing/2014/main" id="{3880E664-5E20-4786-A676-75F8F7F50E64}"/>
                </a:ext>
              </a:extLst>
            </p:cNvPr>
            <p:cNvSpPr txBox="1">
              <a:spLocks noChangeArrowheads="1"/>
            </p:cNvSpPr>
            <p:nvPr/>
          </p:nvSpPr>
          <p:spPr bwMode="auto">
            <a:xfrm>
              <a:off x="534611" y="3932368"/>
              <a:ext cx="327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r>
                <a:rPr kumimoji="0" lang="en-US" altLang="zh-CN" sz="2000"/>
                <a:t>n</a:t>
              </a:r>
              <a:endParaRPr kumimoji="0" lang="zh-CN" altLang="en-US" sz="2000"/>
            </a:p>
          </p:txBody>
        </p:sp>
        <p:sp>
          <p:nvSpPr>
            <p:cNvPr id="153629" name="文本框 41">
              <a:extLst>
                <a:ext uri="{FF2B5EF4-FFF2-40B4-BE49-F238E27FC236}">
                  <a16:creationId xmlns:a16="http://schemas.microsoft.com/office/drawing/2014/main" id="{3D81BBE4-3577-43C3-AA79-C273AB6E67D6}"/>
                </a:ext>
              </a:extLst>
            </p:cNvPr>
            <p:cNvSpPr txBox="1">
              <a:spLocks noChangeArrowheads="1"/>
            </p:cNvSpPr>
            <p:nvPr/>
          </p:nvSpPr>
          <p:spPr bwMode="auto">
            <a:xfrm>
              <a:off x="3011142" y="3938640"/>
              <a:ext cx="327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r>
                <a:rPr kumimoji="0" lang="en-US" altLang="zh-CN" sz="2000"/>
                <a:t>p</a:t>
              </a:r>
              <a:endParaRPr kumimoji="0" lang="zh-CN" altLang="en-US" sz="2000"/>
            </a:p>
          </p:txBody>
        </p:sp>
      </p:grpSp>
      <p:grpSp>
        <p:nvGrpSpPr>
          <p:cNvPr id="153611" name="组合 42">
            <a:extLst>
              <a:ext uri="{FF2B5EF4-FFF2-40B4-BE49-F238E27FC236}">
                <a16:creationId xmlns:a16="http://schemas.microsoft.com/office/drawing/2014/main" id="{8A113328-C3CD-471E-96B5-3458908020A9}"/>
              </a:ext>
            </a:extLst>
          </p:cNvPr>
          <p:cNvGrpSpPr>
            <a:grpSpLocks/>
          </p:cNvGrpSpPr>
          <p:nvPr/>
        </p:nvGrpSpPr>
        <p:grpSpPr bwMode="auto">
          <a:xfrm>
            <a:off x="5133975" y="2789238"/>
            <a:ext cx="1765300" cy="515937"/>
            <a:chOff x="5207390" y="3336980"/>
            <a:chExt cx="1764803" cy="515706"/>
          </a:xfrm>
        </p:grpSpPr>
        <p:sp>
          <p:nvSpPr>
            <p:cNvPr id="153625" name="矩形 43">
              <a:extLst>
                <a:ext uri="{FF2B5EF4-FFF2-40B4-BE49-F238E27FC236}">
                  <a16:creationId xmlns:a16="http://schemas.microsoft.com/office/drawing/2014/main" id="{A01382FA-6A59-4283-B772-ECE4027BF346}"/>
                </a:ext>
              </a:extLst>
            </p:cNvPr>
            <p:cNvSpPr>
              <a:spLocks noChangeArrowheads="1"/>
            </p:cNvSpPr>
            <p:nvPr/>
          </p:nvSpPr>
          <p:spPr bwMode="auto">
            <a:xfrm>
              <a:off x="6000120" y="3336980"/>
              <a:ext cx="972073" cy="515706"/>
            </a:xfrm>
            <a:prstGeom prst="rect">
              <a:avLst/>
            </a:prstGeom>
            <a:noFill/>
            <a:ln w="127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r>
                <a:rPr kumimoji="0" lang="zh-CN" altLang="en-US" sz="2400">
                  <a:latin typeface="宋体" panose="02010600030101010101" pitchFamily="2" charset="-122"/>
                  <a:ea typeface="宋体" panose="02010600030101010101" pitchFamily="2" charset="-122"/>
                </a:rPr>
                <a:t>库存量</a:t>
              </a:r>
            </a:p>
          </p:txBody>
        </p:sp>
        <p:cxnSp>
          <p:nvCxnSpPr>
            <p:cNvPr id="153626" name="直接连接符 44">
              <a:extLst>
                <a:ext uri="{FF2B5EF4-FFF2-40B4-BE49-F238E27FC236}">
                  <a16:creationId xmlns:a16="http://schemas.microsoft.com/office/drawing/2014/main" id="{224E3EA7-F0D0-4BB5-BEBB-279C7EF887C1}"/>
                </a:ext>
              </a:extLst>
            </p:cNvPr>
            <p:cNvCxnSpPr>
              <a:cxnSpLocks noChangeShapeType="1"/>
              <a:stCxn id="153646" idx="3"/>
              <a:endCxn id="153625" idx="1"/>
            </p:cNvCxnSpPr>
            <p:nvPr/>
          </p:nvCxnSpPr>
          <p:spPr bwMode="auto">
            <a:xfrm flipV="1">
              <a:off x="5207390" y="3594833"/>
              <a:ext cx="792730" cy="2921"/>
            </a:xfrm>
            <a:prstGeom prst="line">
              <a:avLst/>
            </a:prstGeom>
            <a:noFill/>
            <a:ln w="9525" algn="ctr">
              <a:solidFill>
                <a:schemeClr val="tx1"/>
              </a:solidFill>
              <a:prstDash val="dash"/>
              <a:round/>
              <a:headEnd/>
              <a:tailEnd/>
            </a:ln>
            <a:extLst>
              <a:ext uri="{909E8E84-426E-40DD-AFC4-6F175D3DCCD1}">
                <a14:hiddenFill xmlns:a14="http://schemas.microsoft.com/office/drawing/2010/main">
                  <a:noFill/>
                </a14:hiddenFill>
              </a:ext>
            </a:extLst>
          </p:spPr>
        </p:cxnSp>
      </p:grpSp>
      <p:grpSp>
        <p:nvGrpSpPr>
          <p:cNvPr id="153612" name="组合 45">
            <a:extLst>
              <a:ext uri="{FF2B5EF4-FFF2-40B4-BE49-F238E27FC236}">
                <a16:creationId xmlns:a16="http://schemas.microsoft.com/office/drawing/2014/main" id="{72ED234C-7E18-4AA8-A96B-4E0064A1B88C}"/>
              </a:ext>
            </a:extLst>
          </p:cNvPr>
          <p:cNvGrpSpPr>
            <a:grpSpLocks/>
          </p:cNvGrpSpPr>
          <p:nvPr/>
        </p:nvGrpSpPr>
        <p:grpSpPr bwMode="auto">
          <a:xfrm>
            <a:off x="138113" y="2033588"/>
            <a:ext cx="996950" cy="936625"/>
            <a:chOff x="80853" y="3247854"/>
            <a:chExt cx="996971" cy="936711"/>
          </a:xfrm>
        </p:grpSpPr>
        <p:sp>
          <p:nvSpPr>
            <p:cNvPr id="153623" name="矩形 46">
              <a:extLst>
                <a:ext uri="{FF2B5EF4-FFF2-40B4-BE49-F238E27FC236}">
                  <a16:creationId xmlns:a16="http://schemas.microsoft.com/office/drawing/2014/main" id="{077AFAF1-E660-4F39-BB72-0E139D7032FD}"/>
                </a:ext>
              </a:extLst>
            </p:cNvPr>
            <p:cNvSpPr>
              <a:spLocks noChangeArrowheads="1"/>
            </p:cNvSpPr>
            <p:nvPr/>
          </p:nvSpPr>
          <p:spPr bwMode="auto">
            <a:xfrm>
              <a:off x="80853" y="3247854"/>
              <a:ext cx="903397" cy="515706"/>
            </a:xfrm>
            <a:prstGeom prst="rect">
              <a:avLst/>
            </a:prstGeom>
            <a:noFill/>
            <a:ln w="127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r>
                <a:rPr kumimoji="0" lang="zh-CN" altLang="en-US" sz="2400">
                  <a:latin typeface="宋体" panose="02010600030101010101" pitchFamily="2" charset="-122"/>
                  <a:ea typeface="宋体" panose="02010600030101010101" pitchFamily="2" charset="-122"/>
                </a:rPr>
                <a:t>供应量</a:t>
              </a:r>
            </a:p>
          </p:txBody>
        </p:sp>
        <p:cxnSp>
          <p:nvCxnSpPr>
            <p:cNvPr id="153624" name="直接连接符 47">
              <a:extLst>
                <a:ext uri="{FF2B5EF4-FFF2-40B4-BE49-F238E27FC236}">
                  <a16:creationId xmlns:a16="http://schemas.microsoft.com/office/drawing/2014/main" id="{231B2DAF-ADF5-4D55-95AE-5C44BEFC1BBF}"/>
                </a:ext>
              </a:extLst>
            </p:cNvPr>
            <p:cNvCxnSpPr>
              <a:cxnSpLocks noChangeShapeType="1"/>
              <a:stCxn id="153630" idx="1"/>
              <a:endCxn id="153623" idx="3"/>
            </p:cNvCxnSpPr>
            <p:nvPr/>
          </p:nvCxnSpPr>
          <p:spPr bwMode="auto">
            <a:xfrm flipH="1" flipV="1">
              <a:off x="984250" y="3505707"/>
              <a:ext cx="93574" cy="678858"/>
            </a:xfrm>
            <a:prstGeom prst="line">
              <a:avLst/>
            </a:prstGeom>
            <a:noFill/>
            <a:ln w="9525" algn="ctr">
              <a:solidFill>
                <a:schemeClr val="tx1"/>
              </a:solidFill>
              <a:prstDash val="dash"/>
              <a:round/>
              <a:headEnd/>
              <a:tailEnd/>
            </a:ln>
            <a:extLst>
              <a:ext uri="{909E8E84-426E-40DD-AFC4-6F175D3DCCD1}">
                <a14:hiddenFill xmlns:a14="http://schemas.microsoft.com/office/drawing/2010/main">
                  <a:noFill/>
                </a14:hiddenFill>
              </a:ext>
            </a:extLst>
          </p:spPr>
        </p:cxnSp>
      </p:grpSp>
      <p:pic>
        <p:nvPicPr>
          <p:cNvPr id="153613" name="图片 60">
            <a:extLst>
              <a:ext uri="{FF2B5EF4-FFF2-40B4-BE49-F238E27FC236}">
                <a16:creationId xmlns:a16="http://schemas.microsoft.com/office/drawing/2014/main" id="{97940681-E067-4171-A7AB-B23F4D813D1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560763" y="284163"/>
            <a:ext cx="1439862" cy="162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14" name="图片 61">
            <a:extLst>
              <a:ext uri="{FF2B5EF4-FFF2-40B4-BE49-F238E27FC236}">
                <a16:creationId xmlns:a16="http://schemas.microsoft.com/office/drawing/2014/main" id="{14BC643B-76CE-4C31-AD20-40B4722A29C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572375" y="109538"/>
            <a:ext cx="1439863" cy="194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15" name="图片 62">
            <a:extLst>
              <a:ext uri="{FF2B5EF4-FFF2-40B4-BE49-F238E27FC236}">
                <a16:creationId xmlns:a16="http://schemas.microsoft.com/office/drawing/2014/main" id="{2E38768C-44BC-464C-BCFB-B5F0388CFCE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719513" y="4097338"/>
            <a:ext cx="1320800" cy="215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16" name="图片 66">
            <a:extLst>
              <a:ext uri="{FF2B5EF4-FFF2-40B4-BE49-F238E27FC236}">
                <a16:creationId xmlns:a16="http://schemas.microsoft.com/office/drawing/2014/main" id="{B973727D-3CD7-4016-B218-EF528819534D}"/>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339850" y="68263"/>
            <a:ext cx="1101725" cy="191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17" name="图片 68">
            <a:extLst>
              <a:ext uri="{FF2B5EF4-FFF2-40B4-BE49-F238E27FC236}">
                <a16:creationId xmlns:a16="http://schemas.microsoft.com/office/drawing/2014/main" id="{70D05E8B-B9D9-4640-B8C3-9DCBE1D6882C}"/>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588" y="4084638"/>
            <a:ext cx="1338262" cy="150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5" name="直接连接符 74">
            <a:extLst>
              <a:ext uri="{FF2B5EF4-FFF2-40B4-BE49-F238E27FC236}">
                <a16:creationId xmlns:a16="http://schemas.microsoft.com/office/drawing/2014/main" id="{911B9255-17A6-430D-9037-17075E0637CA}"/>
              </a:ext>
            </a:extLst>
          </p:cNvPr>
          <p:cNvCxnSpPr>
            <a:cxnSpLocks noChangeShapeType="1"/>
          </p:cNvCxnSpPr>
          <p:nvPr/>
        </p:nvCxnSpPr>
        <p:spPr bwMode="auto">
          <a:xfrm>
            <a:off x="3590925" y="1092200"/>
            <a:ext cx="1073150" cy="0"/>
          </a:xfrm>
          <a:prstGeom prst="line">
            <a:avLst/>
          </a:prstGeom>
          <a:noFill/>
          <a:ln w="28575" algn="ctr">
            <a:solidFill>
              <a:srgbClr val="FF0000"/>
            </a:solidFill>
            <a:round/>
            <a:headEnd/>
            <a:tailEnd/>
          </a:ln>
          <a:extLst>
            <a:ext uri="{909E8E84-426E-40DD-AFC4-6F175D3DCCD1}">
              <a14:hiddenFill xmlns:a14="http://schemas.microsoft.com/office/drawing/2010/main">
                <a:noFill/>
              </a14:hiddenFill>
            </a:ext>
          </a:extLst>
        </p:spPr>
      </p:cxnSp>
      <p:cxnSp>
        <p:nvCxnSpPr>
          <p:cNvPr id="76" name="直接连接符 75">
            <a:extLst>
              <a:ext uri="{FF2B5EF4-FFF2-40B4-BE49-F238E27FC236}">
                <a16:creationId xmlns:a16="http://schemas.microsoft.com/office/drawing/2014/main" id="{B3BA09C9-F634-4FDC-9F16-F35890319B5E}"/>
              </a:ext>
            </a:extLst>
          </p:cNvPr>
          <p:cNvCxnSpPr>
            <a:cxnSpLocks noChangeShapeType="1"/>
          </p:cNvCxnSpPr>
          <p:nvPr/>
        </p:nvCxnSpPr>
        <p:spPr bwMode="auto">
          <a:xfrm>
            <a:off x="1347788" y="755650"/>
            <a:ext cx="1073150" cy="0"/>
          </a:xfrm>
          <a:prstGeom prst="line">
            <a:avLst/>
          </a:prstGeom>
          <a:noFill/>
          <a:ln w="28575" algn="ctr">
            <a:solidFill>
              <a:srgbClr val="FF0000"/>
            </a:solidFill>
            <a:round/>
            <a:headEnd/>
            <a:tailEnd/>
          </a:ln>
          <a:extLst>
            <a:ext uri="{909E8E84-426E-40DD-AFC4-6F175D3DCCD1}">
              <a14:hiddenFill xmlns:a14="http://schemas.microsoft.com/office/drawing/2010/main">
                <a:noFill/>
              </a14:hiddenFill>
            </a:ext>
          </a:extLst>
        </p:spPr>
      </p:cxnSp>
      <p:cxnSp>
        <p:nvCxnSpPr>
          <p:cNvPr id="77" name="直接连接符 76">
            <a:extLst>
              <a:ext uri="{FF2B5EF4-FFF2-40B4-BE49-F238E27FC236}">
                <a16:creationId xmlns:a16="http://schemas.microsoft.com/office/drawing/2014/main" id="{E0CD2FB1-88F2-4A1A-B0F2-1CBC197389CC}"/>
              </a:ext>
            </a:extLst>
          </p:cNvPr>
          <p:cNvCxnSpPr>
            <a:cxnSpLocks noChangeShapeType="1"/>
          </p:cNvCxnSpPr>
          <p:nvPr/>
        </p:nvCxnSpPr>
        <p:spPr bwMode="auto">
          <a:xfrm>
            <a:off x="7583488" y="887413"/>
            <a:ext cx="1073150" cy="0"/>
          </a:xfrm>
          <a:prstGeom prst="line">
            <a:avLst/>
          </a:prstGeom>
          <a:noFill/>
          <a:ln w="28575" algn="ctr">
            <a:solidFill>
              <a:srgbClr val="FF0000"/>
            </a:solidFill>
            <a:round/>
            <a:headEnd/>
            <a:tailEnd/>
          </a:ln>
          <a:extLst>
            <a:ext uri="{909E8E84-426E-40DD-AFC4-6F175D3DCCD1}">
              <a14:hiddenFill xmlns:a14="http://schemas.microsoft.com/office/drawing/2010/main">
                <a:noFill/>
              </a14:hiddenFill>
            </a:ext>
          </a:extLst>
        </p:spPr>
      </p:cxnSp>
      <p:cxnSp>
        <p:nvCxnSpPr>
          <p:cNvPr id="78" name="直接连接符 77">
            <a:extLst>
              <a:ext uri="{FF2B5EF4-FFF2-40B4-BE49-F238E27FC236}">
                <a16:creationId xmlns:a16="http://schemas.microsoft.com/office/drawing/2014/main" id="{47153CCC-B6A9-44E9-A42E-1992BCCBF5FB}"/>
              </a:ext>
            </a:extLst>
          </p:cNvPr>
          <p:cNvCxnSpPr>
            <a:cxnSpLocks noChangeShapeType="1"/>
          </p:cNvCxnSpPr>
          <p:nvPr/>
        </p:nvCxnSpPr>
        <p:spPr bwMode="auto">
          <a:xfrm>
            <a:off x="3757613" y="4840288"/>
            <a:ext cx="1073150" cy="0"/>
          </a:xfrm>
          <a:prstGeom prst="line">
            <a:avLst/>
          </a:prstGeom>
          <a:noFill/>
          <a:ln w="28575" algn="ctr">
            <a:solidFill>
              <a:srgbClr val="FF0000"/>
            </a:solidFill>
            <a:round/>
            <a:headEnd/>
            <a:tailEnd/>
          </a:ln>
          <a:extLst>
            <a:ext uri="{909E8E84-426E-40DD-AFC4-6F175D3DCCD1}">
              <a14:hiddenFill xmlns:a14="http://schemas.microsoft.com/office/drawing/2010/main">
                <a:noFill/>
              </a14:hiddenFill>
            </a:ext>
          </a:extLst>
        </p:spPr>
      </p:cxnSp>
      <p:cxnSp>
        <p:nvCxnSpPr>
          <p:cNvPr id="79" name="直接连接符 78">
            <a:extLst>
              <a:ext uri="{FF2B5EF4-FFF2-40B4-BE49-F238E27FC236}">
                <a16:creationId xmlns:a16="http://schemas.microsoft.com/office/drawing/2014/main" id="{2EE24523-304E-45D5-B7A8-04238FF5B272}"/>
              </a:ext>
            </a:extLst>
          </p:cNvPr>
          <p:cNvCxnSpPr>
            <a:cxnSpLocks noChangeShapeType="1"/>
          </p:cNvCxnSpPr>
          <p:nvPr/>
        </p:nvCxnSpPr>
        <p:spPr bwMode="auto">
          <a:xfrm>
            <a:off x="61913" y="4840288"/>
            <a:ext cx="1073150" cy="0"/>
          </a:xfrm>
          <a:prstGeom prst="line">
            <a:avLst/>
          </a:prstGeom>
          <a:noFill/>
          <a:ln w="28575" algn="ctr">
            <a:solidFill>
              <a:srgbClr val="FF0000"/>
            </a:solidFill>
            <a:round/>
            <a:headEnd/>
            <a:tailEn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5"/>
                                        </p:tgtEl>
                                        <p:attrNameLst>
                                          <p:attrName>style.visibility</p:attrName>
                                        </p:attrNameLst>
                                      </p:cBhvr>
                                      <p:to>
                                        <p:strVal val="visible"/>
                                      </p:to>
                                    </p:set>
                                    <p:animEffect transition="in" filter="wipe(left)">
                                      <p:cBhvr>
                                        <p:cTn id="7" dur="500"/>
                                        <p:tgtEl>
                                          <p:spTgt spid="75"/>
                                        </p:tgtEl>
                                      </p:cBhvr>
                                    </p:animEffect>
                                  </p:childTnLst>
                                </p:cTn>
                              </p:par>
                              <p:par>
                                <p:cTn id="8" presetID="22" presetClass="entr" presetSubtype="8" fill="hold" nodeType="withEffect">
                                  <p:stCondLst>
                                    <p:cond delay="0"/>
                                  </p:stCondLst>
                                  <p:childTnLst>
                                    <p:set>
                                      <p:cBhvr>
                                        <p:cTn id="9" dur="1" fill="hold">
                                          <p:stCondLst>
                                            <p:cond delay="0"/>
                                          </p:stCondLst>
                                        </p:cTn>
                                        <p:tgtEl>
                                          <p:spTgt spid="76"/>
                                        </p:tgtEl>
                                        <p:attrNameLst>
                                          <p:attrName>style.visibility</p:attrName>
                                        </p:attrNameLst>
                                      </p:cBhvr>
                                      <p:to>
                                        <p:strVal val="visible"/>
                                      </p:to>
                                    </p:set>
                                    <p:animEffect transition="in" filter="wipe(left)">
                                      <p:cBhvr>
                                        <p:cTn id="10" dur="500"/>
                                        <p:tgtEl>
                                          <p:spTgt spid="76"/>
                                        </p:tgtEl>
                                      </p:cBhvr>
                                    </p:animEffect>
                                  </p:childTnLst>
                                </p:cTn>
                              </p:par>
                              <p:par>
                                <p:cTn id="11" presetID="22" presetClass="entr" presetSubtype="8" fill="hold" nodeType="withEffect">
                                  <p:stCondLst>
                                    <p:cond delay="0"/>
                                  </p:stCondLst>
                                  <p:childTnLst>
                                    <p:set>
                                      <p:cBhvr>
                                        <p:cTn id="12" dur="1" fill="hold">
                                          <p:stCondLst>
                                            <p:cond delay="0"/>
                                          </p:stCondLst>
                                        </p:cTn>
                                        <p:tgtEl>
                                          <p:spTgt spid="77"/>
                                        </p:tgtEl>
                                        <p:attrNameLst>
                                          <p:attrName>style.visibility</p:attrName>
                                        </p:attrNameLst>
                                      </p:cBhvr>
                                      <p:to>
                                        <p:strVal val="visible"/>
                                      </p:to>
                                    </p:set>
                                    <p:animEffect transition="in" filter="wipe(left)">
                                      <p:cBhvr>
                                        <p:cTn id="13" dur="500"/>
                                        <p:tgtEl>
                                          <p:spTgt spid="77"/>
                                        </p:tgtEl>
                                      </p:cBhvr>
                                    </p:animEffect>
                                  </p:childTnLst>
                                </p:cTn>
                              </p:par>
                              <p:par>
                                <p:cTn id="14" presetID="22" presetClass="entr" presetSubtype="8" fill="hold" nodeType="withEffect">
                                  <p:stCondLst>
                                    <p:cond delay="0"/>
                                  </p:stCondLst>
                                  <p:childTnLst>
                                    <p:set>
                                      <p:cBhvr>
                                        <p:cTn id="15" dur="1" fill="hold">
                                          <p:stCondLst>
                                            <p:cond delay="0"/>
                                          </p:stCondLst>
                                        </p:cTn>
                                        <p:tgtEl>
                                          <p:spTgt spid="78"/>
                                        </p:tgtEl>
                                        <p:attrNameLst>
                                          <p:attrName>style.visibility</p:attrName>
                                        </p:attrNameLst>
                                      </p:cBhvr>
                                      <p:to>
                                        <p:strVal val="visible"/>
                                      </p:to>
                                    </p:set>
                                    <p:animEffect transition="in" filter="wipe(left)">
                                      <p:cBhvr>
                                        <p:cTn id="16" dur="500"/>
                                        <p:tgtEl>
                                          <p:spTgt spid="78"/>
                                        </p:tgtEl>
                                      </p:cBhvr>
                                    </p:animEffect>
                                  </p:childTnLst>
                                </p:cTn>
                              </p:par>
                              <p:par>
                                <p:cTn id="17" presetID="22" presetClass="entr" presetSubtype="8" fill="hold" nodeType="withEffect">
                                  <p:stCondLst>
                                    <p:cond delay="0"/>
                                  </p:stCondLst>
                                  <p:childTnLst>
                                    <p:set>
                                      <p:cBhvr>
                                        <p:cTn id="18" dur="1" fill="hold">
                                          <p:stCondLst>
                                            <p:cond delay="0"/>
                                          </p:stCondLst>
                                        </p:cTn>
                                        <p:tgtEl>
                                          <p:spTgt spid="79"/>
                                        </p:tgtEl>
                                        <p:attrNameLst>
                                          <p:attrName>style.visibility</p:attrName>
                                        </p:attrNameLst>
                                      </p:cBhvr>
                                      <p:to>
                                        <p:strVal val="visible"/>
                                      </p:to>
                                    </p:set>
                                    <p:animEffect transition="in" filter="wipe(left)">
                                      <p:cBhvr>
                                        <p:cTn id="19"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4">
            <a:extLst>
              <a:ext uri="{FF2B5EF4-FFF2-40B4-BE49-F238E27FC236}">
                <a16:creationId xmlns:a16="http://schemas.microsoft.com/office/drawing/2014/main" id="{831F00B2-4C71-4C42-B005-CFA93A04E1B0}"/>
              </a:ext>
            </a:extLst>
          </p:cNvPr>
          <p:cNvSpPr>
            <a:spLocks noGrp="1" noChangeArrowheads="1"/>
          </p:cNvSpPr>
          <p:nvPr>
            <p:ph type="ctrTitle"/>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a:effectLst/>
                <a:ea typeface="ＭＳ Ｐゴシック" panose="020B0600070205080204" pitchFamily="34" charset="-128"/>
              </a:rPr>
              <a:t>Reduction to Relational Schemas</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页脚占位符 3">
            <a:extLst>
              <a:ext uri="{FF2B5EF4-FFF2-40B4-BE49-F238E27FC236}">
                <a16:creationId xmlns:a16="http://schemas.microsoft.com/office/drawing/2014/main" id="{09766C04-FDDF-4914-A3BB-982EF63DF49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fld id="{65740EA1-88A6-41BA-BFF3-A80EC00F07E5}" type="slidenum">
              <a:rPr lang="zh-CN" altLang="en-US" sz="1400" smtClean="0">
                <a:solidFill>
                  <a:srgbClr val="000000"/>
                </a:solidFill>
              </a:rPr>
              <a:pPr algn="ctr">
                <a:spcBef>
                  <a:spcPct val="0"/>
                </a:spcBef>
                <a:buClrTx/>
                <a:buSzTx/>
                <a:buFontTx/>
                <a:buNone/>
              </a:pPr>
              <a:t>88</a:t>
            </a:fld>
            <a:endParaRPr lang="en-US" altLang="zh-CN" sz="1400">
              <a:solidFill>
                <a:srgbClr val="000000"/>
              </a:solidFill>
            </a:endParaRPr>
          </a:p>
        </p:txBody>
      </p:sp>
      <p:sp>
        <p:nvSpPr>
          <p:cNvPr id="156675" name="Rectangle 2">
            <a:extLst>
              <a:ext uri="{FF2B5EF4-FFF2-40B4-BE49-F238E27FC236}">
                <a16:creationId xmlns:a16="http://schemas.microsoft.com/office/drawing/2014/main" id="{48900A54-E485-48BF-90E3-2D86473244AB}"/>
              </a:ext>
            </a:extLst>
          </p:cNvPr>
          <p:cNvSpPr>
            <a:spLocks noGrp="1" noChangeArrowheads="1"/>
          </p:cNvSpPr>
          <p:nvPr>
            <p:ph type="title"/>
          </p:nvPr>
        </p:nvSpPr>
        <p:spPr>
          <a:xfrm>
            <a:off x="685800" y="212725"/>
            <a:ext cx="7772400" cy="673100"/>
          </a:xfrm>
        </p:spPr>
        <p:txBody>
          <a:bodyPr/>
          <a:lstStyle/>
          <a:p>
            <a:pPr eaLnBrk="1" hangingPunct="1"/>
            <a:r>
              <a:rPr lang="en-US" altLang="zh-CN"/>
              <a:t>E-R</a:t>
            </a:r>
            <a:r>
              <a:rPr lang="zh-CN" altLang="en-US"/>
              <a:t>模型向关系模式的转换</a:t>
            </a:r>
          </a:p>
        </p:txBody>
      </p:sp>
      <p:sp>
        <p:nvSpPr>
          <p:cNvPr id="156676" name="Rectangle 3">
            <a:extLst>
              <a:ext uri="{FF2B5EF4-FFF2-40B4-BE49-F238E27FC236}">
                <a16:creationId xmlns:a16="http://schemas.microsoft.com/office/drawing/2014/main" id="{D36AB3B8-54E7-4D57-9E2E-9DE947429AD4}"/>
              </a:ext>
            </a:extLst>
          </p:cNvPr>
          <p:cNvSpPr>
            <a:spLocks noGrp="1" noChangeArrowheads="1"/>
          </p:cNvSpPr>
          <p:nvPr>
            <p:ph type="body" idx="1"/>
          </p:nvPr>
        </p:nvSpPr>
        <p:spPr>
          <a:xfrm>
            <a:off x="228600" y="1371600"/>
            <a:ext cx="8610600" cy="1219200"/>
          </a:xfrm>
        </p:spPr>
        <p:txBody>
          <a:bodyPr/>
          <a:lstStyle/>
          <a:p>
            <a:pPr eaLnBrk="1" hangingPunct="1"/>
            <a:r>
              <a:rPr lang="zh-CN" altLang="en-US">
                <a:solidFill>
                  <a:schemeClr val="hlink"/>
                </a:solidFill>
              </a:rPr>
              <a:t>实体</a:t>
            </a:r>
            <a:r>
              <a:rPr lang="zh-CN" altLang="en-US"/>
              <a:t>  </a:t>
            </a:r>
            <a:r>
              <a:rPr lang="zh-CN" altLang="en-US">
                <a:sym typeface="Symbol" panose="05050102010706020507" pitchFamily="18" charset="2"/>
              </a:rPr>
              <a:t>  关系</a:t>
            </a:r>
          </a:p>
          <a:p>
            <a:pPr eaLnBrk="1" hangingPunct="1"/>
            <a:r>
              <a:rPr lang="zh-CN" altLang="en-US">
                <a:solidFill>
                  <a:schemeClr val="hlink"/>
                </a:solidFill>
                <a:sym typeface="Symbol" panose="05050102010706020507" pitchFamily="18" charset="2"/>
              </a:rPr>
              <a:t>属性</a:t>
            </a:r>
            <a:r>
              <a:rPr lang="zh-CN" altLang="en-US">
                <a:sym typeface="Symbol" panose="05050102010706020507" pitchFamily="18" charset="2"/>
              </a:rPr>
              <a:t>    关系的属性</a:t>
            </a:r>
            <a:endParaRPr lang="zh-CN" altLang="en-US"/>
          </a:p>
        </p:txBody>
      </p:sp>
      <p:sp>
        <p:nvSpPr>
          <p:cNvPr id="156677" name="Oval 12">
            <a:extLst>
              <a:ext uri="{FF2B5EF4-FFF2-40B4-BE49-F238E27FC236}">
                <a16:creationId xmlns:a16="http://schemas.microsoft.com/office/drawing/2014/main" id="{F66629B0-A1BC-4B4B-837A-C5A1C206A1BF}"/>
              </a:ext>
            </a:extLst>
          </p:cNvPr>
          <p:cNvSpPr>
            <a:spLocks noChangeArrowheads="1"/>
          </p:cNvSpPr>
          <p:nvPr/>
        </p:nvSpPr>
        <p:spPr bwMode="auto">
          <a:xfrm>
            <a:off x="2409825" y="5715000"/>
            <a:ext cx="1933575" cy="838200"/>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nchor="ct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l">
              <a:spcBef>
                <a:spcPct val="0"/>
              </a:spcBef>
              <a:buClrTx/>
              <a:buSzTx/>
              <a:buFontTx/>
              <a:buNone/>
            </a:pPr>
            <a:endParaRPr lang="zh-CN" altLang="en-US" sz="1600">
              <a:solidFill>
                <a:srgbClr val="000000"/>
              </a:solidFill>
              <a:latin typeface="Helvetica" panose="020B0604020202020204" pitchFamily="34" charset="0"/>
            </a:endParaRPr>
          </a:p>
        </p:txBody>
      </p:sp>
      <p:graphicFrame>
        <p:nvGraphicFramePr>
          <p:cNvPr id="3" name="表格 2">
            <a:extLst>
              <a:ext uri="{FF2B5EF4-FFF2-40B4-BE49-F238E27FC236}">
                <a16:creationId xmlns:a16="http://schemas.microsoft.com/office/drawing/2014/main" id="{043E6AB2-2A02-48F7-8183-3A12B778C1F0}"/>
              </a:ext>
            </a:extLst>
          </p:cNvPr>
          <p:cNvGraphicFramePr>
            <a:graphicFrameLocks noGrp="1"/>
          </p:cNvGraphicFramePr>
          <p:nvPr/>
        </p:nvGraphicFramePr>
        <p:xfrm>
          <a:off x="3592513" y="2984500"/>
          <a:ext cx="1624012" cy="1497012"/>
        </p:xfrm>
        <a:graphic>
          <a:graphicData uri="http://schemas.openxmlformats.org/drawingml/2006/table">
            <a:tbl>
              <a:tblPr/>
              <a:tblGrid>
                <a:gridCol w="1624012">
                  <a:extLst>
                    <a:ext uri="{9D8B030D-6E8A-4147-A177-3AD203B41FA5}">
                      <a16:colId xmlns:a16="http://schemas.microsoft.com/office/drawing/2014/main" val="20000"/>
                    </a:ext>
                  </a:extLst>
                </a:gridCol>
              </a:tblGrid>
              <a:tr h="372118">
                <a:tc>
                  <a:txBody>
                    <a:bodyPr/>
                    <a:lstStyle/>
                    <a:p>
                      <a:pPr algn="ctr" fontAlgn="ctr"/>
                      <a:r>
                        <a:rPr lang="zh-CN" altLang="en-US" sz="2400" b="0" i="0" u="none" strike="noStrike" dirty="0">
                          <a:solidFill>
                            <a:srgbClr val="000000"/>
                          </a:solidFill>
                          <a:effectLst/>
                          <a:latin typeface="宋体" panose="02010600030101010101" pitchFamily="2" charset="-122"/>
                          <a:ea typeface="宋体" panose="02010600030101010101" pitchFamily="2" charset="-122"/>
                        </a:rPr>
                        <a:t>学生</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0000"/>
                  </a:ext>
                </a:extLst>
              </a:tr>
              <a:tr h="372118">
                <a:tc>
                  <a:txBody>
                    <a:bodyPr/>
                    <a:lstStyle/>
                    <a:p>
                      <a:pPr algn="l" fontAlgn="ctr"/>
                      <a:r>
                        <a:rPr lang="zh-CN" altLang="en-US" sz="2400" b="0" i="0" u="sng" strike="noStrike" dirty="0">
                          <a:solidFill>
                            <a:srgbClr val="000000"/>
                          </a:solidFill>
                          <a:effectLst/>
                          <a:latin typeface="宋体" panose="02010600030101010101" pitchFamily="2" charset="-122"/>
                          <a:ea typeface="宋体" panose="02010600030101010101" pitchFamily="2" charset="-122"/>
                        </a:rPr>
                        <a:t>学号</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372118">
                <a:tc>
                  <a:txBody>
                    <a:bodyPr/>
                    <a:lstStyle/>
                    <a:p>
                      <a:pPr algn="l" fontAlgn="ctr"/>
                      <a:r>
                        <a:rPr lang="zh-CN" altLang="en-US" sz="2400" b="0" i="0" u="none" strike="noStrike" dirty="0">
                          <a:solidFill>
                            <a:srgbClr val="000000"/>
                          </a:solidFill>
                          <a:effectLst/>
                          <a:latin typeface="宋体" panose="02010600030101010101" pitchFamily="2" charset="-122"/>
                          <a:ea typeface="宋体" panose="02010600030101010101" pitchFamily="2" charset="-122"/>
                        </a:rPr>
                        <a:t>姓名</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2"/>
                  </a:ext>
                </a:extLst>
              </a:tr>
              <a:tr h="380658">
                <a:tc>
                  <a:txBody>
                    <a:bodyPr/>
                    <a:lstStyle/>
                    <a:p>
                      <a:pPr algn="l" fontAlgn="ctr"/>
                      <a:r>
                        <a:rPr lang="zh-CN" altLang="en-US" sz="2400" b="0" i="0" u="none" strike="noStrike" dirty="0">
                          <a:solidFill>
                            <a:srgbClr val="000000"/>
                          </a:solidFill>
                          <a:effectLst/>
                          <a:latin typeface="宋体" panose="02010600030101010101" pitchFamily="2" charset="-122"/>
                          <a:ea typeface="宋体" panose="02010600030101010101" pitchFamily="2" charset="-122"/>
                        </a:rPr>
                        <a:t>系别</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 name="文本框 1">
            <a:extLst>
              <a:ext uri="{FF2B5EF4-FFF2-40B4-BE49-F238E27FC236}">
                <a16:creationId xmlns:a16="http://schemas.microsoft.com/office/drawing/2014/main" id="{C4BF723E-0093-427B-98AA-ABBB036F90E9}"/>
              </a:ext>
            </a:extLst>
          </p:cNvPr>
          <p:cNvSpPr txBox="1">
            <a:spLocks noChangeArrowheads="1"/>
          </p:cNvSpPr>
          <p:nvPr/>
        </p:nvSpPr>
        <p:spPr bwMode="auto">
          <a:xfrm>
            <a:off x="2587625" y="5249863"/>
            <a:ext cx="38925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l">
              <a:spcBef>
                <a:spcPct val="0"/>
              </a:spcBef>
              <a:buClrTx/>
              <a:buSzTx/>
              <a:buFontTx/>
              <a:buNone/>
            </a:pPr>
            <a:r>
              <a:rPr lang="zh-CN" altLang="en-US" sz="2800">
                <a:solidFill>
                  <a:schemeClr val="tx1"/>
                </a:solidFill>
                <a:latin typeface="Helvetica" panose="020B0604020202020204" pitchFamily="34" charset="0"/>
                <a:ea typeface="ＭＳ Ｐゴシック" panose="020B0600070205080204" pitchFamily="34" charset="-128"/>
              </a:rPr>
              <a:t>学生（</a:t>
            </a:r>
            <a:r>
              <a:rPr lang="zh-CN" altLang="en-US" sz="2800" u="sng">
                <a:solidFill>
                  <a:schemeClr val="tx1"/>
                </a:solidFill>
                <a:latin typeface="Helvetica" panose="020B0604020202020204" pitchFamily="34" charset="0"/>
                <a:ea typeface="ＭＳ Ｐゴシック" panose="020B0600070205080204" pitchFamily="34" charset="-128"/>
              </a:rPr>
              <a:t>学号</a:t>
            </a:r>
            <a:r>
              <a:rPr lang="zh-CN" altLang="en-US" sz="2800">
                <a:solidFill>
                  <a:schemeClr val="tx1"/>
                </a:solidFill>
                <a:latin typeface="Helvetica" panose="020B0604020202020204" pitchFamily="34" charset="0"/>
                <a:ea typeface="ＭＳ Ｐゴシック" panose="020B0600070205080204" pitchFamily="34" charset="-128"/>
              </a:rPr>
              <a:t>，姓名，系别）</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页脚占位符 2">
            <a:extLst>
              <a:ext uri="{FF2B5EF4-FFF2-40B4-BE49-F238E27FC236}">
                <a16:creationId xmlns:a16="http://schemas.microsoft.com/office/drawing/2014/main" id="{DEE37CE0-4491-4780-8133-1FE14A4D29B4}"/>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fld id="{E483A640-7328-441F-AC14-D4077CA502DA}" type="slidenum">
              <a:rPr lang="zh-CN" altLang="en-US" sz="1400" smtClean="0">
                <a:solidFill>
                  <a:srgbClr val="000000"/>
                </a:solidFill>
              </a:rPr>
              <a:pPr algn="ctr">
                <a:spcBef>
                  <a:spcPct val="0"/>
                </a:spcBef>
                <a:buClrTx/>
                <a:buSzTx/>
                <a:buFontTx/>
                <a:buNone/>
              </a:pPr>
              <a:t>89</a:t>
            </a:fld>
            <a:endParaRPr lang="en-US" altLang="zh-CN" sz="1400">
              <a:solidFill>
                <a:srgbClr val="000000"/>
              </a:solidFill>
            </a:endParaRPr>
          </a:p>
        </p:txBody>
      </p:sp>
      <p:sp>
        <p:nvSpPr>
          <p:cNvPr id="158723" name="Rectangle 2">
            <a:extLst>
              <a:ext uri="{FF2B5EF4-FFF2-40B4-BE49-F238E27FC236}">
                <a16:creationId xmlns:a16="http://schemas.microsoft.com/office/drawing/2014/main" id="{74C8A6CC-DAB1-4E63-828F-185503C957F6}"/>
              </a:ext>
            </a:extLst>
          </p:cNvPr>
          <p:cNvSpPr>
            <a:spLocks noGrp="1" noChangeArrowheads="1"/>
          </p:cNvSpPr>
          <p:nvPr>
            <p:ph type="title"/>
          </p:nvPr>
        </p:nvSpPr>
        <p:spPr/>
        <p:txBody>
          <a:bodyPr/>
          <a:lstStyle/>
          <a:p>
            <a:pPr eaLnBrk="1" hangingPunct="1"/>
            <a:r>
              <a:rPr lang="en-US" altLang="zh-CN"/>
              <a:t>E-R</a:t>
            </a:r>
            <a:r>
              <a:rPr lang="zh-CN" altLang="en-US"/>
              <a:t>模型向关系模式的转换</a:t>
            </a:r>
          </a:p>
        </p:txBody>
      </p:sp>
      <p:sp>
        <p:nvSpPr>
          <p:cNvPr id="158724" name="Rectangle 3">
            <a:extLst>
              <a:ext uri="{FF2B5EF4-FFF2-40B4-BE49-F238E27FC236}">
                <a16:creationId xmlns:a16="http://schemas.microsoft.com/office/drawing/2014/main" id="{1E75FD51-5642-462D-BD0D-63DE19869813}"/>
              </a:ext>
            </a:extLst>
          </p:cNvPr>
          <p:cNvSpPr>
            <a:spLocks noChangeArrowheads="1"/>
          </p:cNvSpPr>
          <p:nvPr/>
        </p:nvSpPr>
        <p:spPr bwMode="auto">
          <a:xfrm>
            <a:off x="228600" y="1295400"/>
            <a:ext cx="8610600"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buClr>
                <a:srgbClr val="3333CC"/>
              </a:buClr>
            </a:pPr>
            <a:r>
              <a:rPr lang="zh-CN" altLang="en-US">
                <a:solidFill>
                  <a:srgbClr val="FF0000"/>
                </a:solidFill>
                <a:sym typeface="Symbol" panose="05050102010706020507" pitchFamily="18" charset="2"/>
              </a:rPr>
              <a:t>复合属性</a:t>
            </a:r>
            <a:r>
              <a:rPr lang="zh-CN" altLang="en-US">
                <a:solidFill>
                  <a:srgbClr val="3333CC"/>
                </a:solidFill>
                <a:sym typeface="Symbol" panose="05050102010706020507" pitchFamily="18" charset="2"/>
              </a:rPr>
              <a:t>    将每个组合属性作为复合属性所在实体的属性</a:t>
            </a:r>
            <a:endParaRPr lang="zh-CN" altLang="en-US">
              <a:solidFill>
                <a:srgbClr val="3333CC"/>
              </a:solidFill>
            </a:endParaRPr>
          </a:p>
        </p:txBody>
      </p:sp>
      <p:graphicFrame>
        <p:nvGraphicFramePr>
          <p:cNvPr id="3" name="表格 2">
            <a:extLst>
              <a:ext uri="{FF2B5EF4-FFF2-40B4-BE49-F238E27FC236}">
                <a16:creationId xmlns:a16="http://schemas.microsoft.com/office/drawing/2014/main" id="{C696837C-8182-4DF3-9EFA-371CAC41915D}"/>
              </a:ext>
            </a:extLst>
          </p:cNvPr>
          <p:cNvGraphicFramePr>
            <a:graphicFrameLocks noGrp="1"/>
          </p:cNvGraphicFramePr>
          <p:nvPr/>
        </p:nvGraphicFramePr>
        <p:xfrm>
          <a:off x="3211513" y="2484438"/>
          <a:ext cx="2382837" cy="2605085"/>
        </p:xfrm>
        <a:graphic>
          <a:graphicData uri="http://schemas.openxmlformats.org/drawingml/2006/table">
            <a:tbl>
              <a:tblPr/>
              <a:tblGrid>
                <a:gridCol w="2382837">
                  <a:extLst>
                    <a:ext uri="{9D8B030D-6E8A-4147-A177-3AD203B41FA5}">
                      <a16:colId xmlns:a16="http://schemas.microsoft.com/office/drawing/2014/main" val="20000"/>
                    </a:ext>
                  </a:extLst>
                </a:gridCol>
              </a:tblGrid>
              <a:tr h="372155">
                <a:tc>
                  <a:txBody>
                    <a:bodyPr/>
                    <a:lstStyle/>
                    <a:p>
                      <a:pPr algn="ctr" fontAlgn="ctr"/>
                      <a:r>
                        <a:rPr lang="zh-CN" altLang="en-US" sz="2400" b="0" i="0" u="none" strike="noStrike" dirty="0">
                          <a:solidFill>
                            <a:srgbClr val="000000"/>
                          </a:solidFill>
                          <a:effectLst/>
                          <a:latin typeface="宋体" panose="02010600030101010101" pitchFamily="2" charset="-122"/>
                          <a:ea typeface="宋体" panose="02010600030101010101" pitchFamily="2" charset="-122"/>
                        </a:rPr>
                        <a:t>学生</a:t>
                      </a:r>
                    </a:p>
                  </a:txBody>
                  <a:tcPr marL="6349" marR="6349" marT="6351"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0000"/>
                  </a:ext>
                </a:extLst>
              </a:tr>
              <a:tr h="372155">
                <a:tc>
                  <a:txBody>
                    <a:bodyPr/>
                    <a:lstStyle/>
                    <a:p>
                      <a:pPr algn="l" fontAlgn="ctr"/>
                      <a:r>
                        <a:rPr lang="zh-CN" altLang="en-US" sz="2400" b="0" i="0" u="sng" strike="noStrike">
                          <a:solidFill>
                            <a:srgbClr val="000000"/>
                          </a:solidFill>
                          <a:effectLst/>
                          <a:latin typeface="宋体" panose="02010600030101010101" pitchFamily="2" charset="-122"/>
                          <a:ea typeface="宋体" panose="02010600030101010101" pitchFamily="2" charset="-122"/>
                        </a:rPr>
                        <a:t>学号</a:t>
                      </a:r>
                    </a:p>
                  </a:txBody>
                  <a:tcPr marL="6349" marR="6349" marT="6351"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372155">
                <a:tc>
                  <a:txBody>
                    <a:bodyPr/>
                    <a:lstStyle/>
                    <a:p>
                      <a:pPr algn="l" fontAlgn="ctr"/>
                      <a:r>
                        <a:rPr lang="zh-CN" altLang="en-US" sz="2400" b="0" i="0" u="none" strike="noStrike">
                          <a:solidFill>
                            <a:srgbClr val="000000"/>
                          </a:solidFill>
                          <a:effectLst/>
                          <a:latin typeface="宋体" panose="02010600030101010101" pitchFamily="2" charset="-122"/>
                          <a:ea typeface="宋体" panose="02010600030101010101" pitchFamily="2" charset="-122"/>
                        </a:rPr>
                        <a:t>出生日期</a:t>
                      </a:r>
                    </a:p>
                  </a:txBody>
                  <a:tcPr marL="6349" marR="6349" marT="6351"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2"/>
                  </a:ext>
                </a:extLst>
              </a:tr>
              <a:tr h="372155">
                <a:tc>
                  <a:txBody>
                    <a:bodyPr/>
                    <a:lstStyle/>
                    <a:p>
                      <a:pPr algn="l" fontAlgn="ctr"/>
                      <a:r>
                        <a:rPr lang="zh-CN" altLang="en-US" sz="2400" b="0" i="0" u="none" strike="noStrike" dirty="0">
                          <a:solidFill>
                            <a:srgbClr val="000000"/>
                          </a:solidFill>
                          <a:effectLst/>
                          <a:latin typeface="宋体" panose="02010600030101010101" pitchFamily="2" charset="-122"/>
                          <a:ea typeface="宋体" panose="02010600030101010101" pitchFamily="2" charset="-122"/>
                        </a:rPr>
                        <a:t>   年</a:t>
                      </a:r>
                    </a:p>
                  </a:txBody>
                  <a:tcPr marL="6349" marR="6349" marT="6351"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3"/>
                  </a:ext>
                </a:extLst>
              </a:tr>
              <a:tr h="372155">
                <a:tc>
                  <a:txBody>
                    <a:bodyPr/>
                    <a:lstStyle/>
                    <a:p>
                      <a:pPr algn="l" fontAlgn="ctr"/>
                      <a:r>
                        <a:rPr lang="zh-CN" altLang="en-US" sz="2400" b="0" i="0" u="none" strike="noStrike">
                          <a:solidFill>
                            <a:srgbClr val="000000"/>
                          </a:solidFill>
                          <a:effectLst/>
                          <a:latin typeface="宋体" panose="02010600030101010101" pitchFamily="2" charset="-122"/>
                          <a:ea typeface="宋体" panose="02010600030101010101" pitchFamily="2" charset="-122"/>
                        </a:rPr>
                        <a:t>   月</a:t>
                      </a:r>
                    </a:p>
                  </a:txBody>
                  <a:tcPr marL="6349" marR="6349" marT="6351"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4"/>
                  </a:ext>
                </a:extLst>
              </a:tr>
              <a:tr h="372155">
                <a:tc>
                  <a:txBody>
                    <a:bodyPr/>
                    <a:lstStyle/>
                    <a:p>
                      <a:pPr algn="l" fontAlgn="ctr"/>
                      <a:r>
                        <a:rPr lang="zh-CN" altLang="en-US" sz="2400" b="0" i="0" u="none" strike="noStrike">
                          <a:solidFill>
                            <a:srgbClr val="000000"/>
                          </a:solidFill>
                          <a:effectLst/>
                          <a:latin typeface="宋体" panose="02010600030101010101" pitchFamily="2" charset="-122"/>
                          <a:ea typeface="宋体" panose="02010600030101010101" pitchFamily="2" charset="-122"/>
                        </a:rPr>
                        <a:t>   日</a:t>
                      </a:r>
                    </a:p>
                  </a:txBody>
                  <a:tcPr marL="6349" marR="6349" marT="6351"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5"/>
                  </a:ext>
                </a:extLst>
              </a:tr>
              <a:tr h="372155">
                <a:tc>
                  <a:txBody>
                    <a:bodyPr/>
                    <a:lstStyle/>
                    <a:p>
                      <a:pPr algn="l" fontAlgn="ctr"/>
                      <a:r>
                        <a:rPr lang="zh-CN" altLang="en-US" sz="2400" b="0" i="0" u="none" strike="noStrike" dirty="0">
                          <a:solidFill>
                            <a:srgbClr val="000000"/>
                          </a:solidFill>
                          <a:effectLst/>
                          <a:latin typeface="宋体" panose="02010600030101010101" pitchFamily="2" charset="-122"/>
                          <a:ea typeface="宋体" panose="02010600030101010101" pitchFamily="2" charset="-122"/>
                        </a:rPr>
                        <a:t>姓名</a:t>
                      </a:r>
                    </a:p>
                  </a:txBody>
                  <a:tcPr marL="6349" marR="6349" marT="6351"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7" name="文本框 6">
            <a:extLst>
              <a:ext uri="{FF2B5EF4-FFF2-40B4-BE49-F238E27FC236}">
                <a16:creationId xmlns:a16="http://schemas.microsoft.com/office/drawing/2014/main" id="{BE2AE639-2182-45F6-A5C1-30C2F7AB0733}"/>
              </a:ext>
            </a:extLst>
          </p:cNvPr>
          <p:cNvSpPr txBox="1">
            <a:spLocks noChangeArrowheads="1"/>
          </p:cNvSpPr>
          <p:nvPr/>
        </p:nvSpPr>
        <p:spPr bwMode="auto">
          <a:xfrm>
            <a:off x="2292350" y="5626100"/>
            <a:ext cx="473075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l">
              <a:spcBef>
                <a:spcPct val="0"/>
              </a:spcBef>
              <a:buClrTx/>
              <a:buSzTx/>
              <a:buFontTx/>
              <a:buNone/>
            </a:pPr>
            <a:r>
              <a:rPr lang="zh-CN" altLang="en-US" sz="2800">
                <a:solidFill>
                  <a:schemeClr val="tx1"/>
                </a:solidFill>
                <a:latin typeface="Helvetica" panose="020B0604020202020204" pitchFamily="34" charset="0"/>
                <a:ea typeface="ＭＳ Ｐゴシック" panose="020B0600070205080204" pitchFamily="34" charset="-128"/>
              </a:rPr>
              <a:t>学生（</a:t>
            </a:r>
            <a:r>
              <a:rPr lang="zh-CN" altLang="en-US" sz="2800" u="sng">
                <a:solidFill>
                  <a:schemeClr val="tx1"/>
                </a:solidFill>
                <a:latin typeface="Helvetica" panose="020B0604020202020204" pitchFamily="34" charset="0"/>
                <a:ea typeface="ＭＳ Ｐゴシック" panose="020B0600070205080204" pitchFamily="34" charset="-128"/>
              </a:rPr>
              <a:t>学号</a:t>
            </a:r>
            <a:r>
              <a:rPr lang="zh-CN" altLang="en-US" sz="2800">
                <a:solidFill>
                  <a:schemeClr val="tx1"/>
                </a:solidFill>
                <a:latin typeface="Helvetica" panose="020B0604020202020204" pitchFamily="34" charset="0"/>
                <a:ea typeface="ＭＳ Ｐゴシック" panose="020B0600070205080204" pitchFamily="34" charset="-128"/>
              </a:rPr>
              <a:t>，姓名，年，月，日）</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页脚占位符 3">
            <a:extLst>
              <a:ext uri="{FF2B5EF4-FFF2-40B4-BE49-F238E27FC236}">
                <a16:creationId xmlns:a16="http://schemas.microsoft.com/office/drawing/2014/main" id="{9BE11E04-B068-4074-A83C-073B3CFABB8B}"/>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fld id="{6DFF19ED-1982-4DFE-A44F-18C4D7F95C96}" type="slidenum">
              <a:rPr lang="zh-CN" altLang="en-US" sz="1400" smtClean="0">
                <a:solidFill>
                  <a:srgbClr val="000000"/>
                </a:solidFill>
              </a:rPr>
              <a:pPr algn="ctr">
                <a:spcBef>
                  <a:spcPct val="0"/>
                </a:spcBef>
                <a:buClrTx/>
                <a:buSzTx/>
                <a:buFontTx/>
                <a:buNone/>
              </a:pPr>
              <a:t>90</a:t>
            </a:fld>
            <a:endParaRPr lang="en-US" altLang="zh-CN" sz="1400">
              <a:solidFill>
                <a:srgbClr val="000000"/>
              </a:solidFill>
            </a:endParaRPr>
          </a:p>
        </p:txBody>
      </p:sp>
      <p:sp>
        <p:nvSpPr>
          <p:cNvPr id="159747" name="Rectangle 2">
            <a:extLst>
              <a:ext uri="{FF2B5EF4-FFF2-40B4-BE49-F238E27FC236}">
                <a16:creationId xmlns:a16="http://schemas.microsoft.com/office/drawing/2014/main" id="{AC0A3CD1-D9C0-442E-AB86-979146D3239B}"/>
              </a:ext>
            </a:extLst>
          </p:cNvPr>
          <p:cNvSpPr>
            <a:spLocks noGrp="1" noChangeArrowheads="1"/>
          </p:cNvSpPr>
          <p:nvPr>
            <p:ph type="title"/>
          </p:nvPr>
        </p:nvSpPr>
        <p:spPr/>
        <p:txBody>
          <a:bodyPr/>
          <a:lstStyle/>
          <a:p>
            <a:pPr eaLnBrk="1" hangingPunct="1"/>
            <a:r>
              <a:rPr lang="en-US" altLang="zh-CN"/>
              <a:t>E-R</a:t>
            </a:r>
            <a:r>
              <a:rPr lang="zh-CN" altLang="en-US"/>
              <a:t>模型向关系模式的转换</a:t>
            </a:r>
          </a:p>
        </p:txBody>
      </p:sp>
      <p:sp>
        <p:nvSpPr>
          <p:cNvPr id="159748" name="Rectangle 3">
            <a:extLst>
              <a:ext uri="{FF2B5EF4-FFF2-40B4-BE49-F238E27FC236}">
                <a16:creationId xmlns:a16="http://schemas.microsoft.com/office/drawing/2014/main" id="{03EC5873-EB8C-4C74-919A-7D240F6B4E2E}"/>
              </a:ext>
            </a:extLst>
          </p:cNvPr>
          <p:cNvSpPr>
            <a:spLocks noChangeArrowheads="1"/>
          </p:cNvSpPr>
          <p:nvPr/>
        </p:nvSpPr>
        <p:spPr bwMode="auto">
          <a:xfrm>
            <a:off x="266700" y="1557338"/>
            <a:ext cx="8610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buClr>
                <a:srgbClr val="3333CC"/>
              </a:buClr>
            </a:pPr>
            <a:r>
              <a:rPr lang="zh-CN" altLang="en-US">
                <a:solidFill>
                  <a:srgbClr val="FF0000"/>
                </a:solidFill>
                <a:sym typeface="Symbol" panose="05050102010706020507" pitchFamily="18" charset="2"/>
              </a:rPr>
              <a:t>多值属性</a:t>
            </a:r>
            <a:r>
              <a:rPr lang="zh-CN" altLang="en-US">
                <a:solidFill>
                  <a:srgbClr val="3333CC"/>
                </a:solidFill>
                <a:sym typeface="Symbol" panose="05050102010706020507" pitchFamily="18" charset="2"/>
              </a:rPr>
              <a:t>    新的关系+所在实体的码</a:t>
            </a:r>
            <a:endParaRPr lang="zh-CN" altLang="en-US">
              <a:solidFill>
                <a:srgbClr val="3333CC"/>
              </a:solidFill>
            </a:endParaRPr>
          </a:p>
        </p:txBody>
      </p:sp>
      <p:graphicFrame>
        <p:nvGraphicFramePr>
          <p:cNvPr id="3" name="表格 2">
            <a:extLst>
              <a:ext uri="{FF2B5EF4-FFF2-40B4-BE49-F238E27FC236}">
                <a16:creationId xmlns:a16="http://schemas.microsoft.com/office/drawing/2014/main" id="{B359FBE5-0FA6-4F79-BF5A-F1A56E852598}"/>
              </a:ext>
            </a:extLst>
          </p:cNvPr>
          <p:cNvGraphicFramePr>
            <a:graphicFrameLocks noGrp="1"/>
          </p:cNvGraphicFramePr>
          <p:nvPr/>
        </p:nvGraphicFramePr>
        <p:xfrm>
          <a:off x="3549650" y="2571750"/>
          <a:ext cx="2063750" cy="1489076"/>
        </p:xfrm>
        <a:graphic>
          <a:graphicData uri="http://schemas.openxmlformats.org/drawingml/2006/table">
            <a:tbl>
              <a:tblPr/>
              <a:tblGrid>
                <a:gridCol w="2063750">
                  <a:extLst>
                    <a:ext uri="{9D8B030D-6E8A-4147-A177-3AD203B41FA5}">
                      <a16:colId xmlns:a16="http://schemas.microsoft.com/office/drawing/2014/main" val="20000"/>
                    </a:ext>
                  </a:extLst>
                </a:gridCol>
              </a:tblGrid>
              <a:tr h="372269">
                <a:tc>
                  <a:txBody>
                    <a:bodyPr/>
                    <a:lstStyle/>
                    <a:p>
                      <a:pPr algn="ctr" fontAlgn="ctr"/>
                      <a:r>
                        <a:rPr lang="zh-CN" altLang="en-US" sz="2400" b="0" i="0" u="none" strike="noStrike">
                          <a:solidFill>
                            <a:srgbClr val="000000"/>
                          </a:solidFill>
                          <a:effectLst/>
                          <a:latin typeface="宋体" panose="02010600030101010101" pitchFamily="2" charset="-122"/>
                          <a:ea typeface="宋体" panose="02010600030101010101" pitchFamily="2" charset="-122"/>
                        </a:rPr>
                        <a:t>学生</a:t>
                      </a:r>
                    </a:p>
                  </a:txBody>
                  <a:tcPr marL="6347" marR="6347" marT="63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0000"/>
                  </a:ext>
                </a:extLst>
              </a:tr>
              <a:tr h="372269">
                <a:tc>
                  <a:txBody>
                    <a:bodyPr/>
                    <a:lstStyle/>
                    <a:p>
                      <a:pPr algn="l" fontAlgn="ctr"/>
                      <a:r>
                        <a:rPr lang="zh-CN" altLang="en-US" sz="2400" b="0" i="0" u="sng" strike="noStrike">
                          <a:solidFill>
                            <a:srgbClr val="000000"/>
                          </a:solidFill>
                          <a:effectLst/>
                          <a:latin typeface="宋体" panose="02010600030101010101" pitchFamily="2" charset="-122"/>
                          <a:ea typeface="宋体" panose="02010600030101010101" pitchFamily="2" charset="-122"/>
                        </a:rPr>
                        <a:t>学号</a:t>
                      </a:r>
                    </a:p>
                  </a:txBody>
                  <a:tcPr marL="6347" marR="6347" marT="63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372269">
                <a:tc>
                  <a:txBody>
                    <a:bodyPr/>
                    <a:lstStyle/>
                    <a:p>
                      <a:pPr algn="l" fontAlgn="ctr"/>
                      <a:r>
                        <a:rPr lang="zh-CN" altLang="en-US" sz="2400" b="0" i="0" u="none" strike="noStrike">
                          <a:solidFill>
                            <a:srgbClr val="000000"/>
                          </a:solidFill>
                          <a:effectLst/>
                          <a:latin typeface="宋体" panose="02010600030101010101" pitchFamily="2" charset="-122"/>
                          <a:ea typeface="宋体" panose="02010600030101010101" pitchFamily="2" charset="-122"/>
                        </a:rPr>
                        <a:t>姓名</a:t>
                      </a:r>
                    </a:p>
                  </a:txBody>
                  <a:tcPr marL="6347" marR="6347" marT="63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2"/>
                  </a:ext>
                </a:extLst>
              </a:tr>
              <a:tr h="372269">
                <a:tc>
                  <a:txBody>
                    <a:bodyPr/>
                    <a:lstStyle/>
                    <a:p>
                      <a:pPr algn="l" fontAlgn="ctr"/>
                      <a:r>
                        <a:rPr lang="en-US" altLang="zh-CN" sz="2400" b="0" i="0" u="none" strike="noStrike" dirty="0">
                          <a:solidFill>
                            <a:srgbClr val="000000"/>
                          </a:solidFill>
                          <a:effectLst/>
                          <a:latin typeface="宋体" panose="02010600030101010101" pitchFamily="2" charset="-122"/>
                          <a:ea typeface="宋体" panose="02010600030101010101" pitchFamily="2" charset="-122"/>
                        </a:rPr>
                        <a:t>{</a:t>
                      </a:r>
                      <a:r>
                        <a:rPr lang="zh-CN" altLang="en-US" sz="2400" b="0" i="0" u="none" strike="noStrike" dirty="0">
                          <a:solidFill>
                            <a:srgbClr val="000000"/>
                          </a:solidFill>
                          <a:effectLst/>
                          <a:latin typeface="宋体" panose="02010600030101010101" pitchFamily="2" charset="-122"/>
                          <a:ea typeface="宋体" panose="02010600030101010101" pitchFamily="2" charset="-122"/>
                        </a:rPr>
                        <a:t>所选课程</a:t>
                      </a:r>
                      <a:r>
                        <a:rPr lang="en-US" altLang="zh-CN" sz="2400" b="0" i="0" u="none" strike="noStrike" dirty="0">
                          <a:solidFill>
                            <a:srgbClr val="000000"/>
                          </a:solidFill>
                          <a:effectLst/>
                          <a:latin typeface="宋体" panose="02010600030101010101" pitchFamily="2" charset="-122"/>
                          <a:ea typeface="宋体" panose="02010600030101010101" pitchFamily="2" charset="-122"/>
                        </a:rPr>
                        <a:t>}</a:t>
                      </a:r>
                    </a:p>
                  </a:txBody>
                  <a:tcPr marL="6347" marR="6347" marT="63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8" name="文本框 7">
            <a:extLst>
              <a:ext uri="{FF2B5EF4-FFF2-40B4-BE49-F238E27FC236}">
                <a16:creationId xmlns:a16="http://schemas.microsoft.com/office/drawing/2014/main" id="{160699AD-F668-45BD-A6B5-0AD7BAD90CCB}"/>
              </a:ext>
            </a:extLst>
          </p:cNvPr>
          <p:cNvSpPr txBox="1">
            <a:spLocks noChangeArrowheads="1"/>
          </p:cNvSpPr>
          <p:nvPr/>
        </p:nvSpPr>
        <p:spPr bwMode="auto">
          <a:xfrm>
            <a:off x="3055938" y="4708525"/>
            <a:ext cx="29368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l">
              <a:spcBef>
                <a:spcPct val="0"/>
              </a:spcBef>
              <a:buClrTx/>
              <a:buSzTx/>
              <a:buFontTx/>
              <a:buNone/>
            </a:pPr>
            <a:r>
              <a:rPr lang="zh-CN" altLang="en-US" sz="2800">
                <a:solidFill>
                  <a:schemeClr val="tx1"/>
                </a:solidFill>
                <a:latin typeface="Helvetica" panose="020B0604020202020204" pitchFamily="34" charset="0"/>
                <a:ea typeface="ＭＳ Ｐゴシック" panose="020B0600070205080204" pitchFamily="34" charset="-128"/>
              </a:rPr>
              <a:t>学生（</a:t>
            </a:r>
            <a:r>
              <a:rPr lang="zh-CN" altLang="en-US" sz="2800" u="sng">
                <a:solidFill>
                  <a:schemeClr val="tx1"/>
                </a:solidFill>
                <a:latin typeface="Helvetica" panose="020B0604020202020204" pitchFamily="34" charset="0"/>
                <a:ea typeface="ＭＳ Ｐゴシック" panose="020B0600070205080204" pitchFamily="34" charset="-128"/>
              </a:rPr>
              <a:t>学号</a:t>
            </a:r>
            <a:r>
              <a:rPr lang="zh-CN" altLang="en-US" sz="2800">
                <a:solidFill>
                  <a:schemeClr val="tx1"/>
                </a:solidFill>
                <a:latin typeface="Helvetica" panose="020B0604020202020204" pitchFamily="34" charset="0"/>
                <a:ea typeface="ＭＳ Ｐゴシック" panose="020B0600070205080204" pitchFamily="34" charset="-128"/>
              </a:rPr>
              <a:t>，姓名）</a:t>
            </a:r>
          </a:p>
        </p:txBody>
      </p:sp>
      <p:sp>
        <p:nvSpPr>
          <p:cNvPr id="9" name="文本框 8">
            <a:extLst>
              <a:ext uri="{FF2B5EF4-FFF2-40B4-BE49-F238E27FC236}">
                <a16:creationId xmlns:a16="http://schemas.microsoft.com/office/drawing/2014/main" id="{A8F54F11-9559-4621-A4C7-5DAA5FAD520E}"/>
              </a:ext>
            </a:extLst>
          </p:cNvPr>
          <p:cNvSpPr txBox="1">
            <a:spLocks noChangeArrowheads="1"/>
          </p:cNvSpPr>
          <p:nvPr/>
        </p:nvSpPr>
        <p:spPr bwMode="auto">
          <a:xfrm>
            <a:off x="3055938" y="5618163"/>
            <a:ext cx="33972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l">
              <a:spcBef>
                <a:spcPct val="0"/>
              </a:spcBef>
              <a:buClrTx/>
              <a:buSzTx/>
              <a:buFontTx/>
              <a:buNone/>
            </a:pPr>
            <a:r>
              <a:rPr lang="zh-CN" altLang="en-US" sz="2800">
                <a:solidFill>
                  <a:schemeClr val="tx1"/>
                </a:solidFill>
                <a:latin typeface="Helvetica" panose="020B0604020202020204" pitchFamily="34" charset="0"/>
                <a:ea typeface="ＭＳ Ｐゴシック" panose="020B0600070205080204" pitchFamily="34" charset="-128"/>
              </a:rPr>
              <a:t>选修（</a:t>
            </a:r>
            <a:r>
              <a:rPr lang="zh-CN" altLang="en-US" sz="2800" u="sng">
                <a:solidFill>
                  <a:schemeClr val="tx1"/>
                </a:solidFill>
                <a:latin typeface="Helvetica" panose="020B0604020202020204" pitchFamily="34" charset="0"/>
                <a:ea typeface="ＭＳ Ｐゴシック" panose="020B0600070205080204" pitchFamily="34" charset="-128"/>
              </a:rPr>
              <a:t>学号</a:t>
            </a:r>
            <a:r>
              <a:rPr lang="zh-CN" altLang="en-US" sz="2800">
                <a:solidFill>
                  <a:schemeClr val="tx1"/>
                </a:solidFill>
                <a:latin typeface="Helvetica" panose="020B0604020202020204" pitchFamily="34" charset="0"/>
                <a:ea typeface="ＭＳ Ｐゴシック" panose="020B0600070205080204" pitchFamily="34" charset="-128"/>
              </a:rPr>
              <a:t>，</a:t>
            </a:r>
            <a:r>
              <a:rPr lang="zh-CN" altLang="en-US" sz="2800" u="sng">
                <a:solidFill>
                  <a:schemeClr val="tx1"/>
                </a:solidFill>
                <a:latin typeface="Helvetica" panose="020B0604020202020204" pitchFamily="34" charset="0"/>
                <a:ea typeface="ＭＳ Ｐゴシック" panose="020B0600070205080204" pitchFamily="34" charset="-128"/>
              </a:rPr>
              <a:t>课程号</a:t>
            </a:r>
            <a:r>
              <a:rPr lang="zh-CN" altLang="en-US" sz="2800">
                <a:solidFill>
                  <a:schemeClr val="tx1"/>
                </a:solidFill>
                <a:latin typeface="Helvetica" panose="020B0604020202020204" pitchFamily="34" charset="0"/>
                <a:ea typeface="ＭＳ Ｐゴシック" panose="020B0600070205080204" pitchFamily="34" charset="-128"/>
              </a:rPr>
              <a:t>）</a:t>
            </a:r>
          </a:p>
        </p:txBody>
      </p:sp>
      <p:cxnSp>
        <p:nvCxnSpPr>
          <p:cNvPr id="10" name="AutoShape 61">
            <a:extLst>
              <a:ext uri="{FF2B5EF4-FFF2-40B4-BE49-F238E27FC236}">
                <a16:creationId xmlns:a16="http://schemas.microsoft.com/office/drawing/2014/main" id="{3D1104F1-E336-48A3-973A-0C40EFAB1A98}"/>
              </a:ext>
            </a:extLst>
          </p:cNvPr>
          <p:cNvCxnSpPr>
            <a:cxnSpLocks noChangeShapeType="1"/>
          </p:cNvCxnSpPr>
          <p:nvPr/>
        </p:nvCxnSpPr>
        <p:spPr bwMode="auto">
          <a:xfrm rot="16200000" flipV="1">
            <a:off x="4138612" y="5397501"/>
            <a:ext cx="436563" cy="4762"/>
          </a:xfrm>
          <a:prstGeom prst="curvedConnector3">
            <a:avLst>
              <a:gd name="adj1" fmla="val 50000"/>
            </a:avLst>
          </a:prstGeom>
          <a:noFill/>
          <a:ln w="31750">
            <a:solidFill>
              <a:schemeClr val="tx1"/>
            </a:solidFill>
            <a:prstDash val="dash"/>
            <a:round/>
            <a:headEnd type="oval" w="med" len="med"/>
            <a:tailEnd type="triangle" w="med" len="me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4"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down)">
                                      <p:cBhvr>
                                        <p:cTn id="1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页脚占位符 3">
            <a:extLst>
              <a:ext uri="{FF2B5EF4-FFF2-40B4-BE49-F238E27FC236}">
                <a16:creationId xmlns:a16="http://schemas.microsoft.com/office/drawing/2014/main" id="{739CC09F-2F9C-4648-B496-F8CDDE20F49B}"/>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fld id="{B22F60BB-1575-4C31-AAEA-6ACAECFD3223}" type="slidenum">
              <a:rPr lang="zh-CN" altLang="en-US" sz="1400" smtClean="0">
                <a:solidFill>
                  <a:srgbClr val="000000"/>
                </a:solidFill>
              </a:rPr>
              <a:pPr algn="ctr">
                <a:spcBef>
                  <a:spcPct val="0"/>
                </a:spcBef>
                <a:buClrTx/>
                <a:buSzTx/>
                <a:buFontTx/>
                <a:buNone/>
              </a:pPr>
              <a:t>91</a:t>
            </a:fld>
            <a:endParaRPr lang="en-US" altLang="zh-CN" sz="1400">
              <a:solidFill>
                <a:srgbClr val="000000"/>
              </a:solidFill>
            </a:endParaRPr>
          </a:p>
        </p:txBody>
      </p:sp>
      <p:sp>
        <p:nvSpPr>
          <p:cNvPr id="160771" name="Rectangle 2">
            <a:extLst>
              <a:ext uri="{FF2B5EF4-FFF2-40B4-BE49-F238E27FC236}">
                <a16:creationId xmlns:a16="http://schemas.microsoft.com/office/drawing/2014/main" id="{2F2238D4-DD56-4BC0-BB99-F68DF1329E7A}"/>
              </a:ext>
            </a:extLst>
          </p:cNvPr>
          <p:cNvSpPr>
            <a:spLocks noGrp="1" noChangeArrowheads="1"/>
          </p:cNvSpPr>
          <p:nvPr>
            <p:ph type="title"/>
          </p:nvPr>
        </p:nvSpPr>
        <p:spPr/>
        <p:txBody>
          <a:bodyPr/>
          <a:lstStyle/>
          <a:p>
            <a:pPr eaLnBrk="1" hangingPunct="1"/>
            <a:r>
              <a:rPr lang="en-US" altLang="zh-CN"/>
              <a:t>E-R</a:t>
            </a:r>
            <a:r>
              <a:rPr lang="zh-CN" altLang="en-US"/>
              <a:t>模型向关系模式的转换</a:t>
            </a:r>
          </a:p>
        </p:txBody>
      </p:sp>
      <p:sp>
        <p:nvSpPr>
          <p:cNvPr id="160772" name="Rectangle 3">
            <a:extLst>
              <a:ext uri="{FF2B5EF4-FFF2-40B4-BE49-F238E27FC236}">
                <a16:creationId xmlns:a16="http://schemas.microsoft.com/office/drawing/2014/main" id="{58471480-99DD-4656-A76C-70BFBCC38395}"/>
              </a:ext>
            </a:extLst>
          </p:cNvPr>
          <p:cNvSpPr>
            <a:spLocks noGrp="1" noChangeArrowheads="1"/>
          </p:cNvSpPr>
          <p:nvPr>
            <p:ph type="body" idx="1"/>
          </p:nvPr>
        </p:nvSpPr>
        <p:spPr>
          <a:xfrm>
            <a:off x="228600" y="1196975"/>
            <a:ext cx="8726488" cy="1295400"/>
          </a:xfrm>
        </p:spPr>
        <p:txBody>
          <a:bodyPr/>
          <a:lstStyle/>
          <a:p>
            <a:pPr eaLnBrk="1" hangingPunct="1"/>
            <a:r>
              <a:rPr lang="zh-CN" altLang="en-US">
                <a:solidFill>
                  <a:schemeClr val="hlink"/>
                </a:solidFill>
                <a:sym typeface="Symbol" panose="05050102010706020507" pitchFamily="18" charset="2"/>
              </a:rPr>
              <a:t>一对多联系</a:t>
            </a:r>
            <a:r>
              <a:rPr lang="zh-CN" altLang="en-US">
                <a:sym typeface="Symbol" panose="05050102010706020507" pitchFamily="18" charset="2"/>
              </a:rPr>
              <a:t>：将单方参与实体的码作为多方参与实体的属性</a:t>
            </a:r>
          </a:p>
        </p:txBody>
      </p:sp>
      <p:sp>
        <p:nvSpPr>
          <p:cNvPr id="160773" name="Line 7">
            <a:extLst>
              <a:ext uri="{FF2B5EF4-FFF2-40B4-BE49-F238E27FC236}">
                <a16:creationId xmlns:a16="http://schemas.microsoft.com/office/drawing/2014/main" id="{1F34A319-89FE-4CA7-8608-6E404D8E04D9}"/>
              </a:ext>
            </a:extLst>
          </p:cNvPr>
          <p:cNvSpPr>
            <a:spLocks noChangeShapeType="1"/>
          </p:cNvSpPr>
          <p:nvPr/>
        </p:nvSpPr>
        <p:spPr bwMode="auto">
          <a:xfrm>
            <a:off x="3240088" y="3124200"/>
            <a:ext cx="668337" cy="0"/>
          </a:xfrm>
          <a:prstGeom prst="line">
            <a:avLst/>
          </a:prstGeom>
          <a:noFill/>
          <a:ln w="9525">
            <a:solidFill>
              <a:schemeClr val="tx1"/>
            </a:solidFill>
            <a:round/>
            <a:headEnd type="triangle"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9789" name="AutoShape 9">
            <a:extLst>
              <a:ext uri="{FF2B5EF4-FFF2-40B4-BE49-F238E27FC236}">
                <a16:creationId xmlns:a16="http://schemas.microsoft.com/office/drawing/2014/main" id="{4DD8C77E-B08E-4F14-BE79-8C8AD6B85E4B}"/>
              </a:ext>
            </a:extLst>
          </p:cNvPr>
          <p:cNvSpPr>
            <a:spLocks noChangeArrowheads="1"/>
          </p:cNvSpPr>
          <p:nvPr/>
        </p:nvSpPr>
        <p:spPr bwMode="auto">
          <a:xfrm>
            <a:off x="3908425" y="2744788"/>
            <a:ext cx="1371600" cy="744537"/>
          </a:xfrm>
          <a:prstGeom prst="diamond">
            <a:avLst/>
          </a:prstGeom>
          <a:solidFill>
            <a:srgbClr val="99CCFF"/>
          </a:solidFill>
          <a:ln w="9525">
            <a:solidFill>
              <a:schemeClr val="tx1"/>
            </a:solidFill>
            <a:miter lim="800000"/>
            <a:headEnd/>
            <a:tailEnd/>
          </a:ln>
        </p:spPr>
        <p:txBody>
          <a:bodyPr wrap="none" anchor="ct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lnSpc>
                <a:spcPct val="90000"/>
              </a:lnSpc>
              <a:buClr>
                <a:srgbClr val="3333CC"/>
              </a:buClr>
              <a:buFont typeface="Wingdings" panose="05000000000000000000" pitchFamily="2" charset="2"/>
              <a:buNone/>
              <a:defRPr/>
            </a:pPr>
            <a:r>
              <a:rPr kumimoji="1" lang="zh-CN" altLang="en-US" sz="2400" b="1" dirty="0">
                <a:solidFill>
                  <a:srgbClr val="000000"/>
                </a:solidFill>
                <a:latin typeface="+mn-ea"/>
                <a:ea typeface="+mn-ea"/>
              </a:rPr>
              <a:t>班主任</a:t>
            </a:r>
          </a:p>
        </p:txBody>
      </p:sp>
      <p:cxnSp>
        <p:nvCxnSpPr>
          <p:cNvPr id="255010" name="AutoShape 34">
            <a:extLst>
              <a:ext uri="{FF2B5EF4-FFF2-40B4-BE49-F238E27FC236}">
                <a16:creationId xmlns:a16="http://schemas.microsoft.com/office/drawing/2014/main" id="{902DD21C-D161-4329-B71D-610A669D9EAE}"/>
              </a:ext>
            </a:extLst>
          </p:cNvPr>
          <p:cNvCxnSpPr>
            <a:cxnSpLocks noChangeShapeType="1"/>
          </p:cNvCxnSpPr>
          <p:nvPr/>
        </p:nvCxnSpPr>
        <p:spPr bwMode="auto">
          <a:xfrm rot="5400000" flipH="1">
            <a:off x="4552950" y="3341688"/>
            <a:ext cx="746125" cy="3711575"/>
          </a:xfrm>
          <a:prstGeom prst="curvedConnector3">
            <a:avLst>
              <a:gd name="adj1" fmla="val 50000"/>
            </a:avLst>
          </a:prstGeom>
          <a:noFill/>
          <a:ln w="31750">
            <a:solidFill>
              <a:schemeClr val="tx1"/>
            </a:solidFill>
            <a:prstDash val="dash"/>
            <a:round/>
            <a:headEnd type="oval" w="med" len="med"/>
            <a:tailEnd type="triangle" w="med" len="med"/>
          </a:ln>
          <a:extLst>
            <a:ext uri="{909E8E84-426E-40DD-AFC4-6F175D3DCCD1}">
              <a14:hiddenFill xmlns:a14="http://schemas.microsoft.com/office/drawing/2010/main">
                <a:noFill/>
              </a14:hiddenFill>
            </a:ext>
          </a:extLst>
        </p:spPr>
      </p:cxnSp>
      <p:graphicFrame>
        <p:nvGraphicFramePr>
          <p:cNvPr id="24" name="表格 23">
            <a:extLst>
              <a:ext uri="{FF2B5EF4-FFF2-40B4-BE49-F238E27FC236}">
                <a16:creationId xmlns:a16="http://schemas.microsoft.com/office/drawing/2014/main" id="{4151EF5E-2AE2-41AA-9C3D-0FCB8D18D8E6}"/>
              </a:ext>
            </a:extLst>
          </p:cNvPr>
          <p:cNvGraphicFramePr>
            <a:graphicFrameLocks noGrp="1"/>
          </p:cNvGraphicFramePr>
          <p:nvPr/>
        </p:nvGraphicFramePr>
        <p:xfrm>
          <a:off x="5946775" y="2362200"/>
          <a:ext cx="1624013" cy="1489076"/>
        </p:xfrm>
        <a:graphic>
          <a:graphicData uri="http://schemas.openxmlformats.org/drawingml/2006/table">
            <a:tbl>
              <a:tblPr/>
              <a:tblGrid>
                <a:gridCol w="1624013">
                  <a:extLst>
                    <a:ext uri="{9D8B030D-6E8A-4147-A177-3AD203B41FA5}">
                      <a16:colId xmlns:a16="http://schemas.microsoft.com/office/drawing/2014/main" val="20000"/>
                    </a:ext>
                  </a:extLst>
                </a:gridCol>
              </a:tblGrid>
              <a:tr h="372269">
                <a:tc>
                  <a:txBody>
                    <a:bodyPr/>
                    <a:lstStyle/>
                    <a:p>
                      <a:pPr algn="ctr" fontAlgn="ctr"/>
                      <a:r>
                        <a:rPr lang="zh-CN" altLang="en-US" sz="2400" b="0" i="0" u="none" strike="noStrike" dirty="0">
                          <a:solidFill>
                            <a:srgbClr val="000000"/>
                          </a:solidFill>
                          <a:effectLst/>
                          <a:latin typeface="宋体" panose="02010600030101010101" pitchFamily="2" charset="-122"/>
                          <a:ea typeface="宋体" panose="02010600030101010101" pitchFamily="2" charset="-122"/>
                        </a:rPr>
                        <a:t>学生</a:t>
                      </a:r>
                    </a:p>
                  </a:txBody>
                  <a:tcPr marL="6350" marR="6350" marT="63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0000"/>
                  </a:ext>
                </a:extLst>
              </a:tr>
              <a:tr h="372269">
                <a:tc>
                  <a:txBody>
                    <a:bodyPr/>
                    <a:lstStyle/>
                    <a:p>
                      <a:pPr algn="l" fontAlgn="ctr"/>
                      <a:r>
                        <a:rPr lang="zh-CN" altLang="en-US" sz="2400" b="0" i="0" u="sng" strike="noStrike" dirty="0">
                          <a:solidFill>
                            <a:srgbClr val="000000"/>
                          </a:solidFill>
                          <a:effectLst/>
                          <a:latin typeface="宋体" panose="02010600030101010101" pitchFamily="2" charset="-122"/>
                          <a:ea typeface="宋体" panose="02010600030101010101" pitchFamily="2" charset="-122"/>
                        </a:rPr>
                        <a:t>学号</a:t>
                      </a:r>
                    </a:p>
                  </a:txBody>
                  <a:tcPr marL="6350" marR="6350" marT="63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372269">
                <a:tc>
                  <a:txBody>
                    <a:bodyPr/>
                    <a:lstStyle/>
                    <a:p>
                      <a:pPr algn="l" fontAlgn="ctr"/>
                      <a:r>
                        <a:rPr lang="zh-CN" altLang="en-US" sz="2400" b="0" i="0" u="none" strike="noStrike" dirty="0">
                          <a:solidFill>
                            <a:srgbClr val="000000"/>
                          </a:solidFill>
                          <a:effectLst/>
                          <a:latin typeface="宋体" panose="02010600030101010101" pitchFamily="2" charset="-122"/>
                          <a:ea typeface="宋体" panose="02010600030101010101" pitchFamily="2" charset="-122"/>
                        </a:rPr>
                        <a:t>姓名</a:t>
                      </a:r>
                    </a:p>
                  </a:txBody>
                  <a:tcPr marL="6350" marR="6350" marT="63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2"/>
                  </a:ext>
                </a:extLst>
              </a:tr>
              <a:tr h="372269">
                <a:tc>
                  <a:txBody>
                    <a:bodyPr/>
                    <a:lstStyle/>
                    <a:p>
                      <a:pPr algn="l" fontAlgn="ctr"/>
                      <a:r>
                        <a:rPr lang="zh-CN" altLang="en-US" sz="2400" b="0" i="0" u="none" strike="noStrike" dirty="0">
                          <a:solidFill>
                            <a:srgbClr val="000000"/>
                          </a:solidFill>
                          <a:effectLst/>
                          <a:latin typeface="宋体" panose="02010600030101010101" pitchFamily="2" charset="-122"/>
                          <a:ea typeface="宋体" panose="02010600030101010101" pitchFamily="2" charset="-122"/>
                        </a:rPr>
                        <a:t>系别</a:t>
                      </a:r>
                    </a:p>
                  </a:txBody>
                  <a:tcPr marL="6350" marR="6350" marT="63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3" name="表格 2">
            <a:extLst>
              <a:ext uri="{FF2B5EF4-FFF2-40B4-BE49-F238E27FC236}">
                <a16:creationId xmlns:a16="http://schemas.microsoft.com/office/drawing/2014/main" id="{BF02DC90-2406-4CAE-8480-70167B5EE8F6}"/>
              </a:ext>
            </a:extLst>
          </p:cNvPr>
          <p:cNvGraphicFramePr>
            <a:graphicFrameLocks noGrp="1"/>
          </p:cNvGraphicFramePr>
          <p:nvPr/>
        </p:nvGraphicFramePr>
        <p:xfrm>
          <a:off x="1697038" y="2481263"/>
          <a:ext cx="1543050" cy="1117599"/>
        </p:xfrm>
        <a:graphic>
          <a:graphicData uri="http://schemas.openxmlformats.org/drawingml/2006/table">
            <a:tbl>
              <a:tblPr/>
              <a:tblGrid>
                <a:gridCol w="1543050">
                  <a:extLst>
                    <a:ext uri="{9D8B030D-6E8A-4147-A177-3AD203B41FA5}">
                      <a16:colId xmlns:a16="http://schemas.microsoft.com/office/drawing/2014/main" val="20000"/>
                    </a:ext>
                  </a:extLst>
                </a:gridCol>
              </a:tblGrid>
              <a:tr h="372533">
                <a:tc>
                  <a:txBody>
                    <a:bodyPr/>
                    <a:lstStyle/>
                    <a:p>
                      <a:pPr algn="ctr" fontAlgn="ctr"/>
                      <a:r>
                        <a:rPr lang="zh-CN" altLang="en-US" sz="2400" b="0" i="0" u="none" strike="noStrike" dirty="0">
                          <a:solidFill>
                            <a:srgbClr val="000000"/>
                          </a:solidFill>
                          <a:effectLst/>
                          <a:latin typeface="宋体" panose="02010600030101010101" pitchFamily="2" charset="-122"/>
                          <a:ea typeface="宋体" panose="02010600030101010101" pitchFamily="2" charset="-122"/>
                        </a:rPr>
                        <a:t>教职工</a:t>
                      </a:r>
                    </a:p>
                  </a:txBody>
                  <a:tcPr marL="6347" marR="6347" marT="6357"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0000"/>
                  </a:ext>
                </a:extLst>
              </a:tr>
              <a:tr h="372533">
                <a:tc>
                  <a:txBody>
                    <a:bodyPr/>
                    <a:lstStyle/>
                    <a:p>
                      <a:pPr algn="l" fontAlgn="ctr"/>
                      <a:r>
                        <a:rPr lang="zh-CN" altLang="en-US" sz="2400" b="0" i="0" u="sng" strike="noStrike" dirty="0">
                          <a:solidFill>
                            <a:srgbClr val="000000"/>
                          </a:solidFill>
                          <a:effectLst/>
                          <a:latin typeface="宋体" panose="02010600030101010101" pitchFamily="2" charset="-122"/>
                          <a:ea typeface="宋体" panose="02010600030101010101" pitchFamily="2" charset="-122"/>
                        </a:rPr>
                        <a:t>工号</a:t>
                      </a:r>
                    </a:p>
                  </a:txBody>
                  <a:tcPr marL="6347" marR="6347" marT="6357"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372533">
                <a:tc>
                  <a:txBody>
                    <a:bodyPr/>
                    <a:lstStyle/>
                    <a:p>
                      <a:pPr algn="l" fontAlgn="ctr"/>
                      <a:r>
                        <a:rPr lang="zh-CN" altLang="en-US" sz="2400" b="0" i="0" u="none" strike="noStrike" dirty="0">
                          <a:solidFill>
                            <a:srgbClr val="000000"/>
                          </a:solidFill>
                          <a:effectLst/>
                          <a:latin typeface="宋体" panose="02010600030101010101" pitchFamily="2" charset="-122"/>
                          <a:ea typeface="宋体" panose="02010600030101010101" pitchFamily="2" charset="-122"/>
                        </a:rPr>
                        <a:t>姓名</a:t>
                      </a:r>
                    </a:p>
                  </a:txBody>
                  <a:tcPr marL="6347" marR="6347" marT="6357"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3" name="文本框 12">
            <a:extLst>
              <a:ext uri="{FF2B5EF4-FFF2-40B4-BE49-F238E27FC236}">
                <a16:creationId xmlns:a16="http://schemas.microsoft.com/office/drawing/2014/main" id="{2A27E195-1280-4ECD-B862-E0312266F5AD}"/>
              </a:ext>
            </a:extLst>
          </p:cNvPr>
          <p:cNvSpPr txBox="1">
            <a:spLocks noChangeArrowheads="1"/>
          </p:cNvSpPr>
          <p:nvPr/>
        </p:nvSpPr>
        <p:spPr bwMode="auto">
          <a:xfrm>
            <a:off x="1697038" y="4378325"/>
            <a:ext cx="29368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l">
              <a:spcBef>
                <a:spcPct val="0"/>
              </a:spcBef>
              <a:buClrTx/>
              <a:buSzTx/>
              <a:buFontTx/>
              <a:buNone/>
            </a:pPr>
            <a:r>
              <a:rPr lang="zh-CN" altLang="en-US" sz="2800">
                <a:solidFill>
                  <a:schemeClr val="tx1"/>
                </a:solidFill>
                <a:latin typeface="Helvetica" panose="020B0604020202020204" pitchFamily="34" charset="0"/>
                <a:ea typeface="ＭＳ Ｐゴシック" panose="020B0600070205080204" pitchFamily="34" charset="-128"/>
              </a:rPr>
              <a:t>教师（</a:t>
            </a:r>
            <a:r>
              <a:rPr lang="zh-CN" altLang="en-US" sz="2800" u="sng">
                <a:solidFill>
                  <a:schemeClr val="tx1"/>
                </a:solidFill>
                <a:latin typeface="Helvetica" panose="020B0604020202020204" pitchFamily="34" charset="0"/>
                <a:ea typeface="ＭＳ Ｐゴシック" panose="020B0600070205080204" pitchFamily="34" charset="-128"/>
              </a:rPr>
              <a:t>工号</a:t>
            </a:r>
            <a:r>
              <a:rPr lang="zh-CN" altLang="en-US" sz="2800">
                <a:solidFill>
                  <a:schemeClr val="tx1"/>
                </a:solidFill>
                <a:latin typeface="Helvetica" panose="020B0604020202020204" pitchFamily="34" charset="0"/>
                <a:ea typeface="ＭＳ Ｐゴシック" panose="020B0600070205080204" pitchFamily="34" charset="-128"/>
              </a:rPr>
              <a:t>，姓名）</a:t>
            </a:r>
          </a:p>
        </p:txBody>
      </p:sp>
      <p:sp>
        <p:nvSpPr>
          <p:cNvPr id="14" name="文本框 13">
            <a:extLst>
              <a:ext uri="{FF2B5EF4-FFF2-40B4-BE49-F238E27FC236}">
                <a16:creationId xmlns:a16="http://schemas.microsoft.com/office/drawing/2014/main" id="{FDE9C6A1-12A9-450A-8507-1B25B7B321FA}"/>
              </a:ext>
            </a:extLst>
          </p:cNvPr>
          <p:cNvSpPr txBox="1">
            <a:spLocks noChangeArrowheads="1"/>
          </p:cNvSpPr>
          <p:nvPr/>
        </p:nvSpPr>
        <p:spPr bwMode="auto">
          <a:xfrm>
            <a:off x="1697038" y="5495925"/>
            <a:ext cx="59277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l">
              <a:spcBef>
                <a:spcPct val="0"/>
              </a:spcBef>
              <a:buClrTx/>
              <a:buSzTx/>
              <a:buFontTx/>
              <a:buNone/>
            </a:pPr>
            <a:r>
              <a:rPr lang="zh-CN" altLang="en-US" sz="2800">
                <a:solidFill>
                  <a:schemeClr val="tx1"/>
                </a:solidFill>
                <a:latin typeface="Helvetica" panose="020B0604020202020204" pitchFamily="34" charset="0"/>
                <a:ea typeface="ＭＳ Ｐゴシック" panose="020B0600070205080204" pitchFamily="34" charset="-128"/>
              </a:rPr>
              <a:t>学生（</a:t>
            </a:r>
            <a:r>
              <a:rPr lang="zh-CN" altLang="en-US" sz="2800" u="sng">
                <a:solidFill>
                  <a:schemeClr val="tx1"/>
                </a:solidFill>
                <a:latin typeface="Helvetica" panose="020B0604020202020204" pitchFamily="34" charset="0"/>
                <a:ea typeface="ＭＳ Ｐゴシック" panose="020B0600070205080204" pitchFamily="34" charset="-128"/>
              </a:rPr>
              <a:t>学号</a:t>
            </a:r>
            <a:r>
              <a:rPr lang="zh-CN" altLang="en-US" sz="2800">
                <a:solidFill>
                  <a:schemeClr val="tx1"/>
                </a:solidFill>
                <a:latin typeface="Helvetica" panose="020B0604020202020204" pitchFamily="34" charset="0"/>
                <a:ea typeface="ＭＳ Ｐゴシック" panose="020B0600070205080204" pitchFamily="34" charset="-128"/>
              </a:rPr>
              <a:t>，姓名，系别，</a:t>
            </a:r>
            <a:r>
              <a:rPr lang="zh-CN" altLang="en-US" sz="2800" u="sng">
                <a:solidFill>
                  <a:schemeClr val="tx1"/>
                </a:solidFill>
                <a:latin typeface="Helvetica" panose="020B0604020202020204" pitchFamily="34" charset="0"/>
                <a:ea typeface="ＭＳ Ｐゴシック" panose="020B0600070205080204" pitchFamily="34" charset="-128"/>
              </a:rPr>
              <a:t>班主任工号</a:t>
            </a:r>
            <a:r>
              <a:rPr lang="zh-CN" altLang="en-US" sz="2800">
                <a:solidFill>
                  <a:schemeClr val="tx1"/>
                </a:solidFill>
                <a:latin typeface="Helvetica" panose="020B0604020202020204" pitchFamily="34" charset="0"/>
                <a:ea typeface="ＭＳ Ｐゴシック" panose="020B0600070205080204" pitchFamily="34" charset="-128"/>
              </a:rPr>
              <a:t>）</a:t>
            </a:r>
          </a:p>
        </p:txBody>
      </p:sp>
      <p:cxnSp>
        <p:nvCxnSpPr>
          <p:cNvPr id="160797" name="直接连接符 4">
            <a:extLst>
              <a:ext uri="{FF2B5EF4-FFF2-40B4-BE49-F238E27FC236}">
                <a16:creationId xmlns:a16="http://schemas.microsoft.com/office/drawing/2014/main" id="{C2385A88-585B-41C6-A3F6-66D76D65B7BF}"/>
              </a:ext>
            </a:extLst>
          </p:cNvPr>
          <p:cNvCxnSpPr>
            <a:cxnSpLocks noChangeShapeType="1"/>
          </p:cNvCxnSpPr>
          <p:nvPr/>
        </p:nvCxnSpPr>
        <p:spPr bwMode="auto">
          <a:xfrm flipV="1">
            <a:off x="5214541" y="3074589"/>
            <a:ext cx="720000" cy="1111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5" name="直接连接符 4">
            <a:extLst>
              <a:ext uri="{FF2B5EF4-FFF2-40B4-BE49-F238E27FC236}">
                <a16:creationId xmlns:a16="http://schemas.microsoft.com/office/drawing/2014/main" id="{E447D960-429D-49AE-AAEE-C1D5EE580ABE}"/>
              </a:ext>
            </a:extLst>
          </p:cNvPr>
          <p:cNvCxnSpPr>
            <a:cxnSpLocks noChangeShapeType="1"/>
          </p:cNvCxnSpPr>
          <p:nvPr/>
        </p:nvCxnSpPr>
        <p:spPr bwMode="auto">
          <a:xfrm flipV="1">
            <a:off x="5214541" y="3136504"/>
            <a:ext cx="720000" cy="1111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4" fill="hold" nodeType="clickEffect">
                                  <p:stCondLst>
                                    <p:cond delay="0"/>
                                  </p:stCondLst>
                                  <p:childTnLst>
                                    <p:set>
                                      <p:cBhvr>
                                        <p:cTn id="12" dur="1" fill="hold">
                                          <p:stCondLst>
                                            <p:cond delay="0"/>
                                          </p:stCondLst>
                                        </p:cTn>
                                        <p:tgtEl>
                                          <p:spTgt spid="255010"/>
                                        </p:tgtEl>
                                        <p:attrNameLst>
                                          <p:attrName>style.visibility</p:attrName>
                                        </p:attrNameLst>
                                      </p:cBhvr>
                                      <p:to>
                                        <p:strVal val="visible"/>
                                      </p:to>
                                    </p:set>
                                    <p:animEffect transition="in" filter="wipe(down)">
                                      <p:cBhvr>
                                        <p:cTn id="13" dur="500"/>
                                        <p:tgtEl>
                                          <p:spTgt spid="2550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页脚占位符 3">
            <a:extLst>
              <a:ext uri="{FF2B5EF4-FFF2-40B4-BE49-F238E27FC236}">
                <a16:creationId xmlns:a16="http://schemas.microsoft.com/office/drawing/2014/main" id="{78A924AB-DFA1-41B2-9A33-B5915E2B9561}"/>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fld id="{253E4711-5DC5-4846-9410-417B4DA11D44}" type="slidenum">
              <a:rPr lang="zh-CN" altLang="en-US" sz="1400" smtClean="0">
                <a:solidFill>
                  <a:srgbClr val="000000"/>
                </a:solidFill>
              </a:rPr>
              <a:pPr algn="ctr">
                <a:spcBef>
                  <a:spcPct val="0"/>
                </a:spcBef>
                <a:buClrTx/>
                <a:buSzTx/>
                <a:buFontTx/>
                <a:buNone/>
              </a:pPr>
              <a:t>92</a:t>
            </a:fld>
            <a:endParaRPr lang="en-US" altLang="zh-CN" sz="1400">
              <a:solidFill>
                <a:srgbClr val="000000"/>
              </a:solidFill>
            </a:endParaRPr>
          </a:p>
        </p:txBody>
      </p:sp>
      <p:sp>
        <p:nvSpPr>
          <p:cNvPr id="161795" name="Rectangle 2">
            <a:extLst>
              <a:ext uri="{FF2B5EF4-FFF2-40B4-BE49-F238E27FC236}">
                <a16:creationId xmlns:a16="http://schemas.microsoft.com/office/drawing/2014/main" id="{AF7AEB31-8385-4FDC-BBEC-AC55191D231C}"/>
              </a:ext>
            </a:extLst>
          </p:cNvPr>
          <p:cNvSpPr>
            <a:spLocks noGrp="1" noChangeArrowheads="1"/>
          </p:cNvSpPr>
          <p:nvPr>
            <p:ph type="title"/>
          </p:nvPr>
        </p:nvSpPr>
        <p:spPr/>
        <p:txBody>
          <a:bodyPr/>
          <a:lstStyle/>
          <a:p>
            <a:pPr eaLnBrk="1" hangingPunct="1"/>
            <a:r>
              <a:rPr lang="en-US" altLang="zh-CN"/>
              <a:t>E-R</a:t>
            </a:r>
            <a:r>
              <a:rPr lang="zh-CN" altLang="en-US"/>
              <a:t>模型向关系模式的转换</a:t>
            </a:r>
          </a:p>
        </p:txBody>
      </p:sp>
      <p:grpSp>
        <p:nvGrpSpPr>
          <p:cNvPr id="161796" name="Group 3">
            <a:extLst>
              <a:ext uri="{FF2B5EF4-FFF2-40B4-BE49-F238E27FC236}">
                <a16:creationId xmlns:a16="http://schemas.microsoft.com/office/drawing/2014/main" id="{75792559-A8F4-4820-BE16-BAB92C31838A}"/>
              </a:ext>
            </a:extLst>
          </p:cNvPr>
          <p:cNvGrpSpPr>
            <a:grpSpLocks/>
          </p:cNvGrpSpPr>
          <p:nvPr/>
        </p:nvGrpSpPr>
        <p:grpSpPr bwMode="auto">
          <a:xfrm>
            <a:off x="4162425" y="2249488"/>
            <a:ext cx="2278063" cy="1433512"/>
            <a:chOff x="1296" y="2928"/>
            <a:chExt cx="1056" cy="672"/>
          </a:xfrm>
        </p:grpSpPr>
        <p:sp>
          <p:nvSpPr>
            <p:cNvPr id="161810" name="AutoShape 5">
              <a:extLst>
                <a:ext uri="{FF2B5EF4-FFF2-40B4-BE49-F238E27FC236}">
                  <a16:creationId xmlns:a16="http://schemas.microsoft.com/office/drawing/2014/main" id="{122E3591-FBC7-435A-AF24-60F7035CA863}"/>
                </a:ext>
              </a:extLst>
            </p:cNvPr>
            <p:cNvSpPr>
              <a:spLocks noChangeArrowheads="1"/>
            </p:cNvSpPr>
            <p:nvPr/>
          </p:nvSpPr>
          <p:spPr bwMode="auto">
            <a:xfrm>
              <a:off x="1728" y="2928"/>
              <a:ext cx="624" cy="672"/>
            </a:xfrm>
            <a:prstGeom prst="diamond">
              <a:avLst/>
            </a:prstGeom>
            <a:solidFill>
              <a:srgbClr val="99CCFF"/>
            </a:solidFill>
            <a:ln w="9525">
              <a:solidFill>
                <a:schemeClr val="tx1"/>
              </a:solidFill>
              <a:miter lim="800000"/>
              <a:headEnd/>
              <a:tailEnd/>
            </a:ln>
          </p:spPr>
          <p:txBody>
            <a:bodyPr wrap="none" anchor="ct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lnSpc>
                  <a:spcPct val="90000"/>
                </a:lnSpc>
                <a:buClr>
                  <a:srgbClr val="3333CC"/>
                </a:buClr>
                <a:buFont typeface="Wingdings" panose="05000000000000000000" pitchFamily="2" charset="2"/>
                <a:buNone/>
              </a:pPr>
              <a:r>
                <a:rPr kumimoji="1" lang="zh-CN" altLang="en-US" sz="2400" b="1">
                  <a:solidFill>
                    <a:srgbClr val="000000"/>
                  </a:solidFill>
                  <a:latin typeface="宋体" panose="02010600030101010101" pitchFamily="2" charset="-122"/>
                </a:rPr>
                <a:t>领导</a:t>
              </a:r>
            </a:p>
          </p:txBody>
        </p:sp>
        <p:sp>
          <p:nvSpPr>
            <p:cNvPr id="161811" name="Line 6">
              <a:extLst>
                <a:ext uri="{FF2B5EF4-FFF2-40B4-BE49-F238E27FC236}">
                  <a16:creationId xmlns:a16="http://schemas.microsoft.com/office/drawing/2014/main" id="{49F745EF-FEE8-4D92-A837-6FCF7F3B5B08}"/>
                </a:ext>
              </a:extLst>
            </p:cNvPr>
            <p:cNvSpPr>
              <a:spLocks noChangeShapeType="1"/>
            </p:cNvSpPr>
            <p:nvPr/>
          </p:nvSpPr>
          <p:spPr bwMode="auto">
            <a:xfrm>
              <a:off x="1344" y="3168"/>
              <a:ext cx="48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1812" name="Line 7">
              <a:extLst>
                <a:ext uri="{FF2B5EF4-FFF2-40B4-BE49-F238E27FC236}">
                  <a16:creationId xmlns:a16="http://schemas.microsoft.com/office/drawing/2014/main" id="{A95DB88D-B8DF-4A78-ACA5-847DEA54C7BE}"/>
                </a:ext>
              </a:extLst>
            </p:cNvPr>
            <p:cNvSpPr>
              <a:spLocks noChangeShapeType="1"/>
            </p:cNvSpPr>
            <p:nvPr/>
          </p:nvSpPr>
          <p:spPr bwMode="auto">
            <a:xfrm>
              <a:off x="1344" y="3360"/>
              <a:ext cx="480" cy="0"/>
            </a:xfrm>
            <a:prstGeom prst="line">
              <a:avLst/>
            </a:prstGeom>
            <a:noFill/>
            <a:ln w="9525">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1813" name="Text Box 8">
              <a:extLst>
                <a:ext uri="{FF2B5EF4-FFF2-40B4-BE49-F238E27FC236}">
                  <a16:creationId xmlns:a16="http://schemas.microsoft.com/office/drawing/2014/main" id="{A124A002-04F4-4491-B89F-75185E09E1B9}"/>
                </a:ext>
              </a:extLst>
            </p:cNvPr>
            <p:cNvSpPr txBox="1">
              <a:spLocks noChangeArrowheads="1"/>
            </p:cNvSpPr>
            <p:nvPr/>
          </p:nvSpPr>
          <p:spPr bwMode="auto">
            <a:xfrm>
              <a:off x="1296" y="3363"/>
              <a:ext cx="576"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Tx/>
                <a:buNone/>
              </a:pPr>
              <a:r>
                <a:rPr kumimoji="1" lang="zh-CN" altLang="en-US" sz="2000" b="1">
                  <a:solidFill>
                    <a:srgbClr val="000000"/>
                  </a:solidFill>
                  <a:latin typeface="Times New Roman" panose="02020603050405020304" pitchFamily="18" charset="0"/>
                  <a:ea typeface="华文新魏" panose="02010800040101010101" pitchFamily="2" charset="-122"/>
                </a:rPr>
                <a:t>领导</a:t>
              </a:r>
              <a:endParaRPr kumimoji="1" lang="zh-CN" altLang="en-US" sz="2400">
                <a:solidFill>
                  <a:srgbClr val="000000"/>
                </a:solidFill>
                <a:latin typeface="Times New Roman" panose="02020603050405020304" pitchFamily="18" charset="0"/>
                <a:ea typeface="华文新魏" panose="02010800040101010101" pitchFamily="2" charset="-122"/>
              </a:endParaRPr>
            </a:p>
          </p:txBody>
        </p:sp>
        <p:sp>
          <p:nvSpPr>
            <p:cNvPr id="161814" name="Text Box 9">
              <a:extLst>
                <a:ext uri="{FF2B5EF4-FFF2-40B4-BE49-F238E27FC236}">
                  <a16:creationId xmlns:a16="http://schemas.microsoft.com/office/drawing/2014/main" id="{76FAAC51-9B54-4A72-9D8C-D9C6F08A0FBF}"/>
                </a:ext>
              </a:extLst>
            </p:cNvPr>
            <p:cNvSpPr txBox="1">
              <a:spLocks noChangeArrowheads="1"/>
            </p:cNvSpPr>
            <p:nvPr/>
          </p:nvSpPr>
          <p:spPr bwMode="auto">
            <a:xfrm>
              <a:off x="1296" y="2990"/>
              <a:ext cx="576"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Tx/>
                <a:buNone/>
              </a:pPr>
              <a:r>
                <a:rPr kumimoji="1" lang="zh-CN" altLang="en-US" sz="2000" b="1" dirty="0">
                  <a:solidFill>
                    <a:srgbClr val="000000"/>
                  </a:solidFill>
                  <a:latin typeface="Times New Roman" panose="02020603050405020304" pitchFamily="18" charset="0"/>
                  <a:ea typeface="华文新魏" panose="02010800040101010101" pitchFamily="2" charset="-122"/>
                </a:rPr>
                <a:t>属下</a:t>
              </a:r>
              <a:endParaRPr kumimoji="1" lang="zh-CN" altLang="en-US" sz="2400" dirty="0">
                <a:solidFill>
                  <a:srgbClr val="000000"/>
                </a:solidFill>
                <a:latin typeface="Times New Roman" panose="02020603050405020304" pitchFamily="18" charset="0"/>
                <a:ea typeface="华文新魏" panose="02010800040101010101" pitchFamily="2" charset="-122"/>
              </a:endParaRPr>
            </a:p>
          </p:txBody>
        </p:sp>
      </p:grpSp>
      <p:cxnSp>
        <p:nvCxnSpPr>
          <p:cNvPr id="256024" name="AutoShape 24">
            <a:extLst>
              <a:ext uri="{FF2B5EF4-FFF2-40B4-BE49-F238E27FC236}">
                <a16:creationId xmlns:a16="http://schemas.microsoft.com/office/drawing/2014/main" id="{1B321A4F-8EF9-41F5-9192-2BA7C8BAA2C2}"/>
              </a:ext>
            </a:extLst>
          </p:cNvPr>
          <p:cNvCxnSpPr>
            <a:cxnSpLocks noChangeShapeType="1"/>
          </p:cNvCxnSpPr>
          <p:nvPr/>
        </p:nvCxnSpPr>
        <p:spPr bwMode="auto">
          <a:xfrm rot="5400000">
            <a:off x="4933950" y="2781300"/>
            <a:ext cx="1588" cy="4967288"/>
          </a:xfrm>
          <a:prstGeom prst="curvedConnector3">
            <a:avLst>
              <a:gd name="adj1" fmla="val 44441060"/>
            </a:avLst>
          </a:prstGeom>
          <a:noFill/>
          <a:ln w="31750">
            <a:solidFill>
              <a:schemeClr val="tx1"/>
            </a:solidFill>
            <a:prstDash val="dash"/>
            <a:round/>
            <a:headEnd type="oval" w="med" len="med"/>
            <a:tailEnd type="triangle" w="med" len="med"/>
          </a:ln>
          <a:extLst>
            <a:ext uri="{909E8E84-426E-40DD-AFC4-6F175D3DCCD1}">
              <a14:hiddenFill xmlns:a14="http://schemas.microsoft.com/office/drawing/2010/main">
                <a:noFill/>
              </a14:hiddenFill>
            </a:ext>
          </a:extLst>
        </p:spPr>
      </p:cxnSp>
      <p:graphicFrame>
        <p:nvGraphicFramePr>
          <p:cNvPr id="3" name="表格 2">
            <a:extLst>
              <a:ext uri="{FF2B5EF4-FFF2-40B4-BE49-F238E27FC236}">
                <a16:creationId xmlns:a16="http://schemas.microsoft.com/office/drawing/2014/main" id="{0290D53A-88D8-47BB-A47D-365651E95BE2}"/>
              </a:ext>
            </a:extLst>
          </p:cNvPr>
          <p:cNvGraphicFramePr>
            <a:graphicFrameLocks noGrp="1"/>
          </p:cNvGraphicFramePr>
          <p:nvPr/>
        </p:nvGraphicFramePr>
        <p:xfrm>
          <a:off x="2243138" y="1943100"/>
          <a:ext cx="2022475" cy="1954215"/>
        </p:xfrm>
        <a:graphic>
          <a:graphicData uri="http://schemas.openxmlformats.org/drawingml/2006/table">
            <a:tbl>
              <a:tblPr/>
              <a:tblGrid>
                <a:gridCol w="2022475">
                  <a:extLst>
                    <a:ext uri="{9D8B030D-6E8A-4147-A177-3AD203B41FA5}">
                      <a16:colId xmlns:a16="http://schemas.microsoft.com/office/drawing/2014/main" val="20000"/>
                    </a:ext>
                  </a:extLst>
                </a:gridCol>
              </a:tblGrid>
              <a:tr h="390843">
                <a:tc>
                  <a:txBody>
                    <a:bodyPr/>
                    <a:lstStyle/>
                    <a:p>
                      <a:pPr algn="ctr" fontAlgn="ctr"/>
                      <a:r>
                        <a:rPr lang="zh-CN" altLang="en-US" sz="2400" b="0" i="0" u="none" strike="noStrike" dirty="0">
                          <a:solidFill>
                            <a:srgbClr val="000000"/>
                          </a:solidFill>
                          <a:effectLst/>
                          <a:latin typeface="宋体" panose="02010600030101010101" pitchFamily="2" charset="-122"/>
                          <a:ea typeface="宋体" panose="02010600030101010101" pitchFamily="2" charset="-122"/>
                        </a:rPr>
                        <a:t>职工</a:t>
                      </a:r>
                    </a:p>
                  </a:txBody>
                  <a:tcPr marL="6349" marR="6349" marT="63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0000"/>
                  </a:ext>
                </a:extLst>
              </a:tr>
              <a:tr h="390843">
                <a:tc>
                  <a:txBody>
                    <a:bodyPr/>
                    <a:lstStyle/>
                    <a:p>
                      <a:pPr algn="l" fontAlgn="ctr"/>
                      <a:r>
                        <a:rPr lang="zh-CN" altLang="en-US" sz="2400" b="0" i="0" u="sng" strike="noStrike" dirty="0">
                          <a:solidFill>
                            <a:srgbClr val="000000"/>
                          </a:solidFill>
                          <a:effectLst/>
                          <a:latin typeface="宋体" panose="02010600030101010101" pitchFamily="2" charset="-122"/>
                          <a:ea typeface="宋体" panose="02010600030101010101" pitchFamily="2" charset="-122"/>
                        </a:rPr>
                        <a:t>职工号</a:t>
                      </a:r>
                    </a:p>
                  </a:txBody>
                  <a:tcPr marL="6349" marR="6349" marT="63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390843">
                <a:tc>
                  <a:txBody>
                    <a:bodyPr/>
                    <a:lstStyle/>
                    <a:p>
                      <a:pPr algn="l" fontAlgn="ctr"/>
                      <a:r>
                        <a:rPr lang="zh-CN" altLang="en-US" sz="2400" b="0" i="0" u="none" strike="noStrike" dirty="0">
                          <a:solidFill>
                            <a:srgbClr val="000000"/>
                          </a:solidFill>
                          <a:effectLst/>
                          <a:latin typeface="宋体" panose="02010600030101010101" pitchFamily="2" charset="-122"/>
                          <a:ea typeface="宋体" panose="02010600030101010101" pitchFamily="2" charset="-122"/>
                        </a:rPr>
                        <a:t>姓名</a:t>
                      </a:r>
                    </a:p>
                  </a:txBody>
                  <a:tcPr marL="6349" marR="6349" marT="63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2"/>
                  </a:ext>
                </a:extLst>
              </a:tr>
              <a:tr h="390843">
                <a:tc>
                  <a:txBody>
                    <a:bodyPr/>
                    <a:lstStyle/>
                    <a:p>
                      <a:pPr algn="l" fontAlgn="ctr"/>
                      <a:r>
                        <a:rPr lang="zh-CN" altLang="en-US" sz="2400" b="0" i="0" u="none" strike="noStrike" dirty="0">
                          <a:solidFill>
                            <a:srgbClr val="000000"/>
                          </a:solidFill>
                          <a:effectLst/>
                          <a:latin typeface="宋体" panose="02010600030101010101" pitchFamily="2" charset="-122"/>
                          <a:ea typeface="宋体" panose="02010600030101010101" pitchFamily="2" charset="-122"/>
                        </a:rPr>
                        <a:t>年龄</a:t>
                      </a:r>
                    </a:p>
                  </a:txBody>
                  <a:tcPr marL="6349" marR="6349" marT="63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3"/>
                  </a:ext>
                </a:extLst>
              </a:tr>
              <a:tr h="390843">
                <a:tc>
                  <a:txBody>
                    <a:bodyPr/>
                    <a:lstStyle/>
                    <a:p>
                      <a:pPr algn="l" fontAlgn="ctr"/>
                      <a:r>
                        <a:rPr lang="zh-CN" altLang="en-US" sz="2400" b="0" i="0" u="none" strike="noStrike" dirty="0">
                          <a:solidFill>
                            <a:srgbClr val="000000"/>
                          </a:solidFill>
                          <a:effectLst/>
                          <a:latin typeface="宋体" panose="02010600030101010101" pitchFamily="2" charset="-122"/>
                          <a:ea typeface="宋体" panose="02010600030101010101" pitchFamily="2" charset="-122"/>
                        </a:rPr>
                        <a:t>职称</a:t>
                      </a:r>
                    </a:p>
                  </a:txBody>
                  <a:tcPr marL="6349" marR="6349" marT="63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3" name="文本框 12">
            <a:extLst>
              <a:ext uri="{FF2B5EF4-FFF2-40B4-BE49-F238E27FC236}">
                <a16:creationId xmlns:a16="http://schemas.microsoft.com/office/drawing/2014/main" id="{CEF0500B-CFF7-497D-970C-EC3FBB7A04A8}"/>
              </a:ext>
            </a:extLst>
          </p:cNvPr>
          <p:cNvSpPr txBox="1">
            <a:spLocks noChangeArrowheads="1"/>
          </p:cNvSpPr>
          <p:nvPr/>
        </p:nvSpPr>
        <p:spPr bwMode="auto">
          <a:xfrm>
            <a:off x="935038" y="4827588"/>
            <a:ext cx="72437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l">
              <a:spcBef>
                <a:spcPct val="0"/>
              </a:spcBef>
              <a:buClrTx/>
              <a:buSzTx/>
              <a:buFontTx/>
              <a:buNone/>
            </a:pPr>
            <a:r>
              <a:rPr lang="zh-CN" altLang="en-US" sz="2800">
                <a:solidFill>
                  <a:schemeClr val="tx1"/>
                </a:solidFill>
                <a:latin typeface="Helvetica" panose="020B0604020202020204" pitchFamily="34" charset="0"/>
                <a:ea typeface="ＭＳ Ｐゴシック" panose="020B0600070205080204" pitchFamily="34" charset="-128"/>
              </a:rPr>
              <a:t>职工（</a:t>
            </a:r>
            <a:r>
              <a:rPr lang="zh-CN" altLang="en-US" sz="2800" u="sng">
                <a:solidFill>
                  <a:schemeClr val="tx1"/>
                </a:solidFill>
                <a:latin typeface="Helvetica" panose="020B0604020202020204" pitchFamily="34" charset="0"/>
                <a:ea typeface="ＭＳ Ｐゴシック" panose="020B0600070205080204" pitchFamily="34" charset="-128"/>
              </a:rPr>
              <a:t>职工号</a:t>
            </a:r>
            <a:r>
              <a:rPr lang="zh-CN" altLang="en-US" sz="2800">
                <a:solidFill>
                  <a:schemeClr val="tx1"/>
                </a:solidFill>
                <a:latin typeface="Helvetica" panose="020B0604020202020204" pitchFamily="34" charset="0"/>
                <a:ea typeface="ＭＳ Ｐゴシック" panose="020B0600070205080204" pitchFamily="34" charset="-128"/>
              </a:rPr>
              <a:t>，姓名，年龄，职称，领导职工号）</a:t>
            </a:r>
          </a:p>
        </p:txBody>
      </p:sp>
      <p:cxnSp>
        <p:nvCxnSpPr>
          <p:cNvPr id="4" name="直接连接符 3">
            <a:extLst>
              <a:ext uri="{FF2B5EF4-FFF2-40B4-BE49-F238E27FC236}">
                <a16:creationId xmlns:a16="http://schemas.microsoft.com/office/drawing/2014/main" id="{25BA3BDD-B6AB-4F90-9B0F-5C1B02B15BA3}"/>
              </a:ext>
            </a:extLst>
          </p:cNvPr>
          <p:cNvCxnSpPr/>
          <p:nvPr/>
        </p:nvCxnSpPr>
        <p:spPr bwMode="auto">
          <a:xfrm>
            <a:off x="4265613" y="2825750"/>
            <a:ext cx="963612"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2" fill="hold" nodeType="clickEffect">
                                  <p:stCondLst>
                                    <p:cond delay="0"/>
                                  </p:stCondLst>
                                  <p:childTnLst>
                                    <p:set>
                                      <p:cBhvr>
                                        <p:cTn id="10" dur="1" fill="hold">
                                          <p:stCondLst>
                                            <p:cond delay="0"/>
                                          </p:stCondLst>
                                        </p:cTn>
                                        <p:tgtEl>
                                          <p:spTgt spid="256024"/>
                                        </p:tgtEl>
                                        <p:attrNameLst>
                                          <p:attrName>style.visibility</p:attrName>
                                        </p:attrNameLst>
                                      </p:cBhvr>
                                      <p:to>
                                        <p:strVal val="visible"/>
                                      </p:to>
                                    </p:set>
                                    <p:animEffect transition="in" filter="wipe(right)">
                                      <p:cBhvr>
                                        <p:cTn id="11" dur="500"/>
                                        <p:tgtEl>
                                          <p:spTgt spid="2560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页脚占位符 3">
            <a:extLst>
              <a:ext uri="{FF2B5EF4-FFF2-40B4-BE49-F238E27FC236}">
                <a16:creationId xmlns:a16="http://schemas.microsoft.com/office/drawing/2014/main" id="{F1C5517F-5B14-419F-BF58-1E868DF72053}"/>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fld id="{32D1B6B1-3270-4CDA-B43F-0B321558C725}" type="slidenum">
              <a:rPr lang="zh-CN" altLang="en-US" sz="1400" smtClean="0">
                <a:solidFill>
                  <a:srgbClr val="000000"/>
                </a:solidFill>
              </a:rPr>
              <a:pPr algn="ctr">
                <a:spcBef>
                  <a:spcPct val="0"/>
                </a:spcBef>
                <a:buClrTx/>
                <a:buSzTx/>
                <a:buFontTx/>
                <a:buNone/>
              </a:pPr>
              <a:t>93</a:t>
            </a:fld>
            <a:endParaRPr lang="en-US" altLang="zh-CN" sz="1400">
              <a:solidFill>
                <a:srgbClr val="000000"/>
              </a:solidFill>
            </a:endParaRPr>
          </a:p>
        </p:txBody>
      </p:sp>
      <p:sp>
        <p:nvSpPr>
          <p:cNvPr id="162819" name="Rectangle 2">
            <a:extLst>
              <a:ext uri="{FF2B5EF4-FFF2-40B4-BE49-F238E27FC236}">
                <a16:creationId xmlns:a16="http://schemas.microsoft.com/office/drawing/2014/main" id="{2FCE283A-D8C3-41B4-8C70-2C370E104EFD}"/>
              </a:ext>
            </a:extLst>
          </p:cNvPr>
          <p:cNvSpPr>
            <a:spLocks noGrp="1" noChangeArrowheads="1"/>
          </p:cNvSpPr>
          <p:nvPr>
            <p:ph type="title"/>
          </p:nvPr>
        </p:nvSpPr>
        <p:spPr/>
        <p:txBody>
          <a:bodyPr/>
          <a:lstStyle/>
          <a:p>
            <a:pPr eaLnBrk="1" hangingPunct="1"/>
            <a:r>
              <a:rPr lang="en-US" altLang="zh-CN"/>
              <a:t>E-R</a:t>
            </a:r>
            <a:r>
              <a:rPr lang="zh-CN" altLang="en-US"/>
              <a:t>模型向关系模式的转换</a:t>
            </a:r>
          </a:p>
        </p:txBody>
      </p:sp>
      <p:grpSp>
        <p:nvGrpSpPr>
          <p:cNvPr id="162820" name="Group 3">
            <a:extLst>
              <a:ext uri="{FF2B5EF4-FFF2-40B4-BE49-F238E27FC236}">
                <a16:creationId xmlns:a16="http://schemas.microsoft.com/office/drawing/2014/main" id="{B208A05E-7790-4BF5-8A76-DDC4844D010C}"/>
              </a:ext>
            </a:extLst>
          </p:cNvPr>
          <p:cNvGrpSpPr>
            <a:grpSpLocks/>
          </p:cNvGrpSpPr>
          <p:nvPr/>
        </p:nvGrpSpPr>
        <p:grpSpPr bwMode="auto">
          <a:xfrm>
            <a:off x="3632200" y="2860675"/>
            <a:ext cx="1828800" cy="765175"/>
            <a:chOff x="1152" y="1728"/>
            <a:chExt cx="1152" cy="816"/>
          </a:xfrm>
        </p:grpSpPr>
        <p:sp>
          <p:nvSpPr>
            <p:cNvPr id="162846" name="Line 6">
              <a:extLst>
                <a:ext uri="{FF2B5EF4-FFF2-40B4-BE49-F238E27FC236}">
                  <a16:creationId xmlns:a16="http://schemas.microsoft.com/office/drawing/2014/main" id="{BC275665-AC1C-4488-899B-6755C44A128B}"/>
                </a:ext>
              </a:extLst>
            </p:cNvPr>
            <p:cNvSpPr>
              <a:spLocks noChangeShapeType="1"/>
            </p:cNvSpPr>
            <p:nvPr/>
          </p:nvSpPr>
          <p:spPr bwMode="auto">
            <a:xfrm>
              <a:off x="1152" y="2112"/>
              <a:ext cx="2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2847" name="Line 7">
              <a:extLst>
                <a:ext uri="{FF2B5EF4-FFF2-40B4-BE49-F238E27FC236}">
                  <a16:creationId xmlns:a16="http://schemas.microsoft.com/office/drawing/2014/main" id="{06960B32-6EA9-43C3-AF52-D91BB48B1764}"/>
                </a:ext>
              </a:extLst>
            </p:cNvPr>
            <p:cNvSpPr>
              <a:spLocks noChangeShapeType="1"/>
            </p:cNvSpPr>
            <p:nvPr/>
          </p:nvSpPr>
          <p:spPr bwMode="auto">
            <a:xfrm>
              <a:off x="2064" y="2112"/>
              <a:ext cx="24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1842" name="AutoShape 8">
              <a:extLst>
                <a:ext uri="{FF2B5EF4-FFF2-40B4-BE49-F238E27FC236}">
                  <a16:creationId xmlns:a16="http://schemas.microsoft.com/office/drawing/2014/main" id="{88694457-A985-4690-99D5-D6CFE9FC2527}"/>
                </a:ext>
              </a:extLst>
            </p:cNvPr>
            <p:cNvSpPr>
              <a:spLocks noChangeArrowheads="1"/>
            </p:cNvSpPr>
            <p:nvPr/>
          </p:nvSpPr>
          <p:spPr bwMode="auto">
            <a:xfrm>
              <a:off x="1392" y="1728"/>
              <a:ext cx="672" cy="816"/>
            </a:xfrm>
            <a:prstGeom prst="diamond">
              <a:avLst/>
            </a:prstGeom>
            <a:solidFill>
              <a:srgbClr val="99CCFF"/>
            </a:solidFill>
            <a:ln w="9525">
              <a:solidFill>
                <a:schemeClr val="tx1"/>
              </a:solidFill>
              <a:miter lim="800000"/>
              <a:headEnd/>
              <a:tailEnd/>
            </a:ln>
          </p:spPr>
          <p:txBody>
            <a:bodyPr wrap="none" anchor="ct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lnSpc>
                  <a:spcPct val="90000"/>
                </a:lnSpc>
                <a:buClr>
                  <a:srgbClr val="3333CC"/>
                </a:buClr>
                <a:buFont typeface="Wingdings" panose="05000000000000000000" pitchFamily="2" charset="2"/>
                <a:buNone/>
                <a:defRPr/>
              </a:pPr>
              <a:r>
                <a:rPr kumimoji="1" lang="zh-CN" altLang="en-US" sz="2400" b="1" dirty="0">
                  <a:solidFill>
                    <a:srgbClr val="000000"/>
                  </a:solidFill>
                  <a:latin typeface="+mn-ea"/>
                  <a:ea typeface="+mn-ea"/>
                </a:rPr>
                <a:t>选修</a:t>
              </a:r>
            </a:p>
          </p:txBody>
        </p:sp>
      </p:grpSp>
      <p:sp>
        <p:nvSpPr>
          <p:cNvPr id="162821" name="Rectangle 39">
            <a:extLst>
              <a:ext uri="{FF2B5EF4-FFF2-40B4-BE49-F238E27FC236}">
                <a16:creationId xmlns:a16="http://schemas.microsoft.com/office/drawing/2014/main" id="{D5A6B391-1C65-480F-895E-C1CB4A729E0E}"/>
              </a:ext>
            </a:extLst>
          </p:cNvPr>
          <p:cNvSpPr>
            <a:spLocks noChangeArrowheads="1"/>
          </p:cNvSpPr>
          <p:nvPr/>
        </p:nvSpPr>
        <p:spPr bwMode="auto">
          <a:xfrm>
            <a:off x="228600" y="1341438"/>
            <a:ext cx="8726488" cy="1189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buClr>
                <a:srgbClr val="3333CC"/>
              </a:buClr>
            </a:pPr>
            <a:r>
              <a:rPr lang="zh-CN" altLang="en-US">
                <a:solidFill>
                  <a:srgbClr val="FF0000"/>
                </a:solidFill>
                <a:sym typeface="Symbol" panose="05050102010706020507" pitchFamily="18" charset="2"/>
              </a:rPr>
              <a:t>多对多联系</a:t>
            </a:r>
            <a:r>
              <a:rPr lang="zh-CN" altLang="en-US">
                <a:solidFill>
                  <a:srgbClr val="3333CC"/>
                </a:solidFill>
                <a:sym typeface="Symbol" panose="05050102010706020507" pitchFamily="18" charset="2"/>
              </a:rPr>
              <a:t>：将联系定义为新的关系，属性为参与双方的码</a:t>
            </a:r>
          </a:p>
        </p:txBody>
      </p:sp>
      <p:graphicFrame>
        <p:nvGraphicFramePr>
          <p:cNvPr id="4" name="表格 3">
            <a:extLst>
              <a:ext uri="{FF2B5EF4-FFF2-40B4-BE49-F238E27FC236}">
                <a16:creationId xmlns:a16="http://schemas.microsoft.com/office/drawing/2014/main" id="{ED2F091F-7D82-49DE-B505-647CE6FC1C68}"/>
              </a:ext>
            </a:extLst>
          </p:cNvPr>
          <p:cNvGraphicFramePr>
            <a:graphicFrameLocks noGrp="1"/>
          </p:cNvGraphicFramePr>
          <p:nvPr/>
        </p:nvGraphicFramePr>
        <p:xfrm>
          <a:off x="2262188" y="2640013"/>
          <a:ext cx="1370012" cy="1230311"/>
        </p:xfrm>
        <a:graphic>
          <a:graphicData uri="http://schemas.openxmlformats.org/drawingml/2006/table">
            <a:tbl>
              <a:tblPr/>
              <a:tblGrid>
                <a:gridCol w="1370012">
                  <a:extLst>
                    <a:ext uri="{9D8B030D-6E8A-4147-A177-3AD203B41FA5}">
                      <a16:colId xmlns:a16="http://schemas.microsoft.com/office/drawing/2014/main" val="20000"/>
                    </a:ext>
                  </a:extLst>
                </a:gridCol>
              </a:tblGrid>
              <a:tr h="372190">
                <a:tc>
                  <a:txBody>
                    <a:bodyPr/>
                    <a:lstStyle/>
                    <a:p>
                      <a:pPr algn="ctr" fontAlgn="ctr"/>
                      <a:r>
                        <a:rPr lang="zh-CN" altLang="en-US" sz="2400" b="0" i="0" u="none" strike="noStrike">
                          <a:solidFill>
                            <a:srgbClr val="000000"/>
                          </a:solidFill>
                          <a:effectLst/>
                          <a:latin typeface="宋体" panose="02010600030101010101" pitchFamily="2" charset="-122"/>
                          <a:ea typeface="宋体" panose="02010600030101010101" pitchFamily="2" charset="-122"/>
                        </a:rPr>
                        <a:t>学生</a:t>
                      </a:r>
                    </a:p>
                  </a:txBody>
                  <a:tcPr marL="6347" marR="6347" marT="6351"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0000"/>
                  </a:ext>
                </a:extLst>
              </a:tr>
              <a:tr h="372190">
                <a:tc>
                  <a:txBody>
                    <a:bodyPr/>
                    <a:lstStyle/>
                    <a:p>
                      <a:pPr algn="l" fontAlgn="ctr"/>
                      <a:r>
                        <a:rPr lang="zh-CN" altLang="en-US" sz="2400" b="0" i="0" u="sng" strike="noStrike">
                          <a:solidFill>
                            <a:srgbClr val="000000"/>
                          </a:solidFill>
                          <a:effectLst/>
                          <a:latin typeface="宋体" panose="02010600030101010101" pitchFamily="2" charset="-122"/>
                          <a:ea typeface="宋体" panose="02010600030101010101" pitchFamily="2" charset="-122"/>
                        </a:rPr>
                        <a:t>学号</a:t>
                      </a:r>
                    </a:p>
                  </a:txBody>
                  <a:tcPr marL="6347" marR="6347" marT="6351"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485931">
                <a:tc>
                  <a:txBody>
                    <a:bodyPr/>
                    <a:lstStyle/>
                    <a:p>
                      <a:pPr algn="l" fontAlgn="ctr"/>
                      <a:r>
                        <a:rPr lang="zh-CN" altLang="en-US" sz="2400" b="0" i="0" u="none" strike="noStrike" dirty="0">
                          <a:solidFill>
                            <a:srgbClr val="000000"/>
                          </a:solidFill>
                          <a:effectLst/>
                          <a:latin typeface="宋体" panose="02010600030101010101" pitchFamily="2" charset="-122"/>
                          <a:ea typeface="宋体" panose="02010600030101010101" pitchFamily="2" charset="-122"/>
                        </a:rPr>
                        <a:t>姓名</a:t>
                      </a:r>
                    </a:p>
                  </a:txBody>
                  <a:tcPr marL="6347" marR="6347" marT="6351"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6" name="表格 5">
            <a:extLst>
              <a:ext uri="{FF2B5EF4-FFF2-40B4-BE49-F238E27FC236}">
                <a16:creationId xmlns:a16="http://schemas.microsoft.com/office/drawing/2014/main" id="{CC9E8E2C-56A5-4D4A-AF76-CB6FE48D08AA}"/>
              </a:ext>
            </a:extLst>
          </p:cNvPr>
          <p:cNvGraphicFramePr>
            <a:graphicFrameLocks noGrp="1"/>
          </p:cNvGraphicFramePr>
          <p:nvPr/>
        </p:nvGraphicFramePr>
        <p:xfrm>
          <a:off x="5470525" y="2530475"/>
          <a:ext cx="1962150" cy="1489076"/>
        </p:xfrm>
        <a:graphic>
          <a:graphicData uri="http://schemas.openxmlformats.org/drawingml/2006/table">
            <a:tbl>
              <a:tblPr/>
              <a:tblGrid>
                <a:gridCol w="1962150">
                  <a:extLst>
                    <a:ext uri="{9D8B030D-6E8A-4147-A177-3AD203B41FA5}">
                      <a16:colId xmlns:a16="http://schemas.microsoft.com/office/drawing/2014/main" val="20000"/>
                    </a:ext>
                  </a:extLst>
                </a:gridCol>
              </a:tblGrid>
              <a:tr h="372269">
                <a:tc>
                  <a:txBody>
                    <a:bodyPr/>
                    <a:lstStyle/>
                    <a:p>
                      <a:pPr algn="ctr" fontAlgn="ctr"/>
                      <a:r>
                        <a:rPr lang="zh-CN" altLang="en-US" sz="2400" b="0" i="0" u="none" strike="noStrike" dirty="0">
                          <a:solidFill>
                            <a:srgbClr val="000000"/>
                          </a:solidFill>
                          <a:effectLst/>
                          <a:latin typeface="宋体" panose="02010600030101010101" pitchFamily="2" charset="-122"/>
                          <a:ea typeface="宋体" panose="02010600030101010101" pitchFamily="2" charset="-122"/>
                        </a:rPr>
                        <a:t>课程</a:t>
                      </a:r>
                    </a:p>
                  </a:txBody>
                  <a:tcPr marL="6353" marR="6353" marT="63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0000"/>
                  </a:ext>
                </a:extLst>
              </a:tr>
              <a:tr h="372269">
                <a:tc>
                  <a:txBody>
                    <a:bodyPr/>
                    <a:lstStyle/>
                    <a:p>
                      <a:pPr algn="l" fontAlgn="ctr"/>
                      <a:r>
                        <a:rPr lang="zh-CN" altLang="en-US" sz="2400" b="0" i="0" u="sng" strike="noStrike">
                          <a:solidFill>
                            <a:srgbClr val="000000"/>
                          </a:solidFill>
                          <a:effectLst/>
                          <a:latin typeface="宋体" panose="02010600030101010101" pitchFamily="2" charset="-122"/>
                          <a:ea typeface="宋体" panose="02010600030101010101" pitchFamily="2" charset="-122"/>
                        </a:rPr>
                        <a:t>课程号</a:t>
                      </a:r>
                    </a:p>
                  </a:txBody>
                  <a:tcPr marL="6353" marR="6353" marT="63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372269">
                <a:tc>
                  <a:txBody>
                    <a:bodyPr/>
                    <a:lstStyle/>
                    <a:p>
                      <a:pPr algn="l" fontAlgn="ctr"/>
                      <a:r>
                        <a:rPr lang="zh-CN" altLang="en-US" sz="2400" b="0" i="0" u="none" strike="noStrike" dirty="0">
                          <a:solidFill>
                            <a:srgbClr val="000000"/>
                          </a:solidFill>
                          <a:effectLst/>
                          <a:latin typeface="宋体" panose="02010600030101010101" pitchFamily="2" charset="-122"/>
                          <a:ea typeface="宋体" panose="02010600030101010101" pitchFamily="2" charset="-122"/>
                        </a:rPr>
                        <a:t>课程名</a:t>
                      </a:r>
                    </a:p>
                  </a:txBody>
                  <a:tcPr marL="6353" marR="6353" marT="63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2"/>
                  </a:ext>
                </a:extLst>
              </a:tr>
              <a:tr h="372269">
                <a:tc>
                  <a:txBody>
                    <a:bodyPr/>
                    <a:lstStyle/>
                    <a:p>
                      <a:pPr algn="l" fontAlgn="ctr"/>
                      <a:r>
                        <a:rPr lang="zh-CN" altLang="en-US" sz="2400" b="0" i="0" u="none" strike="noStrike" dirty="0">
                          <a:solidFill>
                            <a:srgbClr val="000000"/>
                          </a:solidFill>
                          <a:effectLst/>
                          <a:latin typeface="宋体" panose="02010600030101010101" pitchFamily="2" charset="-122"/>
                          <a:ea typeface="宋体" panose="02010600030101010101" pitchFamily="2" charset="-122"/>
                        </a:rPr>
                        <a:t>学分</a:t>
                      </a:r>
                    </a:p>
                  </a:txBody>
                  <a:tcPr marL="6353" marR="6353" marT="63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6" name="文本框 15">
            <a:extLst>
              <a:ext uri="{FF2B5EF4-FFF2-40B4-BE49-F238E27FC236}">
                <a16:creationId xmlns:a16="http://schemas.microsoft.com/office/drawing/2014/main" id="{DD2153A5-4329-4B03-B814-887A6A220E3B}"/>
              </a:ext>
            </a:extLst>
          </p:cNvPr>
          <p:cNvSpPr txBox="1">
            <a:spLocks noChangeArrowheads="1"/>
          </p:cNvSpPr>
          <p:nvPr/>
        </p:nvSpPr>
        <p:spPr bwMode="auto">
          <a:xfrm>
            <a:off x="685800" y="4159250"/>
            <a:ext cx="29368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l">
              <a:spcBef>
                <a:spcPct val="0"/>
              </a:spcBef>
              <a:buClrTx/>
              <a:buSzTx/>
              <a:buFontTx/>
              <a:buNone/>
            </a:pPr>
            <a:r>
              <a:rPr lang="zh-CN" altLang="en-US" sz="2800">
                <a:solidFill>
                  <a:schemeClr val="tx1"/>
                </a:solidFill>
                <a:latin typeface="Helvetica" panose="020B0604020202020204" pitchFamily="34" charset="0"/>
                <a:ea typeface="ＭＳ Ｐゴシック" panose="020B0600070205080204" pitchFamily="34" charset="-128"/>
              </a:rPr>
              <a:t>学生（</a:t>
            </a:r>
            <a:r>
              <a:rPr lang="zh-CN" altLang="en-US" sz="2800" u="sng">
                <a:solidFill>
                  <a:schemeClr val="tx1"/>
                </a:solidFill>
                <a:latin typeface="Helvetica" panose="020B0604020202020204" pitchFamily="34" charset="0"/>
                <a:ea typeface="ＭＳ Ｐゴシック" panose="020B0600070205080204" pitchFamily="34" charset="-128"/>
              </a:rPr>
              <a:t>学号</a:t>
            </a:r>
            <a:r>
              <a:rPr lang="zh-CN" altLang="en-US" sz="2800">
                <a:solidFill>
                  <a:schemeClr val="tx1"/>
                </a:solidFill>
                <a:latin typeface="Helvetica" panose="020B0604020202020204" pitchFamily="34" charset="0"/>
                <a:ea typeface="ＭＳ Ｐゴシック" panose="020B0600070205080204" pitchFamily="34" charset="-128"/>
              </a:rPr>
              <a:t>，姓名）</a:t>
            </a:r>
          </a:p>
        </p:txBody>
      </p:sp>
      <p:sp>
        <p:nvSpPr>
          <p:cNvPr id="17" name="文本框 16">
            <a:extLst>
              <a:ext uri="{FF2B5EF4-FFF2-40B4-BE49-F238E27FC236}">
                <a16:creationId xmlns:a16="http://schemas.microsoft.com/office/drawing/2014/main" id="{225C4C6D-DDA4-42F8-B3A7-9A5A70B81AAC}"/>
              </a:ext>
            </a:extLst>
          </p:cNvPr>
          <p:cNvSpPr txBox="1">
            <a:spLocks noChangeArrowheads="1"/>
          </p:cNvSpPr>
          <p:nvPr/>
        </p:nvSpPr>
        <p:spPr bwMode="auto">
          <a:xfrm>
            <a:off x="4876800" y="5461000"/>
            <a:ext cx="33972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l">
              <a:spcBef>
                <a:spcPct val="0"/>
              </a:spcBef>
              <a:buClrTx/>
              <a:buSzTx/>
              <a:buFontTx/>
              <a:buNone/>
            </a:pPr>
            <a:r>
              <a:rPr lang="zh-CN" altLang="en-US" sz="2800">
                <a:solidFill>
                  <a:schemeClr val="tx1"/>
                </a:solidFill>
                <a:latin typeface="Helvetica" panose="020B0604020202020204" pitchFamily="34" charset="0"/>
                <a:ea typeface="ＭＳ Ｐゴシック" panose="020B0600070205080204" pitchFamily="34" charset="-128"/>
              </a:rPr>
              <a:t>选修（</a:t>
            </a:r>
            <a:r>
              <a:rPr lang="zh-CN" altLang="en-US" sz="2800" u="sng">
                <a:solidFill>
                  <a:schemeClr val="tx1"/>
                </a:solidFill>
                <a:latin typeface="Helvetica" panose="020B0604020202020204" pitchFamily="34" charset="0"/>
                <a:ea typeface="ＭＳ Ｐゴシック" panose="020B0600070205080204" pitchFamily="34" charset="-128"/>
              </a:rPr>
              <a:t>学号</a:t>
            </a:r>
            <a:r>
              <a:rPr lang="zh-CN" altLang="en-US" sz="2800">
                <a:solidFill>
                  <a:schemeClr val="tx1"/>
                </a:solidFill>
                <a:latin typeface="Helvetica" panose="020B0604020202020204" pitchFamily="34" charset="0"/>
                <a:ea typeface="ＭＳ Ｐゴシック" panose="020B0600070205080204" pitchFamily="34" charset="-128"/>
              </a:rPr>
              <a:t>，</a:t>
            </a:r>
            <a:r>
              <a:rPr lang="zh-CN" altLang="en-US" sz="2800" u="sng">
                <a:solidFill>
                  <a:schemeClr val="tx1"/>
                </a:solidFill>
                <a:latin typeface="Helvetica" panose="020B0604020202020204" pitchFamily="34" charset="0"/>
                <a:ea typeface="ＭＳ Ｐゴシック" panose="020B0600070205080204" pitchFamily="34" charset="-128"/>
              </a:rPr>
              <a:t>课程号</a:t>
            </a:r>
            <a:r>
              <a:rPr lang="zh-CN" altLang="en-US" sz="2800">
                <a:solidFill>
                  <a:schemeClr val="tx1"/>
                </a:solidFill>
                <a:latin typeface="Helvetica" panose="020B0604020202020204" pitchFamily="34" charset="0"/>
                <a:ea typeface="ＭＳ Ｐゴシック" panose="020B0600070205080204" pitchFamily="34" charset="-128"/>
              </a:rPr>
              <a:t>）</a:t>
            </a:r>
          </a:p>
        </p:txBody>
      </p:sp>
      <p:sp>
        <p:nvSpPr>
          <p:cNvPr id="18" name="文本框 17">
            <a:extLst>
              <a:ext uri="{FF2B5EF4-FFF2-40B4-BE49-F238E27FC236}">
                <a16:creationId xmlns:a16="http://schemas.microsoft.com/office/drawing/2014/main" id="{20ACCA7E-AB49-40AC-A9C7-925FD98B28E8}"/>
              </a:ext>
            </a:extLst>
          </p:cNvPr>
          <p:cNvSpPr txBox="1">
            <a:spLocks noChangeArrowheads="1"/>
          </p:cNvSpPr>
          <p:nvPr/>
        </p:nvSpPr>
        <p:spPr bwMode="auto">
          <a:xfrm>
            <a:off x="2711450" y="4784725"/>
            <a:ext cx="46418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l">
              <a:spcBef>
                <a:spcPct val="0"/>
              </a:spcBef>
              <a:buClrTx/>
              <a:buSzTx/>
              <a:buFontTx/>
              <a:buNone/>
            </a:pPr>
            <a:r>
              <a:rPr lang="zh-CN" altLang="en-US" sz="2800">
                <a:solidFill>
                  <a:schemeClr val="tx1"/>
                </a:solidFill>
                <a:latin typeface="Helvetica" panose="020B0604020202020204" pitchFamily="34" charset="0"/>
                <a:ea typeface="ＭＳ Ｐゴシック" panose="020B0600070205080204" pitchFamily="34" charset="-128"/>
              </a:rPr>
              <a:t>课程（</a:t>
            </a:r>
            <a:r>
              <a:rPr lang="zh-CN" altLang="en-US" sz="2800" u="sng">
                <a:solidFill>
                  <a:schemeClr val="tx1"/>
                </a:solidFill>
                <a:latin typeface="Helvetica" panose="020B0604020202020204" pitchFamily="34" charset="0"/>
                <a:ea typeface="ＭＳ Ｐゴシック" panose="020B0600070205080204" pitchFamily="34" charset="-128"/>
              </a:rPr>
              <a:t>课程号</a:t>
            </a:r>
            <a:r>
              <a:rPr lang="zh-CN" altLang="en-US" sz="2800">
                <a:solidFill>
                  <a:schemeClr val="tx1"/>
                </a:solidFill>
                <a:latin typeface="Helvetica" panose="020B0604020202020204" pitchFamily="34" charset="0"/>
                <a:ea typeface="ＭＳ Ｐゴシック" panose="020B0600070205080204" pitchFamily="34" charset="-128"/>
              </a:rPr>
              <a:t>，课程名，学分）</a:t>
            </a:r>
          </a:p>
        </p:txBody>
      </p:sp>
      <p:sp>
        <p:nvSpPr>
          <p:cNvPr id="39" name="任意多边形 38">
            <a:extLst>
              <a:ext uri="{FF2B5EF4-FFF2-40B4-BE49-F238E27FC236}">
                <a16:creationId xmlns:a16="http://schemas.microsoft.com/office/drawing/2014/main" id="{B638FC21-C88E-42F3-B9FB-E4417384FEF5}"/>
              </a:ext>
            </a:extLst>
          </p:cNvPr>
          <p:cNvSpPr>
            <a:spLocks/>
          </p:cNvSpPr>
          <p:nvPr/>
        </p:nvSpPr>
        <p:spPr bwMode="auto">
          <a:xfrm>
            <a:off x="1849438" y="4614863"/>
            <a:ext cx="4344987" cy="1885950"/>
          </a:xfrm>
          <a:custGeom>
            <a:avLst/>
            <a:gdLst>
              <a:gd name="T0" fmla="*/ 4330758 w 4345066"/>
              <a:gd name="T1" fmla="*/ 1361625 h 1885647"/>
              <a:gd name="T2" fmla="*/ 3770807 w 4345066"/>
              <a:gd name="T3" fmla="*/ 1886416 h 1885647"/>
              <a:gd name="T4" fmla="*/ 588302 w 4345066"/>
              <a:gd name="T5" fmla="*/ 1397082 h 1885647"/>
              <a:gd name="T6" fmla="*/ 0 w 4345066"/>
              <a:gd name="T7" fmla="*/ 0 h 188564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345066" h="1885647">
                <a:moveTo>
                  <a:pt x="4330995" y="1360968"/>
                </a:moveTo>
                <a:cubicBezTo>
                  <a:pt x="4362893" y="1620284"/>
                  <a:pt x="4394791" y="1879600"/>
                  <a:pt x="3771014" y="1885507"/>
                </a:cubicBezTo>
                <a:cubicBezTo>
                  <a:pt x="3147237" y="1891414"/>
                  <a:pt x="1216837" y="1710661"/>
                  <a:pt x="588335" y="1396410"/>
                </a:cubicBezTo>
                <a:cubicBezTo>
                  <a:pt x="-40167" y="1082159"/>
                  <a:pt x="100419" y="211470"/>
                  <a:pt x="0" y="0"/>
                </a:cubicBezTo>
              </a:path>
            </a:pathLst>
          </a:custGeom>
          <a:noFill/>
          <a:ln w="31750">
            <a:solidFill>
              <a:schemeClr val="tx1"/>
            </a:solidFill>
            <a:prstDash val="dash"/>
            <a:round/>
            <a:headEnd type="oval"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52" name="任意多边形 51">
            <a:extLst>
              <a:ext uri="{FF2B5EF4-FFF2-40B4-BE49-F238E27FC236}">
                <a16:creationId xmlns:a16="http://schemas.microsoft.com/office/drawing/2014/main" id="{2A1F79A8-1B11-406F-8E96-49DE272445A3}"/>
              </a:ext>
            </a:extLst>
          </p:cNvPr>
          <p:cNvSpPr>
            <a:spLocks/>
          </p:cNvSpPr>
          <p:nvPr/>
        </p:nvSpPr>
        <p:spPr bwMode="auto">
          <a:xfrm>
            <a:off x="4164013" y="5208588"/>
            <a:ext cx="3268662" cy="1125537"/>
          </a:xfrm>
          <a:custGeom>
            <a:avLst/>
            <a:gdLst>
              <a:gd name="T0" fmla="*/ 1386730 w 4345066"/>
              <a:gd name="T1" fmla="*/ 172769 h 1885647"/>
              <a:gd name="T2" fmla="*/ 1207431 w 4345066"/>
              <a:gd name="T3" fmla="*/ 239357 h 1885647"/>
              <a:gd name="T4" fmla="*/ 188378 w 4345066"/>
              <a:gd name="T5" fmla="*/ 177268 h 1885647"/>
              <a:gd name="T6" fmla="*/ 0 w 4345066"/>
              <a:gd name="T7" fmla="*/ 0 h 188564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345066" h="1885647">
                <a:moveTo>
                  <a:pt x="4330995" y="1360968"/>
                </a:moveTo>
                <a:cubicBezTo>
                  <a:pt x="4362893" y="1620284"/>
                  <a:pt x="4394791" y="1879600"/>
                  <a:pt x="3771014" y="1885507"/>
                </a:cubicBezTo>
                <a:cubicBezTo>
                  <a:pt x="3147237" y="1891414"/>
                  <a:pt x="1216837" y="1710661"/>
                  <a:pt x="588335" y="1396410"/>
                </a:cubicBezTo>
                <a:cubicBezTo>
                  <a:pt x="-40167" y="1082159"/>
                  <a:pt x="100419" y="211470"/>
                  <a:pt x="0" y="0"/>
                </a:cubicBezTo>
              </a:path>
            </a:pathLst>
          </a:custGeom>
          <a:noFill/>
          <a:ln w="31750">
            <a:solidFill>
              <a:schemeClr val="tx1"/>
            </a:solidFill>
            <a:prstDash val="dash"/>
            <a:round/>
            <a:headEnd type="oval"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2" fill="hold" nodeType="clickEffect">
                                  <p:stCondLst>
                                    <p:cond delay="0"/>
                                  </p:stCondLst>
                                  <p:childTnLst>
                                    <p:set>
                                      <p:cBhvr>
                                        <p:cTn id="14" dur="1" fill="hold">
                                          <p:stCondLst>
                                            <p:cond delay="0"/>
                                          </p:stCondLst>
                                        </p:cTn>
                                        <p:tgtEl>
                                          <p:spTgt spid="39"/>
                                        </p:tgtEl>
                                        <p:attrNameLst>
                                          <p:attrName>style.visibility</p:attrName>
                                        </p:attrNameLst>
                                      </p:cBhvr>
                                      <p:to>
                                        <p:strVal val="visible"/>
                                      </p:to>
                                    </p:set>
                                    <p:animEffect transition="in" filter="wipe(right)">
                                      <p:cBhvr>
                                        <p:cTn id="15" dur="500"/>
                                        <p:tgtEl>
                                          <p:spTgt spid="39"/>
                                        </p:tgtEl>
                                      </p:cBhvr>
                                    </p:animEffect>
                                  </p:childTnLst>
                                </p:cTn>
                              </p:par>
                            </p:childTnLst>
                          </p:cTn>
                        </p:par>
                        <p:par>
                          <p:cTn id="16" fill="hold" nodeType="afterGroup">
                            <p:stCondLst>
                              <p:cond delay="500"/>
                            </p:stCondLst>
                            <p:childTnLst>
                              <p:par>
                                <p:cTn id="17" presetID="22" presetClass="entr" presetSubtype="2" fill="hold" nodeType="afterEffect">
                                  <p:stCondLst>
                                    <p:cond delay="0"/>
                                  </p:stCondLst>
                                  <p:childTnLst>
                                    <p:set>
                                      <p:cBhvr>
                                        <p:cTn id="18" dur="1" fill="hold">
                                          <p:stCondLst>
                                            <p:cond delay="0"/>
                                          </p:stCondLst>
                                        </p:cTn>
                                        <p:tgtEl>
                                          <p:spTgt spid="52"/>
                                        </p:tgtEl>
                                        <p:attrNameLst>
                                          <p:attrName>style.visibility</p:attrName>
                                        </p:attrNameLst>
                                      </p:cBhvr>
                                      <p:to>
                                        <p:strVal val="visible"/>
                                      </p:to>
                                    </p:set>
                                    <p:animEffect transition="in" filter="wipe(right)">
                                      <p:cBhvr>
                                        <p:cTn id="19"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页脚占位符 3">
            <a:extLst>
              <a:ext uri="{FF2B5EF4-FFF2-40B4-BE49-F238E27FC236}">
                <a16:creationId xmlns:a16="http://schemas.microsoft.com/office/drawing/2014/main" id="{293C8085-57BF-420D-8782-BC33FF33C4A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fld id="{1957DD63-4585-4A0A-BE0C-D8E0AA5DB692}" type="slidenum">
              <a:rPr lang="zh-CN" altLang="en-US" sz="1400" smtClean="0">
                <a:solidFill>
                  <a:srgbClr val="000000"/>
                </a:solidFill>
              </a:rPr>
              <a:pPr algn="ctr">
                <a:spcBef>
                  <a:spcPct val="0"/>
                </a:spcBef>
                <a:buClrTx/>
                <a:buSzTx/>
                <a:buFontTx/>
                <a:buNone/>
              </a:pPr>
              <a:t>94</a:t>
            </a:fld>
            <a:endParaRPr lang="en-US" altLang="zh-CN" sz="1400">
              <a:solidFill>
                <a:srgbClr val="000000"/>
              </a:solidFill>
            </a:endParaRPr>
          </a:p>
        </p:txBody>
      </p:sp>
      <p:sp>
        <p:nvSpPr>
          <p:cNvPr id="163843" name="Rectangle 2">
            <a:extLst>
              <a:ext uri="{FF2B5EF4-FFF2-40B4-BE49-F238E27FC236}">
                <a16:creationId xmlns:a16="http://schemas.microsoft.com/office/drawing/2014/main" id="{5B9742B0-75C9-4FC5-9BA9-D7E43725F9CD}"/>
              </a:ext>
            </a:extLst>
          </p:cNvPr>
          <p:cNvSpPr>
            <a:spLocks noGrp="1" noChangeArrowheads="1"/>
          </p:cNvSpPr>
          <p:nvPr>
            <p:ph type="title"/>
          </p:nvPr>
        </p:nvSpPr>
        <p:spPr/>
        <p:txBody>
          <a:bodyPr/>
          <a:lstStyle/>
          <a:p>
            <a:pPr eaLnBrk="1" hangingPunct="1"/>
            <a:r>
              <a:rPr lang="en-US" altLang="zh-CN"/>
              <a:t>E-R</a:t>
            </a:r>
            <a:r>
              <a:rPr lang="zh-CN" altLang="en-US"/>
              <a:t>模型向关系模式的转换</a:t>
            </a:r>
          </a:p>
        </p:txBody>
      </p:sp>
      <p:grpSp>
        <p:nvGrpSpPr>
          <p:cNvPr id="163844" name="Group 3">
            <a:extLst>
              <a:ext uri="{FF2B5EF4-FFF2-40B4-BE49-F238E27FC236}">
                <a16:creationId xmlns:a16="http://schemas.microsoft.com/office/drawing/2014/main" id="{7233F1D1-BF7E-4D0B-8D4E-59C2D62AF1DA}"/>
              </a:ext>
            </a:extLst>
          </p:cNvPr>
          <p:cNvGrpSpPr>
            <a:grpSpLocks/>
          </p:cNvGrpSpPr>
          <p:nvPr/>
        </p:nvGrpSpPr>
        <p:grpSpPr bwMode="auto">
          <a:xfrm>
            <a:off x="3813175" y="1941513"/>
            <a:ext cx="1752600" cy="1066800"/>
            <a:chOff x="960" y="3216"/>
            <a:chExt cx="1104" cy="672"/>
          </a:xfrm>
        </p:grpSpPr>
        <p:sp>
          <p:nvSpPr>
            <p:cNvPr id="162847" name="AutoShape 4">
              <a:extLst>
                <a:ext uri="{FF2B5EF4-FFF2-40B4-BE49-F238E27FC236}">
                  <a16:creationId xmlns:a16="http://schemas.microsoft.com/office/drawing/2014/main" id="{FFAC01E5-1B3A-47AD-A00A-B5B7BCFB546B}"/>
                </a:ext>
              </a:extLst>
            </p:cNvPr>
            <p:cNvSpPr>
              <a:spLocks noChangeArrowheads="1"/>
            </p:cNvSpPr>
            <p:nvPr/>
          </p:nvSpPr>
          <p:spPr bwMode="auto">
            <a:xfrm>
              <a:off x="1440" y="3216"/>
              <a:ext cx="624" cy="672"/>
            </a:xfrm>
            <a:prstGeom prst="diamond">
              <a:avLst/>
            </a:prstGeom>
            <a:solidFill>
              <a:srgbClr val="99CCFF"/>
            </a:solidFill>
            <a:ln w="9525">
              <a:solidFill>
                <a:schemeClr val="tx1"/>
              </a:solidFill>
              <a:miter lim="800000"/>
              <a:headEnd/>
              <a:tailEnd/>
            </a:ln>
          </p:spPr>
          <p:txBody>
            <a:bodyPr wrap="none" anchor="ct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lnSpc>
                  <a:spcPct val="90000"/>
                </a:lnSpc>
                <a:buClr>
                  <a:srgbClr val="3333CC"/>
                </a:buClr>
                <a:buFont typeface="Wingdings" panose="05000000000000000000" pitchFamily="2" charset="2"/>
                <a:buNone/>
                <a:defRPr/>
              </a:pPr>
              <a:r>
                <a:rPr kumimoji="1" lang="zh-CN" altLang="en-US" sz="2400" b="1" dirty="0">
                  <a:solidFill>
                    <a:srgbClr val="000000"/>
                  </a:solidFill>
                  <a:latin typeface="+mn-ea"/>
                  <a:ea typeface="+mn-ea"/>
                </a:rPr>
                <a:t>构成</a:t>
              </a:r>
            </a:p>
          </p:txBody>
        </p:sp>
        <p:sp>
          <p:nvSpPr>
            <p:cNvPr id="163859" name="Line 6">
              <a:extLst>
                <a:ext uri="{FF2B5EF4-FFF2-40B4-BE49-F238E27FC236}">
                  <a16:creationId xmlns:a16="http://schemas.microsoft.com/office/drawing/2014/main" id="{9AF4A14D-734D-4835-B80C-2B5795660288}"/>
                </a:ext>
              </a:extLst>
            </p:cNvPr>
            <p:cNvSpPr>
              <a:spLocks noChangeShapeType="1"/>
            </p:cNvSpPr>
            <p:nvPr/>
          </p:nvSpPr>
          <p:spPr bwMode="auto">
            <a:xfrm>
              <a:off x="1056" y="3456"/>
              <a:ext cx="48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3860" name="Line 7">
              <a:extLst>
                <a:ext uri="{FF2B5EF4-FFF2-40B4-BE49-F238E27FC236}">
                  <a16:creationId xmlns:a16="http://schemas.microsoft.com/office/drawing/2014/main" id="{10834B34-BAE8-4C40-9EEC-E46FD74545D2}"/>
                </a:ext>
              </a:extLst>
            </p:cNvPr>
            <p:cNvSpPr>
              <a:spLocks noChangeShapeType="1"/>
            </p:cNvSpPr>
            <p:nvPr/>
          </p:nvSpPr>
          <p:spPr bwMode="auto">
            <a:xfrm>
              <a:off x="1056" y="3648"/>
              <a:ext cx="48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3861" name="Text Box 8">
              <a:extLst>
                <a:ext uri="{FF2B5EF4-FFF2-40B4-BE49-F238E27FC236}">
                  <a16:creationId xmlns:a16="http://schemas.microsoft.com/office/drawing/2014/main" id="{4F4C7D36-FDCB-46BC-8888-5B6EF2310185}"/>
                </a:ext>
              </a:extLst>
            </p:cNvPr>
            <p:cNvSpPr txBox="1">
              <a:spLocks noChangeArrowheads="1"/>
            </p:cNvSpPr>
            <p:nvPr/>
          </p:nvSpPr>
          <p:spPr bwMode="auto">
            <a:xfrm>
              <a:off x="960" y="3216"/>
              <a:ext cx="6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Tx/>
                <a:buNone/>
              </a:pPr>
              <a:r>
                <a:rPr kumimoji="1" lang="zh-CN" altLang="en-US" sz="2000" b="1">
                  <a:solidFill>
                    <a:srgbClr val="000000"/>
                  </a:solidFill>
                  <a:latin typeface="Times New Roman" panose="02020603050405020304" pitchFamily="18" charset="0"/>
                  <a:ea typeface="华文新魏" panose="02010800040101010101" pitchFamily="2" charset="-122"/>
                </a:rPr>
                <a:t>母零件</a:t>
              </a:r>
              <a:endParaRPr kumimoji="1" lang="zh-CN" altLang="en-US" sz="2400">
                <a:solidFill>
                  <a:srgbClr val="000000"/>
                </a:solidFill>
                <a:latin typeface="Times New Roman" panose="02020603050405020304" pitchFamily="18" charset="0"/>
                <a:ea typeface="华文新魏" panose="02010800040101010101" pitchFamily="2" charset="-122"/>
              </a:endParaRPr>
            </a:p>
          </p:txBody>
        </p:sp>
        <p:sp>
          <p:nvSpPr>
            <p:cNvPr id="163862" name="Text Box 9">
              <a:extLst>
                <a:ext uri="{FF2B5EF4-FFF2-40B4-BE49-F238E27FC236}">
                  <a16:creationId xmlns:a16="http://schemas.microsoft.com/office/drawing/2014/main" id="{83CDACBB-AC33-4447-8D6D-3C9A6DDD62C2}"/>
                </a:ext>
              </a:extLst>
            </p:cNvPr>
            <p:cNvSpPr txBox="1">
              <a:spLocks noChangeArrowheads="1"/>
            </p:cNvSpPr>
            <p:nvPr/>
          </p:nvSpPr>
          <p:spPr bwMode="auto">
            <a:xfrm>
              <a:off x="960" y="3638"/>
              <a:ext cx="6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Tx/>
                <a:buNone/>
              </a:pPr>
              <a:r>
                <a:rPr kumimoji="1" lang="zh-CN" altLang="en-US" sz="2000" b="1">
                  <a:solidFill>
                    <a:srgbClr val="000000"/>
                  </a:solidFill>
                  <a:latin typeface="Times New Roman" panose="02020603050405020304" pitchFamily="18" charset="0"/>
                  <a:ea typeface="华文新魏" panose="02010800040101010101" pitchFamily="2" charset="-122"/>
                </a:rPr>
                <a:t>子零件</a:t>
              </a:r>
              <a:endParaRPr kumimoji="1" lang="zh-CN" altLang="en-US" sz="2400">
                <a:solidFill>
                  <a:srgbClr val="000000"/>
                </a:solidFill>
                <a:latin typeface="Times New Roman" panose="02020603050405020304" pitchFamily="18" charset="0"/>
                <a:ea typeface="华文新魏" panose="02010800040101010101" pitchFamily="2" charset="-122"/>
              </a:endParaRPr>
            </a:p>
          </p:txBody>
        </p:sp>
      </p:grpSp>
      <p:cxnSp>
        <p:nvCxnSpPr>
          <p:cNvPr id="258078" name="AutoShape 30">
            <a:extLst>
              <a:ext uri="{FF2B5EF4-FFF2-40B4-BE49-F238E27FC236}">
                <a16:creationId xmlns:a16="http://schemas.microsoft.com/office/drawing/2014/main" id="{BEDB282C-4EA8-4DC7-B38E-82C7663686AE}"/>
              </a:ext>
            </a:extLst>
          </p:cNvPr>
          <p:cNvCxnSpPr>
            <a:cxnSpLocks noChangeShapeType="1"/>
          </p:cNvCxnSpPr>
          <p:nvPr/>
        </p:nvCxnSpPr>
        <p:spPr bwMode="auto">
          <a:xfrm rot="5400000">
            <a:off x="3897313" y="2906712"/>
            <a:ext cx="1588" cy="4030663"/>
          </a:xfrm>
          <a:prstGeom prst="curvedConnector3">
            <a:avLst>
              <a:gd name="adj1" fmla="val 19700009"/>
            </a:avLst>
          </a:prstGeom>
          <a:noFill/>
          <a:ln w="31750">
            <a:solidFill>
              <a:schemeClr val="tx1"/>
            </a:solidFill>
            <a:prstDash val="dash"/>
            <a:round/>
            <a:headEnd type="oval" w="med" len="med"/>
            <a:tailEnd type="triangle" w="med" len="med"/>
          </a:ln>
          <a:extLst>
            <a:ext uri="{909E8E84-426E-40DD-AFC4-6F175D3DCCD1}">
              <a14:hiddenFill xmlns:a14="http://schemas.microsoft.com/office/drawing/2010/main">
                <a:noFill/>
              </a14:hiddenFill>
            </a:ext>
          </a:extLst>
        </p:spPr>
      </p:cxnSp>
      <p:cxnSp>
        <p:nvCxnSpPr>
          <p:cNvPr id="258079" name="AutoShape 31">
            <a:extLst>
              <a:ext uri="{FF2B5EF4-FFF2-40B4-BE49-F238E27FC236}">
                <a16:creationId xmlns:a16="http://schemas.microsoft.com/office/drawing/2014/main" id="{5039A1F2-F025-4A7A-BB30-893E9DF71359}"/>
              </a:ext>
            </a:extLst>
          </p:cNvPr>
          <p:cNvCxnSpPr>
            <a:cxnSpLocks noChangeShapeType="1"/>
          </p:cNvCxnSpPr>
          <p:nvPr/>
        </p:nvCxnSpPr>
        <p:spPr bwMode="auto">
          <a:xfrm rot="5400000">
            <a:off x="4574382" y="2218531"/>
            <a:ext cx="1588" cy="5400675"/>
          </a:xfrm>
          <a:prstGeom prst="curvedConnector3">
            <a:avLst>
              <a:gd name="adj1" fmla="val 34300014"/>
            </a:avLst>
          </a:prstGeom>
          <a:noFill/>
          <a:ln w="31750">
            <a:solidFill>
              <a:schemeClr val="tx1"/>
            </a:solidFill>
            <a:prstDash val="dash"/>
            <a:round/>
            <a:headEnd type="oval" w="med" len="med"/>
            <a:tailEnd type="triangle" w="med" len="med"/>
          </a:ln>
          <a:extLst>
            <a:ext uri="{909E8E84-426E-40DD-AFC4-6F175D3DCCD1}">
              <a14:hiddenFill xmlns:a14="http://schemas.microsoft.com/office/drawing/2010/main">
                <a:noFill/>
              </a14:hiddenFill>
            </a:ext>
          </a:extLst>
        </p:spPr>
      </p:cxnSp>
      <p:graphicFrame>
        <p:nvGraphicFramePr>
          <p:cNvPr id="5" name="表格 4">
            <a:extLst>
              <a:ext uri="{FF2B5EF4-FFF2-40B4-BE49-F238E27FC236}">
                <a16:creationId xmlns:a16="http://schemas.microsoft.com/office/drawing/2014/main" id="{62FFB392-7FFA-4BB8-B292-3344DD108EA9}"/>
              </a:ext>
            </a:extLst>
          </p:cNvPr>
          <p:cNvGraphicFramePr>
            <a:graphicFrameLocks noGrp="1"/>
          </p:cNvGraphicFramePr>
          <p:nvPr/>
        </p:nvGraphicFramePr>
        <p:xfrm>
          <a:off x="2263775" y="1990725"/>
          <a:ext cx="1652588" cy="1116282"/>
        </p:xfrm>
        <a:graphic>
          <a:graphicData uri="http://schemas.openxmlformats.org/drawingml/2006/table">
            <a:tbl>
              <a:tblPr/>
              <a:tblGrid>
                <a:gridCol w="1652588">
                  <a:extLst>
                    <a:ext uri="{9D8B030D-6E8A-4147-A177-3AD203B41FA5}">
                      <a16:colId xmlns:a16="http://schemas.microsoft.com/office/drawing/2014/main" val="20000"/>
                    </a:ext>
                  </a:extLst>
                </a:gridCol>
              </a:tblGrid>
              <a:tr h="372004">
                <a:tc>
                  <a:txBody>
                    <a:bodyPr/>
                    <a:lstStyle/>
                    <a:p>
                      <a:pPr algn="ctr" fontAlgn="ctr"/>
                      <a:r>
                        <a:rPr lang="zh-CN" altLang="en-US" sz="2400" b="0" i="0" u="none" strike="noStrike" dirty="0">
                          <a:solidFill>
                            <a:srgbClr val="000000"/>
                          </a:solidFill>
                          <a:effectLst/>
                          <a:latin typeface="宋体" panose="02010600030101010101" pitchFamily="2" charset="-122"/>
                          <a:ea typeface="宋体" panose="02010600030101010101" pitchFamily="2" charset="-122"/>
                        </a:rPr>
                        <a:t>零件</a:t>
                      </a:r>
                    </a:p>
                  </a:txBody>
                  <a:tcPr marL="6353" marR="6353" marT="633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0000"/>
                  </a:ext>
                </a:extLst>
              </a:tr>
              <a:tr h="372004">
                <a:tc>
                  <a:txBody>
                    <a:bodyPr/>
                    <a:lstStyle/>
                    <a:p>
                      <a:pPr algn="l" fontAlgn="ctr"/>
                      <a:r>
                        <a:rPr lang="zh-CN" altLang="en-US" sz="2400" b="0" i="0" u="sng" strike="noStrike" dirty="0">
                          <a:solidFill>
                            <a:srgbClr val="000000"/>
                          </a:solidFill>
                          <a:effectLst/>
                          <a:latin typeface="宋体" panose="02010600030101010101" pitchFamily="2" charset="-122"/>
                          <a:ea typeface="宋体" panose="02010600030101010101" pitchFamily="2" charset="-122"/>
                        </a:rPr>
                        <a:t>零件号</a:t>
                      </a:r>
                    </a:p>
                  </a:txBody>
                  <a:tcPr marL="6353" marR="6353" marT="633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372004">
                <a:tc>
                  <a:txBody>
                    <a:bodyPr/>
                    <a:lstStyle/>
                    <a:p>
                      <a:pPr algn="l" fontAlgn="ctr"/>
                      <a:r>
                        <a:rPr lang="zh-CN" altLang="en-US" sz="2400" b="0" i="0" u="none" strike="noStrike" dirty="0">
                          <a:solidFill>
                            <a:srgbClr val="000000"/>
                          </a:solidFill>
                          <a:effectLst/>
                          <a:latin typeface="宋体" panose="02010600030101010101" pitchFamily="2" charset="-122"/>
                          <a:ea typeface="宋体" panose="02010600030101010101" pitchFamily="2" charset="-122"/>
                        </a:rPr>
                        <a:t>名称</a:t>
                      </a:r>
                    </a:p>
                  </a:txBody>
                  <a:tcPr marL="6353" marR="6353" marT="633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5" name="文本框 14">
            <a:extLst>
              <a:ext uri="{FF2B5EF4-FFF2-40B4-BE49-F238E27FC236}">
                <a16:creationId xmlns:a16="http://schemas.microsoft.com/office/drawing/2014/main" id="{63594D53-ECE0-4370-A46B-0852C2510EA7}"/>
              </a:ext>
            </a:extLst>
          </p:cNvPr>
          <p:cNvSpPr txBox="1">
            <a:spLocks noChangeArrowheads="1"/>
          </p:cNvSpPr>
          <p:nvPr/>
        </p:nvSpPr>
        <p:spPr bwMode="auto">
          <a:xfrm>
            <a:off x="517525" y="4397375"/>
            <a:ext cx="32956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l">
              <a:spcBef>
                <a:spcPct val="0"/>
              </a:spcBef>
              <a:buClrTx/>
              <a:buSzTx/>
              <a:buFontTx/>
              <a:buNone/>
            </a:pPr>
            <a:r>
              <a:rPr lang="zh-CN" altLang="en-US" sz="2800">
                <a:solidFill>
                  <a:schemeClr val="tx1"/>
                </a:solidFill>
                <a:latin typeface="Helvetica" panose="020B0604020202020204" pitchFamily="34" charset="0"/>
                <a:ea typeface="ＭＳ Ｐゴシック" panose="020B0600070205080204" pitchFamily="34" charset="-128"/>
              </a:rPr>
              <a:t>零件（</a:t>
            </a:r>
            <a:r>
              <a:rPr lang="zh-CN" altLang="en-US" sz="2800" u="sng">
                <a:solidFill>
                  <a:schemeClr val="tx1"/>
                </a:solidFill>
                <a:latin typeface="Helvetica" panose="020B0604020202020204" pitchFamily="34" charset="0"/>
                <a:ea typeface="ＭＳ Ｐゴシック" panose="020B0600070205080204" pitchFamily="34" charset="-128"/>
              </a:rPr>
              <a:t>零件号</a:t>
            </a:r>
            <a:r>
              <a:rPr lang="zh-CN" altLang="en-US" sz="2800">
                <a:solidFill>
                  <a:schemeClr val="tx1"/>
                </a:solidFill>
                <a:latin typeface="Helvetica" panose="020B0604020202020204" pitchFamily="34" charset="0"/>
                <a:ea typeface="ＭＳ Ｐゴシック" panose="020B0600070205080204" pitchFamily="34" charset="-128"/>
              </a:rPr>
              <a:t>，名称）</a:t>
            </a:r>
          </a:p>
        </p:txBody>
      </p:sp>
      <p:sp>
        <p:nvSpPr>
          <p:cNvPr id="16" name="文本框 15">
            <a:extLst>
              <a:ext uri="{FF2B5EF4-FFF2-40B4-BE49-F238E27FC236}">
                <a16:creationId xmlns:a16="http://schemas.microsoft.com/office/drawing/2014/main" id="{8B0606A1-9DB2-440E-A255-616499658B9D}"/>
              </a:ext>
            </a:extLst>
          </p:cNvPr>
          <p:cNvSpPr txBox="1">
            <a:spLocks noChangeArrowheads="1"/>
          </p:cNvSpPr>
          <p:nvPr/>
        </p:nvSpPr>
        <p:spPr bwMode="auto">
          <a:xfrm>
            <a:off x="4144963" y="4384675"/>
            <a:ext cx="4373562"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l">
              <a:spcBef>
                <a:spcPct val="0"/>
              </a:spcBef>
              <a:buClrTx/>
              <a:buSzTx/>
              <a:buFontTx/>
              <a:buNone/>
            </a:pPr>
            <a:r>
              <a:rPr lang="zh-CN" altLang="en-US" sz="2800">
                <a:solidFill>
                  <a:schemeClr val="tx1"/>
                </a:solidFill>
                <a:latin typeface="Helvetica" panose="020B0604020202020204" pitchFamily="34" charset="0"/>
                <a:ea typeface="ＭＳ Ｐゴシック" panose="020B0600070205080204" pitchFamily="34" charset="-128"/>
              </a:rPr>
              <a:t>构成（</a:t>
            </a:r>
            <a:r>
              <a:rPr lang="zh-CN" altLang="en-US" sz="2800" u="sng">
                <a:solidFill>
                  <a:schemeClr val="tx1"/>
                </a:solidFill>
                <a:latin typeface="Helvetica" panose="020B0604020202020204" pitchFamily="34" charset="0"/>
                <a:ea typeface="ＭＳ Ｐゴシック" panose="020B0600070205080204" pitchFamily="34" charset="-128"/>
              </a:rPr>
              <a:t>母零件号</a:t>
            </a:r>
            <a:r>
              <a:rPr lang="zh-CN" altLang="en-US" sz="2800">
                <a:solidFill>
                  <a:schemeClr val="tx1"/>
                </a:solidFill>
                <a:latin typeface="Helvetica" panose="020B0604020202020204" pitchFamily="34" charset="0"/>
                <a:ea typeface="ＭＳ Ｐゴシック" panose="020B0600070205080204" pitchFamily="34" charset="-128"/>
              </a:rPr>
              <a:t>，</a:t>
            </a:r>
            <a:r>
              <a:rPr lang="zh-CN" altLang="en-US" sz="2800" u="sng">
                <a:solidFill>
                  <a:schemeClr val="tx1"/>
                </a:solidFill>
                <a:latin typeface="Helvetica" panose="020B0604020202020204" pitchFamily="34" charset="0"/>
                <a:ea typeface="ＭＳ Ｐゴシック" panose="020B0600070205080204" pitchFamily="34" charset="-128"/>
              </a:rPr>
              <a:t>子零件号</a:t>
            </a:r>
            <a:r>
              <a:rPr lang="zh-CN" altLang="en-US" sz="2800">
                <a:solidFill>
                  <a:schemeClr val="tx1"/>
                </a:solidFill>
                <a:latin typeface="Helvetica" panose="020B0604020202020204" pitchFamily="34" charset="0"/>
                <a:ea typeface="ＭＳ Ｐゴシック" panose="020B0600070205080204" pitchFamily="34" charset="-128"/>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2" fill="hold" nodeType="clickEffect">
                                  <p:stCondLst>
                                    <p:cond delay="0"/>
                                  </p:stCondLst>
                                  <p:childTnLst>
                                    <p:set>
                                      <p:cBhvr>
                                        <p:cTn id="14" dur="1" fill="hold">
                                          <p:stCondLst>
                                            <p:cond delay="0"/>
                                          </p:stCondLst>
                                        </p:cTn>
                                        <p:tgtEl>
                                          <p:spTgt spid="258078"/>
                                        </p:tgtEl>
                                        <p:attrNameLst>
                                          <p:attrName>style.visibility</p:attrName>
                                        </p:attrNameLst>
                                      </p:cBhvr>
                                      <p:to>
                                        <p:strVal val="visible"/>
                                      </p:to>
                                    </p:set>
                                    <p:animEffect transition="in" filter="wipe(right)">
                                      <p:cBhvr>
                                        <p:cTn id="15" dur="500"/>
                                        <p:tgtEl>
                                          <p:spTgt spid="258078"/>
                                        </p:tgtEl>
                                      </p:cBhvr>
                                    </p:animEffect>
                                  </p:childTnLst>
                                </p:cTn>
                              </p:par>
                              <p:par>
                                <p:cTn id="16" presetID="22" presetClass="entr" presetSubtype="2" fill="hold" nodeType="withEffect">
                                  <p:stCondLst>
                                    <p:cond delay="0"/>
                                  </p:stCondLst>
                                  <p:childTnLst>
                                    <p:set>
                                      <p:cBhvr>
                                        <p:cTn id="17" dur="1" fill="hold">
                                          <p:stCondLst>
                                            <p:cond delay="0"/>
                                          </p:stCondLst>
                                        </p:cTn>
                                        <p:tgtEl>
                                          <p:spTgt spid="258079"/>
                                        </p:tgtEl>
                                        <p:attrNameLst>
                                          <p:attrName>style.visibility</p:attrName>
                                        </p:attrNameLst>
                                      </p:cBhvr>
                                      <p:to>
                                        <p:strVal val="visible"/>
                                      </p:to>
                                    </p:set>
                                    <p:animEffect transition="in" filter="wipe(right)">
                                      <p:cBhvr>
                                        <p:cTn id="18" dur="500"/>
                                        <p:tgtEl>
                                          <p:spTgt spid="2580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页脚占位符 3">
            <a:extLst>
              <a:ext uri="{FF2B5EF4-FFF2-40B4-BE49-F238E27FC236}">
                <a16:creationId xmlns:a16="http://schemas.microsoft.com/office/drawing/2014/main" id="{7DC3A01E-7545-48DB-9F55-20BE75C65252}"/>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fld id="{95A1F01C-5B84-40B0-B0AB-707357FB7D1B}" type="slidenum">
              <a:rPr lang="zh-CN" altLang="en-US" sz="1400" smtClean="0">
                <a:solidFill>
                  <a:srgbClr val="000000"/>
                </a:solidFill>
              </a:rPr>
              <a:pPr algn="ctr">
                <a:spcBef>
                  <a:spcPct val="0"/>
                </a:spcBef>
                <a:buClrTx/>
                <a:buSzTx/>
                <a:buFontTx/>
                <a:buNone/>
              </a:pPr>
              <a:t>95</a:t>
            </a:fld>
            <a:endParaRPr lang="en-US" altLang="zh-CN" sz="1400">
              <a:solidFill>
                <a:srgbClr val="000000"/>
              </a:solidFill>
            </a:endParaRPr>
          </a:p>
        </p:txBody>
      </p:sp>
      <p:sp>
        <p:nvSpPr>
          <p:cNvPr id="164867" name="Rectangle 2">
            <a:extLst>
              <a:ext uri="{FF2B5EF4-FFF2-40B4-BE49-F238E27FC236}">
                <a16:creationId xmlns:a16="http://schemas.microsoft.com/office/drawing/2014/main" id="{4C94E831-8699-4FF5-B505-A841E61DBA93}"/>
              </a:ext>
            </a:extLst>
          </p:cNvPr>
          <p:cNvSpPr>
            <a:spLocks noGrp="1" noChangeArrowheads="1"/>
          </p:cNvSpPr>
          <p:nvPr>
            <p:ph type="title"/>
          </p:nvPr>
        </p:nvSpPr>
        <p:spPr/>
        <p:txBody>
          <a:bodyPr/>
          <a:lstStyle/>
          <a:p>
            <a:pPr eaLnBrk="1" hangingPunct="1"/>
            <a:r>
              <a:rPr lang="en-US" altLang="zh-CN"/>
              <a:t>E-R</a:t>
            </a:r>
            <a:r>
              <a:rPr lang="zh-CN" altLang="en-US"/>
              <a:t>模型向关系模式的转换</a:t>
            </a:r>
          </a:p>
        </p:txBody>
      </p:sp>
      <p:sp>
        <p:nvSpPr>
          <p:cNvPr id="164868" name="Rectangle 3">
            <a:extLst>
              <a:ext uri="{FF2B5EF4-FFF2-40B4-BE49-F238E27FC236}">
                <a16:creationId xmlns:a16="http://schemas.microsoft.com/office/drawing/2014/main" id="{820F24B6-1B1E-483E-813B-F81709D24F64}"/>
              </a:ext>
            </a:extLst>
          </p:cNvPr>
          <p:cNvSpPr>
            <a:spLocks noChangeArrowheads="1"/>
          </p:cNvSpPr>
          <p:nvPr/>
        </p:nvSpPr>
        <p:spPr bwMode="auto">
          <a:xfrm>
            <a:off x="152400" y="1412875"/>
            <a:ext cx="8610600"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buClr>
                <a:srgbClr val="3333CC"/>
              </a:buClr>
            </a:pPr>
            <a:r>
              <a:rPr lang="zh-CN" altLang="en-US">
                <a:solidFill>
                  <a:srgbClr val="FF0000"/>
                </a:solidFill>
                <a:sym typeface="Symbol" panose="05050102010706020507" pitchFamily="18" charset="2"/>
              </a:rPr>
              <a:t>一对一联系</a:t>
            </a:r>
            <a:r>
              <a:rPr lang="zh-CN" altLang="en-US">
                <a:solidFill>
                  <a:srgbClr val="3333CC"/>
                </a:solidFill>
                <a:sym typeface="Symbol" panose="05050102010706020507" pitchFamily="18" charset="2"/>
              </a:rPr>
              <a:t>：若联系一方全部参与，则将联系另一方的码作为全部参与一方的属性</a:t>
            </a:r>
          </a:p>
        </p:txBody>
      </p:sp>
      <p:grpSp>
        <p:nvGrpSpPr>
          <p:cNvPr id="164869" name="Group 4">
            <a:extLst>
              <a:ext uri="{FF2B5EF4-FFF2-40B4-BE49-F238E27FC236}">
                <a16:creationId xmlns:a16="http://schemas.microsoft.com/office/drawing/2014/main" id="{950837D5-A165-4549-A27E-B7919C70BC66}"/>
              </a:ext>
            </a:extLst>
          </p:cNvPr>
          <p:cNvGrpSpPr>
            <a:grpSpLocks/>
          </p:cNvGrpSpPr>
          <p:nvPr/>
        </p:nvGrpSpPr>
        <p:grpSpPr bwMode="auto">
          <a:xfrm>
            <a:off x="3416300" y="2503488"/>
            <a:ext cx="1828800" cy="1219200"/>
            <a:chOff x="816" y="3360"/>
            <a:chExt cx="1152" cy="768"/>
          </a:xfrm>
        </p:grpSpPr>
        <p:sp>
          <p:nvSpPr>
            <p:cNvPr id="162858" name="AutoShape 7">
              <a:extLst>
                <a:ext uri="{FF2B5EF4-FFF2-40B4-BE49-F238E27FC236}">
                  <a16:creationId xmlns:a16="http://schemas.microsoft.com/office/drawing/2014/main" id="{70D0D986-680A-4C18-B4F8-D0FD6FCCBD64}"/>
                </a:ext>
              </a:extLst>
            </p:cNvPr>
            <p:cNvSpPr>
              <a:spLocks noChangeArrowheads="1"/>
            </p:cNvSpPr>
            <p:nvPr/>
          </p:nvSpPr>
          <p:spPr bwMode="auto">
            <a:xfrm>
              <a:off x="1008" y="3360"/>
              <a:ext cx="672" cy="768"/>
            </a:xfrm>
            <a:prstGeom prst="diamond">
              <a:avLst/>
            </a:prstGeom>
            <a:solidFill>
              <a:srgbClr val="99CCFF"/>
            </a:solidFill>
            <a:ln w="9525">
              <a:solidFill>
                <a:schemeClr val="tx1"/>
              </a:solidFill>
              <a:miter lim="800000"/>
              <a:headEnd/>
              <a:tailEnd/>
            </a:ln>
          </p:spPr>
          <p:txBody>
            <a:bodyPr wrap="none" anchor="ctr"/>
            <a:lstStyle/>
            <a:p>
              <a:pPr algn="ctr" eaLnBrk="1" hangingPunct="1">
                <a:lnSpc>
                  <a:spcPct val="90000"/>
                </a:lnSpc>
                <a:spcBef>
                  <a:spcPct val="20000"/>
                </a:spcBef>
                <a:buClr>
                  <a:srgbClr val="3333CC"/>
                </a:buClr>
                <a:buSzPct val="60000"/>
                <a:buFont typeface="Wingdings" panose="05000000000000000000" pitchFamily="2" charset="2"/>
                <a:buNone/>
                <a:defRPr/>
              </a:pPr>
              <a:r>
                <a:rPr kumimoji="1" lang="zh-CN" altLang="en-US" sz="2400" b="1">
                  <a:solidFill>
                    <a:srgbClr val="000000"/>
                  </a:solidFill>
                  <a:latin typeface="+mn-ea"/>
                  <a:ea typeface="+mn-ea"/>
                </a:rPr>
                <a:t>管理</a:t>
              </a:r>
            </a:p>
          </p:txBody>
        </p:sp>
        <p:sp>
          <p:nvSpPr>
            <p:cNvPr id="162859" name="Line 8">
              <a:extLst>
                <a:ext uri="{FF2B5EF4-FFF2-40B4-BE49-F238E27FC236}">
                  <a16:creationId xmlns:a16="http://schemas.microsoft.com/office/drawing/2014/main" id="{5C0923CB-A854-4AB7-8A73-63659EF8F8C3}"/>
                </a:ext>
              </a:extLst>
            </p:cNvPr>
            <p:cNvSpPr>
              <a:spLocks noChangeShapeType="1"/>
            </p:cNvSpPr>
            <p:nvPr/>
          </p:nvSpPr>
          <p:spPr bwMode="auto">
            <a:xfrm>
              <a:off x="816" y="3744"/>
              <a:ext cx="192" cy="0"/>
            </a:xfrm>
            <a:prstGeom prst="line">
              <a:avLst/>
            </a:prstGeom>
            <a:solidFill>
              <a:srgbClr val="99CCFF"/>
            </a:solidFill>
            <a:ln w="9525">
              <a:solidFill>
                <a:schemeClr val="tx1"/>
              </a:solidFill>
              <a:miter lim="800000"/>
              <a:headEnd type="triangle"/>
              <a:tailEnd/>
            </a:ln>
          </p:spPr>
          <p:txBody>
            <a:bodyPr wrap="none" anchor="ctr"/>
            <a:lstStyle/>
            <a:p>
              <a:pPr algn="ctr" eaLnBrk="1" hangingPunct="1">
                <a:lnSpc>
                  <a:spcPct val="90000"/>
                </a:lnSpc>
                <a:spcBef>
                  <a:spcPct val="20000"/>
                </a:spcBef>
                <a:buClr>
                  <a:srgbClr val="3333CC"/>
                </a:buClr>
                <a:buSzPct val="60000"/>
                <a:buFont typeface="Wingdings" panose="05000000000000000000" pitchFamily="2" charset="2"/>
                <a:buNone/>
                <a:defRPr/>
              </a:pPr>
              <a:endParaRPr kumimoji="1" lang="zh-CN" altLang="en-US" sz="2400" b="1">
                <a:solidFill>
                  <a:srgbClr val="000000"/>
                </a:solidFill>
                <a:latin typeface="+mn-ea"/>
                <a:ea typeface="+mn-ea"/>
              </a:endParaRPr>
            </a:p>
          </p:txBody>
        </p:sp>
        <p:sp>
          <p:nvSpPr>
            <p:cNvPr id="162860" name="Line 9">
              <a:extLst>
                <a:ext uri="{FF2B5EF4-FFF2-40B4-BE49-F238E27FC236}">
                  <a16:creationId xmlns:a16="http://schemas.microsoft.com/office/drawing/2014/main" id="{220ABC99-0BDF-4EF1-807C-9A98F6F8032F}"/>
                </a:ext>
              </a:extLst>
            </p:cNvPr>
            <p:cNvSpPr>
              <a:spLocks noChangeShapeType="1"/>
            </p:cNvSpPr>
            <p:nvPr/>
          </p:nvSpPr>
          <p:spPr bwMode="auto">
            <a:xfrm>
              <a:off x="1680" y="3744"/>
              <a:ext cx="288" cy="0"/>
            </a:xfrm>
            <a:prstGeom prst="line">
              <a:avLst/>
            </a:prstGeom>
            <a:solidFill>
              <a:srgbClr val="99CCFF"/>
            </a:solidFill>
            <a:ln w="9525">
              <a:solidFill>
                <a:schemeClr val="tx1"/>
              </a:solidFill>
              <a:miter lim="800000"/>
              <a:headEnd/>
              <a:tailEnd type="triangle"/>
            </a:ln>
          </p:spPr>
          <p:txBody>
            <a:bodyPr wrap="none" anchor="ctr"/>
            <a:lstStyle/>
            <a:p>
              <a:pPr algn="ctr" eaLnBrk="1" hangingPunct="1">
                <a:lnSpc>
                  <a:spcPct val="90000"/>
                </a:lnSpc>
                <a:spcBef>
                  <a:spcPct val="20000"/>
                </a:spcBef>
                <a:buClr>
                  <a:srgbClr val="3333CC"/>
                </a:buClr>
                <a:buSzPct val="60000"/>
                <a:buFont typeface="Wingdings" panose="05000000000000000000" pitchFamily="2" charset="2"/>
                <a:buNone/>
                <a:defRPr/>
              </a:pPr>
              <a:endParaRPr kumimoji="1" lang="zh-CN" altLang="en-US" sz="2400" b="1">
                <a:solidFill>
                  <a:srgbClr val="000000"/>
                </a:solidFill>
                <a:latin typeface="+mn-ea"/>
                <a:ea typeface="+mn-ea"/>
              </a:endParaRPr>
            </a:p>
          </p:txBody>
        </p:sp>
      </p:grpSp>
      <p:cxnSp>
        <p:nvCxnSpPr>
          <p:cNvPr id="260128" name="AutoShape 32">
            <a:extLst>
              <a:ext uri="{FF2B5EF4-FFF2-40B4-BE49-F238E27FC236}">
                <a16:creationId xmlns:a16="http://schemas.microsoft.com/office/drawing/2014/main" id="{F30BD3EC-240B-4D7F-876B-53DDA6750170}"/>
              </a:ext>
            </a:extLst>
          </p:cNvPr>
          <p:cNvCxnSpPr>
            <a:cxnSpLocks noChangeShapeType="1"/>
          </p:cNvCxnSpPr>
          <p:nvPr/>
        </p:nvCxnSpPr>
        <p:spPr bwMode="auto">
          <a:xfrm rot="5400000">
            <a:off x="4553744" y="3525044"/>
            <a:ext cx="1008062" cy="3556000"/>
          </a:xfrm>
          <a:prstGeom prst="curvedConnector4">
            <a:avLst>
              <a:gd name="adj1" fmla="val 37009"/>
              <a:gd name="adj2" fmla="val 106431"/>
            </a:avLst>
          </a:prstGeom>
          <a:noFill/>
          <a:ln w="31750">
            <a:solidFill>
              <a:schemeClr val="tx1"/>
            </a:solidFill>
            <a:prstDash val="dash"/>
            <a:round/>
            <a:headEnd type="oval" w="med" len="med"/>
            <a:tailEnd type="triangle" w="med" len="med"/>
          </a:ln>
          <a:extLst>
            <a:ext uri="{909E8E84-426E-40DD-AFC4-6F175D3DCCD1}">
              <a14:hiddenFill xmlns:a14="http://schemas.microsoft.com/office/drawing/2010/main">
                <a:noFill/>
              </a14:hiddenFill>
            </a:ext>
          </a:extLst>
        </p:spPr>
      </p:cxnSp>
      <p:graphicFrame>
        <p:nvGraphicFramePr>
          <p:cNvPr id="4" name="表格 3">
            <a:extLst>
              <a:ext uri="{FF2B5EF4-FFF2-40B4-BE49-F238E27FC236}">
                <a16:creationId xmlns:a16="http://schemas.microsoft.com/office/drawing/2014/main" id="{53F515C6-CF74-4BE4-8BAB-347F1E02E24D}"/>
              </a:ext>
            </a:extLst>
          </p:cNvPr>
          <p:cNvGraphicFramePr>
            <a:graphicFrameLocks noGrp="1"/>
          </p:cNvGraphicFramePr>
          <p:nvPr/>
        </p:nvGraphicFramePr>
        <p:xfrm>
          <a:off x="1754188" y="2601913"/>
          <a:ext cx="1652587" cy="1117599"/>
        </p:xfrm>
        <a:graphic>
          <a:graphicData uri="http://schemas.openxmlformats.org/drawingml/2006/table">
            <a:tbl>
              <a:tblPr/>
              <a:tblGrid>
                <a:gridCol w="1652587">
                  <a:extLst>
                    <a:ext uri="{9D8B030D-6E8A-4147-A177-3AD203B41FA5}">
                      <a16:colId xmlns:a16="http://schemas.microsoft.com/office/drawing/2014/main" val="20000"/>
                    </a:ext>
                  </a:extLst>
                </a:gridCol>
              </a:tblGrid>
              <a:tr h="372533">
                <a:tc>
                  <a:txBody>
                    <a:bodyPr/>
                    <a:lstStyle/>
                    <a:p>
                      <a:pPr algn="ctr" fontAlgn="ctr"/>
                      <a:r>
                        <a:rPr lang="zh-CN" altLang="en-US" sz="2400" b="0" i="0" u="none" strike="noStrike" dirty="0">
                          <a:solidFill>
                            <a:srgbClr val="000000"/>
                          </a:solidFill>
                          <a:effectLst/>
                          <a:latin typeface="宋体" panose="02010600030101010101" pitchFamily="2" charset="-122"/>
                          <a:ea typeface="宋体" panose="02010600030101010101" pitchFamily="2" charset="-122"/>
                        </a:rPr>
                        <a:t>职工</a:t>
                      </a:r>
                    </a:p>
                  </a:txBody>
                  <a:tcPr marL="6353" marR="6353" marT="6357"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0000"/>
                  </a:ext>
                </a:extLst>
              </a:tr>
              <a:tr h="372533">
                <a:tc>
                  <a:txBody>
                    <a:bodyPr/>
                    <a:lstStyle/>
                    <a:p>
                      <a:pPr algn="l" fontAlgn="ctr"/>
                      <a:r>
                        <a:rPr lang="zh-CN" altLang="en-US" sz="2400" b="0" i="0" u="sng" strike="noStrike" dirty="0">
                          <a:solidFill>
                            <a:srgbClr val="000000"/>
                          </a:solidFill>
                          <a:effectLst/>
                          <a:latin typeface="宋体" panose="02010600030101010101" pitchFamily="2" charset="-122"/>
                          <a:ea typeface="宋体" panose="02010600030101010101" pitchFamily="2" charset="-122"/>
                        </a:rPr>
                        <a:t>职工号</a:t>
                      </a:r>
                    </a:p>
                  </a:txBody>
                  <a:tcPr marL="6353" marR="6353" marT="6357"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372533">
                <a:tc>
                  <a:txBody>
                    <a:bodyPr/>
                    <a:lstStyle/>
                    <a:p>
                      <a:pPr algn="l" fontAlgn="ctr"/>
                      <a:r>
                        <a:rPr lang="zh-CN" altLang="en-US" sz="2400" b="0" i="0" u="none" strike="noStrike" dirty="0">
                          <a:solidFill>
                            <a:srgbClr val="000000"/>
                          </a:solidFill>
                          <a:effectLst/>
                          <a:latin typeface="宋体" panose="02010600030101010101" pitchFamily="2" charset="-122"/>
                          <a:ea typeface="宋体" panose="02010600030101010101" pitchFamily="2" charset="-122"/>
                        </a:rPr>
                        <a:t>姓名</a:t>
                      </a:r>
                    </a:p>
                  </a:txBody>
                  <a:tcPr marL="6353" marR="6353" marT="6357"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3" name="表格 2">
            <a:extLst>
              <a:ext uri="{FF2B5EF4-FFF2-40B4-BE49-F238E27FC236}">
                <a16:creationId xmlns:a16="http://schemas.microsoft.com/office/drawing/2014/main" id="{B045208C-F0F6-4D1B-8614-7E088867680B}"/>
              </a:ext>
            </a:extLst>
          </p:cNvPr>
          <p:cNvGraphicFramePr>
            <a:graphicFrameLocks noGrp="1"/>
          </p:cNvGraphicFramePr>
          <p:nvPr/>
        </p:nvGraphicFramePr>
        <p:xfrm>
          <a:off x="5254625" y="2586038"/>
          <a:ext cx="1806575" cy="1116288"/>
        </p:xfrm>
        <a:graphic>
          <a:graphicData uri="http://schemas.openxmlformats.org/drawingml/2006/table">
            <a:tbl>
              <a:tblPr/>
              <a:tblGrid>
                <a:gridCol w="1806575">
                  <a:extLst>
                    <a:ext uri="{9D8B030D-6E8A-4147-A177-3AD203B41FA5}">
                      <a16:colId xmlns:a16="http://schemas.microsoft.com/office/drawing/2014/main" val="20000"/>
                    </a:ext>
                  </a:extLst>
                </a:gridCol>
              </a:tblGrid>
              <a:tr h="372004">
                <a:tc>
                  <a:txBody>
                    <a:bodyPr/>
                    <a:lstStyle/>
                    <a:p>
                      <a:pPr algn="ctr" fontAlgn="ctr"/>
                      <a:r>
                        <a:rPr lang="zh-CN" altLang="en-US" sz="2400" b="0" i="0" u="none" strike="noStrike" dirty="0">
                          <a:solidFill>
                            <a:srgbClr val="000000"/>
                          </a:solidFill>
                          <a:effectLst/>
                          <a:latin typeface="宋体" panose="02010600030101010101" pitchFamily="2" charset="-122"/>
                          <a:ea typeface="宋体" panose="02010600030101010101" pitchFamily="2" charset="-122"/>
                        </a:rPr>
                        <a:t>部门</a:t>
                      </a:r>
                    </a:p>
                  </a:txBody>
                  <a:tcPr marL="6349" marR="6349" marT="6336"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0000"/>
                  </a:ext>
                </a:extLst>
              </a:tr>
              <a:tr h="372004">
                <a:tc>
                  <a:txBody>
                    <a:bodyPr/>
                    <a:lstStyle/>
                    <a:p>
                      <a:pPr algn="l" fontAlgn="ctr"/>
                      <a:r>
                        <a:rPr lang="zh-CN" altLang="en-US" sz="2400" b="0" i="0" u="sng" strike="noStrike">
                          <a:solidFill>
                            <a:srgbClr val="000000"/>
                          </a:solidFill>
                          <a:effectLst/>
                          <a:latin typeface="宋体" panose="02010600030101010101" pitchFamily="2" charset="-122"/>
                          <a:ea typeface="宋体" panose="02010600030101010101" pitchFamily="2" charset="-122"/>
                        </a:rPr>
                        <a:t>部门号</a:t>
                      </a:r>
                    </a:p>
                  </a:txBody>
                  <a:tcPr marL="6349" marR="6349" marT="6336"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372004">
                <a:tc>
                  <a:txBody>
                    <a:bodyPr/>
                    <a:lstStyle/>
                    <a:p>
                      <a:pPr algn="l" fontAlgn="ctr"/>
                      <a:r>
                        <a:rPr lang="zh-CN" altLang="en-US" sz="2400" b="0" i="0" u="none" strike="noStrike" dirty="0">
                          <a:solidFill>
                            <a:srgbClr val="000000"/>
                          </a:solidFill>
                          <a:effectLst/>
                          <a:latin typeface="宋体" panose="02010600030101010101" pitchFamily="2" charset="-122"/>
                          <a:ea typeface="宋体" panose="02010600030101010101" pitchFamily="2" charset="-122"/>
                        </a:rPr>
                        <a:t>部门名</a:t>
                      </a:r>
                    </a:p>
                  </a:txBody>
                  <a:tcPr marL="6349" marR="6349" marT="6336"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4" name="文本框 13">
            <a:extLst>
              <a:ext uri="{FF2B5EF4-FFF2-40B4-BE49-F238E27FC236}">
                <a16:creationId xmlns:a16="http://schemas.microsoft.com/office/drawing/2014/main" id="{DD7F3427-89AF-4C13-A4BB-C0C6A09E34AA}"/>
              </a:ext>
            </a:extLst>
          </p:cNvPr>
          <p:cNvSpPr txBox="1">
            <a:spLocks noChangeArrowheads="1"/>
          </p:cNvSpPr>
          <p:nvPr/>
        </p:nvSpPr>
        <p:spPr bwMode="auto">
          <a:xfrm>
            <a:off x="1949450" y="5735638"/>
            <a:ext cx="329565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l">
              <a:spcBef>
                <a:spcPct val="0"/>
              </a:spcBef>
              <a:buClrTx/>
              <a:buSzTx/>
              <a:buFontTx/>
              <a:buNone/>
            </a:pPr>
            <a:r>
              <a:rPr lang="zh-CN" altLang="en-US" sz="2800">
                <a:solidFill>
                  <a:schemeClr val="tx1"/>
                </a:solidFill>
                <a:latin typeface="Helvetica" panose="020B0604020202020204" pitchFamily="34" charset="0"/>
                <a:ea typeface="ＭＳ Ｐゴシック" panose="020B0600070205080204" pitchFamily="34" charset="-128"/>
              </a:rPr>
              <a:t>职工（</a:t>
            </a:r>
            <a:r>
              <a:rPr lang="zh-CN" altLang="en-US" sz="2800" u="sng">
                <a:solidFill>
                  <a:schemeClr val="tx1"/>
                </a:solidFill>
                <a:latin typeface="Helvetica" panose="020B0604020202020204" pitchFamily="34" charset="0"/>
                <a:ea typeface="ＭＳ Ｐゴシック" panose="020B0600070205080204" pitchFamily="34" charset="-128"/>
              </a:rPr>
              <a:t>职工号</a:t>
            </a:r>
            <a:r>
              <a:rPr lang="zh-CN" altLang="en-US" sz="2800">
                <a:solidFill>
                  <a:schemeClr val="tx1"/>
                </a:solidFill>
                <a:latin typeface="Helvetica" panose="020B0604020202020204" pitchFamily="34" charset="0"/>
                <a:ea typeface="ＭＳ Ｐゴシック" panose="020B0600070205080204" pitchFamily="34" charset="-128"/>
              </a:rPr>
              <a:t>，姓名）</a:t>
            </a:r>
          </a:p>
        </p:txBody>
      </p:sp>
      <p:sp>
        <p:nvSpPr>
          <p:cNvPr id="15" name="文本框 14">
            <a:extLst>
              <a:ext uri="{FF2B5EF4-FFF2-40B4-BE49-F238E27FC236}">
                <a16:creationId xmlns:a16="http://schemas.microsoft.com/office/drawing/2014/main" id="{0C72102D-52C8-46CD-8BEA-B4581C1A18C7}"/>
              </a:ext>
            </a:extLst>
          </p:cNvPr>
          <p:cNvSpPr txBox="1">
            <a:spLocks noChangeArrowheads="1"/>
          </p:cNvSpPr>
          <p:nvPr/>
        </p:nvSpPr>
        <p:spPr bwMode="auto">
          <a:xfrm>
            <a:off x="1744663" y="4402138"/>
            <a:ext cx="6048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l">
              <a:spcBef>
                <a:spcPct val="0"/>
              </a:spcBef>
              <a:buClrTx/>
              <a:buSzTx/>
              <a:buFontTx/>
              <a:buNone/>
            </a:pPr>
            <a:r>
              <a:rPr lang="zh-CN" altLang="en-US" sz="2800">
                <a:solidFill>
                  <a:schemeClr val="tx1"/>
                </a:solidFill>
                <a:latin typeface="Helvetica" panose="020B0604020202020204" pitchFamily="34" charset="0"/>
                <a:ea typeface="ＭＳ Ｐゴシック" panose="020B0600070205080204" pitchFamily="34" charset="-128"/>
              </a:rPr>
              <a:t>部门（</a:t>
            </a:r>
            <a:r>
              <a:rPr lang="zh-CN" altLang="en-US" sz="2800" u="sng">
                <a:solidFill>
                  <a:schemeClr val="tx1"/>
                </a:solidFill>
                <a:latin typeface="Helvetica" panose="020B0604020202020204" pitchFamily="34" charset="0"/>
                <a:ea typeface="ＭＳ Ｐゴシック" panose="020B0600070205080204" pitchFamily="34" charset="-128"/>
              </a:rPr>
              <a:t>部门号</a:t>
            </a:r>
            <a:r>
              <a:rPr lang="zh-CN" altLang="en-US" sz="2800">
                <a:solidFill>
                  <a:schemeClr val="tx1"/>
                </a:solidFill>
                <a:latin typeface="Helvetica" panose="020B0604020202020204" pitchFamily="34" charset="0"/>
                <a:ea typeface="ＭＳ Ｐゴシック" panose="020B0600070205080204" pitchFamily="34" charset="-128"/>
              </a:rPr>
              <a:t>，部门名，领导的职工号）</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nodeType="clickEffect">
                                  <p:stCondLst>
                                    <p:cond delay="0"/>
                                  </p:stCondLst>
                                  <p:childTnLst>
                                    <p:set>
                                      <p:cBhvr>
                                        <p:cTn id="12" dur="1" fill="hold">
                                          <p:stCondLst>
                                            <p:cond delay="0"/>
                                          </p:stCondLst>
                                        </p:cTn>
                                        <p:tgtEl>
                                          <p:spTgt spid="260128"/>
                                        </p:tgtEl>
                                        <p:attrNameLst>
                                          <p:attrName>style.visibility</p:attrName>
                                        </p:attrNameLst>
                                      </p:cBhvr>
                                      <p:to>
                                        <p:strVal val="visible"/>
                                      </p:to>
                                    </p:set>
                                    <p:animEffect transition="in" filter="wipe(up)">
                                      <p:cBhvr>
                                        <p:cTn id="13" dur="500"/>
                                        <p:tgtEl>
                                          <p:spTgt spid="260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页脚占位符 4">
            <a:extLst>
              <a:ext uri="{FF2B5EF4-FFF2-40B4-BE49-F238E27FC236}">
                <a16:creationId xmlns:a16="http://schemas.microsoft.com/office/drawing/2014/main" id="{E8ABC357-1AE2-416E-96A4-3BFE19340A96}"/>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fld id="{EA13335A-CBBD-43E3-B2DA-18ECEC5DE819}" type="slidenum">
              <a:rPr lang="zh-CN" altLang="en-US" sz="1400" smtClean="0">
                <a:solidFill>
                  <a:srgbClr val="000000"/>
                </a:solidFill>
              </a:rPr>
              <a:pPr algn="ctr">
                <a:spcBef>
                  <a:spcPct val="0"/>
                </a:spcBef>
                <a:buClrTx/>
                <a:buSzTx/>
                <a:buFontTx/>
                <a:buNone/>
              </a:pPr>
              <a:t>96</a:t>
            </a:fld>
            <a:endParaRPr lang="en-US" altLang="zh-CN" sz="1400">
              <a:solidFill>
                <a:srgbClr val="000000"/>
              </a:solidFill>
            </a:endParaRPr>
          </a:p>
        </p:txBody>
      </p:sp>
      <p:sp>
        <p:nvSpPr>
          <p:cNvPr id="165891" name="Rectangle 2">
            <a:extLst>
              <a:ext uri="{FF2B5EF4-FFF2-40B4-BE49-F238E27FC236}">
                <a16:creationId xmlns:a16="http://schemas.microsoft.com/office/drawing/2014/main" id="{C05D1280-D926-4491-87CB-7DDA577DF2CA}"/>
              </a:ext>
            </a:extLst>
          </p:cNvPr>
          <p:cNvSpPr>
            <a:spLocks noGrp="1" noChangeArrowheads="1"/>
          </p:cNvSpPr>
          <p:nvPr>
            <p:ph type="title"/>
          </p:nvPr>
        </p:nvSpPr>
        <p:spPr/>
        <p:txBody>
          <a:bodyPr/>
          <a:lstStyle/>
          <a:p>
            <a:pPr eaLnBrk="1" hangingPunct="1"/>
            <a:r>
              <a:rPr lang="en-US" altLang="zh-CN"/>
              <a:t>E-R</a:t>
            </a:r>
            <a:r>
              <a:rPr lang="zh-CN" altLang="en-US"/>
              <a:t>模型向关系模式的转换</a:t>
            </a:r>
          </a:p>
        </p:txBody>
      </p:sp>
      <p:sp>
        <p:nvSpPr>
          <p:cNvPr id="165892" name="Rectangle 3">
            <a:extLst>
              <a:ext uri="{FF2B5EF4-FFF2-40B4-BE49-F238E27FC236}">
                <a16:creationId xmlns:a16="http://schemas.microsoft.com/office/drawing/2014/main" id="{38E21421-872F-4025-85C8-615337C1DF9D}"/>
              </a:ext>
            </a:extLst>
          </p:cNvPr>
          <p:cNvSpPr>
            <a:spLocks noGrp="1" noChangeArrowheads="1"/>
          </p:cNvSpPr>
          <p:nvPr>
            <p:ph type="body" sz="half" idx="1"/>
          </p:nvPr>
        </p:nvSpPr>
        <p:spPr>
          <a:xfrm>
            <a:off x="228600" y="1196975"/>
            <a:ext cx="8304213" cy="1079500"/>
          </a:xfrm>
        </p:spPr>
        <p:txBody>
          <a:bodyPr/>
          <a:lstStyle/>
          <a:p>
            <a:pPr eaLnBrk="1" hangingPunct="1"/>
            <a:r>
              <a:rPr lang="zh-CN" altLang="en-US">
                <a:solidFill>
                  <a:schemeClr val="hlink"/>
                </a:solidFill>
                <a:sym typeface="Symbol" panose="05050102010706020507" pitchFamily="18" charset="2"/>
              </a:rPr>
              <a:t>弱实体集</a:t>
            </a:r>
            <a:r>
              <a:rPr lang="zh-CN" altLang="en-US">
                <a:sym typeface="Symbol" panose="05050102010706020507" pitchFamily="18" charset="2"/>
              </a:rPr>
              <a:t>：所对应的关系的码由弱实体集本身的分辩符再加上所依赖的强实体集的码</a:t>
            </a:r>
          </a:p>
        </p:txBody>
      </p:sp>
      <p:sp>
        <p:nvSpPr>
          <p:cNvPr id="165893" name="Line 8">
            <a:extLst>
              <a:ext uri="{FF2B5EF4-FFF2-40B4-BE49-F238E27FC236}">
                <a16:creationId xmlns:a16="http://schemas.microsoft.com/office/drawing/2014/main" id="{9E74C5AF-BBA1-495A-8A57-68F682E2E74C}"/>
              </a:ext>
            </a:extLst>
          </p:cNvPr>
          <p:cNvSpPr>
            <a:spLocks noChangeShapeType="1"/>
          </p:cNvSpPr>
          <p:nvPr/>
        </p:nvSpPr>
        <p:spPr bwMode="auto">
          <a:xfrm>
            <a:off x="2755900" y="3195638"/>
            <a:ext cx="8382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5894" name="Line 9">
            <a:extLst>
              <a:ext uri="{FF2B5EF4-FFF2-40B4-BE49-F238E27FC236}">
                <a16:creationId xmlns:a16="http://schemas.microsoft.com/office/drawing/2014/main" id="{40DE3F03-4515-4D85-9EE9-C82DF536AB35}"/>
              </a:ext>
            </a:extLst>
          </p:cNvPr>
          <p:cNvSpPr>
            <a:spLocks noChangeShapeType="1"/>
          </p:cNvSpPr>
          <p:nvPr/>
        </p:nvSpPr>
        <p:spPr bwMode="auto">
          <a:xfrm>
            <a:off x="5194300" y="3271838"/>
            <a:ext cx="762000" cy="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3875" name="AutoShape 10">
            <a:extLst>
              <a:ext uri="{FF2B5EF4-FFF2-40B4-BE49-F238E27FC236}">
                <a16:creationId xmlns:a16="http://schemas.microsoft.com/office/drawing/2014/main" id="{7E9CB0AC-397D-43AB-B7F9-BFBFE6FD5942}"/>
              </a:ext>
            </a:extLst>
          </p:cNvPr>
          <p:cNvSpPr>
            <a:spLocks noChangeArrowheads="1"/>
          </p:cNvSpPr>
          <p:nvPr/>
        </p:nvSpPr>
        <p:spPr bwMode="auto">
          <a:xfrm>
            <a:off x="3670300" y="2662238"/>
            <a:ext cx="1371600" cy="1295400"/>
          </a:xfrm>
          <a:prstGeom prst="diamond">
            <a:avLst/>
          </a:prstGeom>
          <a:solidFill>
            <a:srgbClr val="99CCFF"/>
          </a:solidFill>
          <a:ln w="28575">
            <a:solidFill>
              <a:schemeClr val="tx1"/>
            </a:solidFill>
            <a:miter lim="800000"/>
            <a:headEnd/>
            <a:tailEnd/>
          </a:ln>
        </p:spPr>
        <p:txBody>
          <a:bodyPr wrap="none" anchor="ct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defRPr/>
            </a:pPr>
            <a:r>
              <a:rPr kumimoji="1" lang="zh-CN" altLang="en-US" sz="2400" b="1">
                <a:solidFill>
                  <a:srgbClr val="000000"/>
                </a:solidFill>
                <a:latin typeface="+mn-ea"/>
                <a:ea typeface="+mn-ea"/>
              </a:rPr>
              <a:t>制造</a:t>
            </a:r>
          </a:p>
        </p:txBody>
      </p:sp>
      <p:sp>
        <p:nvSpPr>
          <p:cNvPr id="165896" name="AutoShape 11">
            <a:extLst>
              <a:ext uri="{FF2B5EF4-FFF2-40B4-BE49-F238E27FC236}">
                <a16:creationId xmlns:a16="http://schemas.microsoft.com/office/drawing/2014/main" id="{E84A899C-F891-45A8-BB23-DC1117E356D9}"/>
              </a:ext>
            </a:extLst>
          </p:cNvPr>
          <p:cNvSpPr>
            <a:spLocks noChangeArrowheads="1"/>
          </p:cNvSpPr>
          <p:nvPr/>
        </p:nvSpPr>
        <p:spPr bwMode="auto">
          <a:xfrm>
            <a:off x="3517900" y="2495550"/>
            <a:ext cx="1676400" cy="1600200"/>
          </a:xfrm>
          <a:prstGeom prst="diamond">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l">
              <a:spcBef>
                <a:spcPct val="0"/>
              </a:spcBef>
              <a:buClrTx/>
              <a:buSzTx/>
              <a:buFontTx/>
              <a:buNone/>
            </a:pPr>
            <a:endParaRPr lang="zh-CN" altLang="en-US" sz="1600">
              <a:solidFill>
                <a:srgbClr val="000000"/>
              </a:solidFill>
              <a:latin typeface="Helvetica" panose="020B0604020202020204" pitchFamily="34" charset="0"/>
            </a:endParaRPr>
          </a:p>
        </p:txBody>
      </p:sp>
      <p:sp>
        <p:nvSpPr>
          <p:cNvPr id="165897" name="Line 17">
            <a:extLst>
              <a:ext uri="{FF2B5EF4-FFF2-40B4-BE49-F238E27FC236}">
                <a16:creationId xmlns:a16="http://schemas.microsoft.com/office/drawing/2014/main" id="{79924F65-6E6D-412D-972B-0D74802255E2}"/>
              </a:ext>
            </a:extLst>
          </p:cNvPr>
          <p:cNvSpPr>
            <a:spLocks noChangeShapeType="1"/>
          </p:cNvSpPr>
          <p:nvPr/>
        </p:nvSpPr>
        <p:spPr bwMode="auto">
          <a:xfrm>
            <a:off x="2755900" y="3348038"/>
            <a:ext cx="8382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cxnSp>
        <p:nvCxnSpPr>
          <p:cNvPr id="261169" name="AutoShape 49">
            <a:extLst>
              <a:ext uri="{FF2B5EF4-FFF2-40B4-BE49-F238E27FC236}">
                <a16:creationId xmlns:a16="http://schemas.microsoft.com/office/drawing/2014/main" id="{48A91232-05A5-4AD9-A285-D0EE96060277}"/>
              </a:ext>
            </a:extLst>
          </p:cNvPr>
          <p:cNvCxnSpPr>
            <a:cxnSpLocks noChangeShapeType="1"/>
          </p:cNvCxnSpPr>
          <p:nvPr/>
        </p:nvCxnSpPr>
        <p:spPr bwMode="auto">
          <a:xfrm>
            <a:off x="4087813" y="4872038"/>
            <a:ext cx="1425575" cy="931862"/>
          </a:xfrm>
          <a:prstGeom prst="curvedConnector3">
            <a:avLst>
              <a:gd name="adj1" fmla="val 98259"/>
            </a:avLst>
          </a:prstGeom>
          <a:noFill/>
          <a:ln w="31750">
            <a:solidFill>
              <a:schemeClr val="tx1"/>
            </a:solidFill>
            <a:prstDash val="dash"/>
            <a:round/>
            <a:headEnd type="oval" w="med" len="med"/>
            <a:tailEnd type="triangle" w="med" len="med"/>
          </a:ln>
          <a:extLst>
            <a:ext uri="{909E8E84-426E-40DD-AFC4-6F175D3DCCD1}">
              <a14:hiddenFill xmlns:a14="http://schemas.microsoft.com/office/drawing/2010/main">
                <a:noFill/>
              </a14:hiddenFill>
            </a:ext>
          </a:extLst>
        </p:spPr>
      </p:cxnSp>
      <p:graphicFrame>
        <p:nvGraphicFramePr>
          <p:cNvPr id="3" name="表格 2">
            <a:extLst>
              <a:ext uri="{FF2B5EF4-FFF2-40B4-BE49-F238E27FC236}">
                <a16:creationId xmlns:a16="http://schemas.microsoft.com/office/drawing/2014/main" id="{9A7F8964-F6A1-4122-8484-380A68D4BCA1}"/>
              </a:ext>
            </a:extLst>
          </p:cNvPr>
          <p:cNvGraphicFramePr>
            <a:graphicFrameLocks noGrp="1"/>
          </p:cNvGraphicFramePr>
          <p:nvPr/>
        </p:nvGraphicFramePr>
        <p:xfrm>
          <a:off x="1173163" y="2738438"/>
          <a:ext cx="1543050" cy="1116288"/>
        </p:xfrm>
        <a:graphic>
          <a:graphicData uri="http://schemas.openxmlformats.org/drawingml/2006/table">
            <a:tbl>
              <a:tblPr/>
              <a:tblGrid>
                <a:gridCol w="1543050">
                  <a:extLst>
                    <a:ext uri="{9D8B030D-6E8A-4147-A177-3AD203B41FA5}">
                      <a16:colId xmlns:a16="http://schemas.microsoft.com/office/drawing/2014/main" val="20000"/>
                    </a:ext>
                  </a:extLst>
                </a:gridCol>
              </a:tblGrid>
              <a:tr h="372004">
                <a:tc>
                  <a:txBody>
                    <a:bodyPr/>
                    <a:lstStyle/>
                    <a:p>
                      <a:pPr algn="ctr" fontAlgn="ctr"/>
                      <a:r>
                        <a:rPr lang="zh-CN" altLang="en-US" sz="2400" b="0" i="0" u="none" strike="noStrike">
                          <a:solidFill>
                            <a:srgbClr val="000000"/>
                          </a:solidFill>
                          <a:effectLst/>
                          <a:latin typeface="宋体" panose="02010600030101010101" pitchFamily="2" charset="-122"/>
                          <a:ea typeface="宋体" panose="02010600030101010101" pitchFamily="2" charset="-122"/>
                        </a:rPr>
                        <a:t>产品</a:t>
                      </a:r>
                    </a:p>
                  </a:txBody>
                  <a:tcPr marL="6347" marR="6347" marT="6336"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0000"/>
                  </a:ext>
                </a:extLst>
              </a:tr>
              <a:tr h="372004">
                <a:tc>
                  <a:txBody>
                    <a:bodyPr/>
                    <a:lstStyle/>
                    <a:p>
                      <a:pPr algn="l" fontAlgn="ctr"/>
                      <a:r>
                        <a:rPr lang="zh-CN" altLang="en-US" sz="2400" b="0" i="0" u="sng" strike="noStrike">
                          <a:solidFill>
                            <a:srgbClr val="000000"/>
                          </a:solidFill>
                          <a:effectLst/>
                          <a:latin typeface="宋体" panose="02010600030101010101" pitchFamily="2" charset="-122"/>
                          <a:ea typeface="宋体" panose="02010600030101010101" pitchFamily="2" charset="-122"/>
                        </a:rPr>
                        <a:t>产品名</a:t>
                      </a:r>
                    </a:p>
                  </a:txBody>
                  <a:tcPr marL="6347" marR="6347" marT="6336"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372004">
                <a:tc>
                  <a:txBody>
                    <a:bodyPr/>
                    <a:lstStyle/>
                    <a:p>
                      <a:pPr algn="l" fontAlgn="ctr"/>
                      <a:r>
                        <a:rPr lang="zh-CN" altLang="en-US" sz="2400" b="0" i="0" u="none" strike="noStrike" dirty="0">
                          <a:solidFill>
                            <a:srgbClr val="000000"/>
                          </a:solidFill>
                          <a:effectLst/>
                          <a:latin typeface="宋体" panose="02010600030101010101" pitchFamily="2" charset="-122"/>
                          <a:ea typeface="宋体" panose="02010600030101010101" pitchFamily="2" charset="-122"/>
                        </a:rPr>
                        <a:t>价格</a:t>
                      </a:r>
                    </a:p>
                  </a:txBody>
                  <a:tcPr marL="6347" marR="6347" marT="6336"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5" name="表格 4">
            <a:extLst>
              <a:ext uri="{FF2B5EF4-FFF2-40B4-BE49-F238E27FC236}">
                <a16:creationId xmlns:a16="http://schemas.microsoft.com/office/drawing/2014/main" id="{27306C72-9EDC-4BD5-9AF9-DD2714EAEB45}"/>
              </a:ext>
            </a:extLst>
          </p:cNvPr>
          <p:cNvGraphicFramePr>
            <a:graphicFrameLocks noGrp="1"/>
          </p:cNvGraphicFramePr>
          <p:nvPr/>
        </p:nvGraphicFramePr>
        <p:xfrm>
          <a:off x="5995988" y="2552700"/>
          <a:ext cx="1454150" cy="1489076"/>
        </p:xfrm>
        <a:graphic>
          <a:graphicData uri="http://schemas.openxmlformats.org/drawingml/2006/table">
            <a:tbl>
              <a:tblPr/>
              <a:tblGrid>
                <a:gridCol w="1454150">
                  <a:extLst>
                    <a:ext uri="{9D8B030D-6E8A-4147-A177-3AD203B41FA5}">
                      <a16:colId xmlns:a16="http://schemas.microsoft.com/office/drawing/2014/main" val="20000"/>
                    </a:ext>
                  </a:extLst>
                </a:gridCol>
              </a:tblGrid>
              <a:tr h="372269">
                <a:tc>
                  <a:txBody>
                    <a:bodyPr/>
                    <a:lstStyle/>
                    <a:p>
                      <a:pPr algn="ctr" fontAlgn="ctr"/>
                      <a:r>
                        <a:rPr lang="zh-CN" altLang="en-US" sz="2400" b="0" i="0" u="none" strike="noStrike">
                          <a:solidFill>
                            <a:srgbClr val="000000"/>
                          </a:solidFill>
                          <a:effectLst/>
                          <a:latin typeface="宋体" panose="02010600030101010101" pitchFamily="2" charset="-122"/>
                          <a:ea typeface="宋体" panose="02010600030101010101" pitchFamily="2" charset="-122"/>
                        </a:rPr>
                        <a:t>公司</a:t>
                      </a:r>
                    </a:p>
                  </a:txBody>
                  <a:tcPr marL="6353" marR="6353" marT="6349"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0000"/>
                  </a:ext>
                </a:extLst>
              </a:tr>
              <a:tr h="372269">
                <a:tc>
                  <a:txBody>
                    <a:bodyPr/>
                    <a:lstStyle/>
                    <a:p>
                      <a:pPr algn="l" fontAlgn="ctr"/>
                      <a:r>
                        <a:rPr lang="zh-CN" altLang="en-US" sz="2400" b="0" i="0" u="sng" strike="noStrike">
                          <a:solidFill>
                            <a:srgbClr val="000000"/>
                          </a:solidFill>
                          <a:effectLst/>
                          <a:latin typeface="宋体" panose="02010600030101010101" pitchFamily="2" charset="-122"/>
                          <a:ea typeface="宋体" panose="02010600030101010101" pitchFamily="2" charset="-122"/>
                        </a:rPr>
                        <a:t>公司名</a:t>
                      </a:r>
                    </a:p>
                  </a:txBody>
                  <a:tcPr marL="6353" marR="6353" marT="6349"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372269">
                <a:tc>
                  <a:txBody>
                    <a:bodyPr/>
                    <a:lstStyle/>
                    <a:p>
                      <a:pPr algn="l" fontAlgn="ctr"/>
                      <a:r>
                        <a:rPr lang="zh-CN" altLang="en-US" sz="2400" b="0" i="0" u="none" strike="noStrike">
                          <a:solidFill>
                            <a:srgbClr val="000000"/>
                          </a:solidFill>
                          <a:effectLst/>
                          <a:latin typeface="Palatino Linotype" panose="02040502050505030304" pitchFamily="18" charset="0"/>
                          <a:ea typeface="宋体" panose="02010600030101010101" pitchFamily="2" charset="-122"/>
                        </a:rPr>
                        <a:t>地址</a:t>
                      </a:r>
                    </a:p>
                  </a:txBody>
                  <a:tcPr marL="6353" marR="6353" marT="6349"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2"/>
                  </a:ext>
                </a:extLst>
              </a:tr>
              <a:tr h="372269">
                <a:tc>
                  <a:txBody>
                    <a:bodyPr/>
                    <a:lstStyle/>
                    <a:p>
                      <a:pPr algn="l" fontAlgn="ctr"/>
                      <a:r>
                        <a:rPr lang="zh-CN" altLang="en-US" sz="2400" b="0" i="0" u="none" strike="noStrike" dirty="0">
                          <a:solidFill>
                            <a:srgbClr val="000000"/>
                          </a:solidFill>
                          <a:effectLst/>
                          <a:latin typeface="宋体" panose="02010600030101010101" pitchFamily="2" charset="-122"/>
                          <a:ea typeface="宋体" panose="02010600030101010101" pitchFamily="2" charset="-122"/>
                        </a:rPr>
                        <a:t>联系电话</a:t>
                      </a:r>
                    </a:p>
                  </a:txBody>
                  <a:tcPr marL="6353" marR="6353" marT="6349"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5" name="文本框 14">
            <a:extLst>
              <a:ext uri="{FF2B5EF4-FFF2-40B4-BE49-F238E27FC236}">
                <a16:creationId xmlns:a16="http://schemas.microsoft.com/office/drawing/2014/main" id="{0CBBA152-15BE-4046-9D5C-7B6D00B84254}"/>
              </a:ext>
            </a:extLst>
          </p:cNvPr>
          <p:cNvSpPr txBox="1">
            <a:spLocks noChangeArrowheads="1"/>
          </p:cNvSpPr>
          <p:nvPr/>
        </p:nvSpPr>
        <p:spPr bwMode="auto">
          <a:xfrm>
            <a:off x="252413" y="4349750"/>
            <a:ext cx="46116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l">
              <a:spcBef>
                <a:spcPct val="0"/>
              </a:spcBef>
              <a:buClrTx/>
              <a:buSzTx/>
              <a:buFontTx/>
              <a:buNone/>
            </a:pPr>
            <a:r>
              <a:rPr lang="zh-CN" altLang="en-US" sz="2800">
                <a:solidFill>
                  <a:schemeClr val="tx1"/>
                </a:solidFill>
                <a:latin typeface="Helvetica" panose="020B0604020202020204" pitchFamily="34" charset="0"/>
                <a:ea typeface="ＭＳ Ｐゴシック" panose="020B0600070205080204" pitchFamily="34" charset="-128"/>
              </a:rPr>
              <a:t>产品（</a:t>
            </a:r>
            <a:r>
              <a:rPr lang="zh-CN" altLang="en-US" sz="2800" u="sng">
                <a:solidFill>
                  <a:schemeClr val="tx1"/>
                </a:solidFill>
                <a:latin typeface="Helvetica" panose="020B0604020202020204" pitchFamily="34" charset="0"/>
                <a:ea typeface="ＭＳ Ｐゴシック" panose="020B0600070205080204" pitchFamily="34" charset="-128"/>
              </a:rPr>
              <a:t>产品名</a:t>
            </a:r>
            <a:r>
              <a:rPr lang="zh-CN" altLang="en-US" sz="2800">
                <a:solidFill>
                  <a:schemeClr val="tx1"/>
                </a:solidFill>
                <a:latin typeface="Helvetica" panose="020B0604020202020204" pitchFamily="34" charset="0"/>
                <a:ea typeface="ＭＳ Ｐゴシック" panose="020B0600070205080204" pitchFamily="34" charset="-128"/>
              </a:rPr>
              <a:t>，价格，</a:t>
            </a:r>
            <a:r>
              <a:rPr lang="zh-CN" altLang="en-US" sz="2800" u="sng">
                <a:solidFill>
                  <a:schemeClr val="tx1"/>
                </a:solidFill>
                <a:latin typeface="Helvetica" panose="020B0604020202020204" pitchFamily="34" charset="0"/>
                <a:ea typeface="ＭＳ Ｐゴシック" panose="020B0600070205080204" pitchFamily="34" charset="-128"/>
              </a:rPr>
              <a:t>公司名</a:t>
            </a:r>
            <a:r>
              <a:rPr lang="zh-CN" altLang="en-US" sz="2800">
                <a:solidFill>
                  <a:schemeClr val="tx1"/>
                </a:solidFill>
                <a:latin typeface="Helvetica" panose="020B0604020202020204" pitchFamily="34" charset="0"/>
                <a:ea typeface="ＭＳ Ｐゴシック" panose="020B0600070205080204" pitchFamily="34" charset="-128"/>
              </a:rPr>
              <a:t>）</a:t>
            </a:r>
          </a:p>
        </p:txBody>
      </p:sp>
      <p:sp>
        <p:nvSpPr>
          <p:cNvPr id="16" name="文本框 15">
            <a:extLst>
              <a:ext uri="{FF2B5EF4-FFF2-40B4-BE49-F238E27FC236}">
                <a16:creationId xmlns:a16="http://schemas.microsoft.com/office/drawing/2014/main" id="{0999159C-E34B-4EFC-B6B6-593B0BCEE634}"/>
              </a:ext>
            </a:extLst>
          </p:cNvPr>
          <p:cNvSpPr txBox="1">
            <a:spLocks noChangeArrowheads="1"/>
          </p:cNvSpPr>
          <p:nvPr/>
        </p:nvSpPr>
        <p:spPr bwMode="auto">
          <a:xfrm>
            <a:off x="4173538" y="5697538"/>
            <a:ext cx="49704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l">
              <a:spcBef>
                <a:spcPct val="0"/>
              </a:spcBef>
              <a:buClrTx/>
              <a:buSzTx/>
              <a:buFontTx/>
              <a:buNone/>
            </a:pPr>
            <a:r>
              <a:rPr lang="zh-CN" altLang="en-US" sz="2800">
                <a:solidFill>
                  <a:schemeClr val="tx1"/>
                </a:solidFill>
                <a:latin typeface="Helvetica" panose="020B0604020202020204" pitchFamily="34" charset="0"/>
                <a:ea typeface="ＭＳ Ｐゴシック" panose="020B0600070205080204" pitchFamily="34" charset="-128"/>
              </a:rPr>
              <a:t>公司（</a:t>
            </a:r>
            <a:r>
              <a:rPr lang="zh-CN" altLang="en-US" sz="2800" u="sng">
                <a:solidFill>
                  <a:schemeClr val="tx1"/>
                </a:solidFill>
                <a:latin typeface="Helvetica" panose="020B0604020202020204" pitchFamily="34" charset="0"/>
                <a:ea typeface="ＭＳ Ｐゴシック" panose="020B0600070205080204" pitchFamily="34" charset="-128"/>
              </a:rPr>
              <a:t>公司名</a:t>
            </a:r>
            <a:r>
              <a:rPr lang="zh-CN" altLang="en-US" sz="2800">
                <a:solidFill>
                  <a:schemeClr val="tx1"/>
                </a:solidFill>
                <a:latin typeface="Helvetica" panose="020B0604020202020204" pitchFamily="34" charset="0"/>
                <a:ea typeface="ＭＳ Ｐゴシック" panose="020B0600070205080204" pitchFamily="34" charset="-128"/>
              </a:rPr>
              <a:t>，地址，联系电话）</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nodeType="clickEffect">
                                  <p:stCondLst>
                                    <p:cond delay="0"/>
                                  </p:stCondLst>
                                  <p:childTnLst>
                                    <p:set>
                                      <p:cBhvr>
                                        <p:cTn id="14" dur="1" fill="hold">
                                          <p:stCondLst>
                                            <p:cond delay="0"/>
                                          </p:stCondLst>
                                        </p:cTn>
                                        <p:tgtEl>
                                          <p:spTgt spid="261169"/>
                                        </p:tgtEl>
                                        <p:attrNameLst>
                                          <p:attrName>style.visibility</p:attrName>
                                        </p:attrNameLst>
                                      </p:cBhvr>
                                      <p:to>
                                        <p:strVal val="visible"/>
                                      </p:to>
                                    </p:set>
                                    <p:animEffect transition="in" filter="wipe(left)">
                                      <p:cBhvr>
                                        <p:cTn id="15" dur="500"/>
                                        <p:tgtEl>
                                          <p:spTgt spid="2611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a:extLst>
              <a:ext uri="{FF2B5EF4-FFF2-40B4-BE49-F238E27FC236}">
                <a16:creationId xmlns:a16="http://schemas.microsoft.com/office/drawing/2014/main" id="{1DD6548A-B002-464D-9C3A-8473C2F6CB6B}"/>
              </a:ext>
            </a:extLst>
          </p:cNvPr>
          <p:cNvSpPr>
            <a:spLocks noGrp="1" noChangeArrowheads="1"/>
          </p:cNvSpPr>
          <p:nvPr>
            <p:ph type="title"/>
          </p:nvPr>
        </p:nvSpPr>
        <p:spPr/>
        <p:txBody>
          <a:bodyPr/>
          <a:lstStyle/>
          <a:p>
            <a:pPr eaLnBrk="1" hangingPunct="1"/>
            <a:r>
              <a:rPr lang="en-US" altLang="zh-CN"/>
              <a:t>E-R</a:t>
            </a:r>
            <a:r>
              <a:rPr lang="zh-CN" altLang="en-US"/>
              <a:t>模型向关系模式的转换</a:t>
            </a:r>
          </a:p>
        </p:txBody>
      </p:sp>
      <p:sp>
        <p:nvSpPr>
          <p:cNvPr id="166915" name="Rectangle 3">
            <a:extLst>
              <a:ext uri="{FF2B5EF4-FFF2-40B4-BE49-F238E27FC236}">
                <a16:creationId xmlns:a16="http://schemas.microsoft.com/office/drawing/2014/main" id="{5149BCDD-F048-4177-A1E1-5D247AE8BA31}"/>
              </a:ext>
            </a:extLst>
          </p:cNvPr>
          <p:cNvSpPr>
            <a:spLocks noGrp="1" noChangeArrowheads="1"/>
          </p:cNvSpPr>
          <p:nvPr>
            <p:ph type="body" sz="half" idx="1"/>
          </p:nvPr>
        </p:nvSpPr>
        <p:spPr>
          <a:xfrm>
            <a:off x="323850" y="1196975"/>
            <a:ext cx="8447088" cy="1295400"/>
          </a:xfrm>
        </p:spPr>
        <p:txBody>
          <a:bodyPr/>
          <a:lstStyle/>
          <a:p>
            <a:pPr eaLnBrk="1" hangingPunct="1"/>
            <a:r>
              <a:rPr lang="zh-CN" altLang="en-US">
                <a:solidFill>
                  <a:schemeClr val="hlink"/>
                </a:solidFill>
                <a:sym typeface="Symbol" panose="05050102010706020507" pitchFamily="18" charset="2"/>
              </a:rPr>
              <a:t>概括</a:t>
            </a:r>
            <a:r>
              <a:rPr lang="zh-CN" altLang="en-US">
                <a:sym typeface="Symbol" panose="05050102010706020507" pitchFamily="18" charset="2"/>
              </a:rPr>
              <a:t>：</a:t>
            </a:r>
            <a:r>
              <a:rPr lang="zh-CN" altLang="en-US" sz="2800">
                <a:sym typeface="Symbol" panose="05050102010706020507" pitchFamily="18" charset="2"/>
              </a:rPr>
              <a:t>方法一：高层实体集和低层实体集分别转为表，低层实体集所对应的关系仅包括高层实体集的主码</a:t>
            </a:r>
          </a:p>
        </p:txBody>
      </p:sp>
      <p:sp>
        <p:nvSpPr>
          <p:cNvPr id="2" name="文本框 1">
            <a:extLst>
              <a:ext uri="{FF2B5EF4-FFF2-40B4-BE49-F238E27FC236}">
                <a16:creationId xmlns:a16="http://schemas.microsoft.com/office/drawing/2014/main" id="{4C317347-0EF2-47C3-A203-045D400C6D37}"/>
              </a:ext>
            </a:extLst>
          </p:cNvPr>
          <p:cNvSpPr txBox="1"/>
          <p:nvPr/>
        </p:nvSpPr>
        <p:spPr>
          <a:xfrm>
            <a:off x="376238" y="5378450"/>
            <a:ext cx="4624387" cy="1322388"/>
          </a:xfrm>
          <a:prstGeom prst="rect">
            <a:avLst/>
          </a:prstGeom>
          <a:noFill/>
        </p:spPr>
        <p:txBody>
          <a:bodyPr>
            <a:spAutoFit/>
          </a:bodyPr>
          <a:lstStyle/>
          <a:p>
            <a:pPr>
              <a:defRPr/>
            </a:pPr>
            <a:r>
              <a:rPr lang="zh-CN" altLang="en-US" sz="2000" b="1" i="1" dirty="0">
                <a:solidFill>
                  <a:srgbClr val="FF0000"/>
                </a:solidFill>
                <a:latin typeface="+mn-lt"/>
                <a:ea typeface="+mn-ea"/>
              </a:rPr>
              <a:t>缺点：访问低层实体的时候，如获取博士信息，需要同时访问对应的高层实体（姓名、工龄）和低层实体（工号、发表论文）。</a:t>
            </a:r>
          </a:p>
        </p:txBody>
      </p:sp>
      <p:grpSp>
        <p:nvGrpSpPr>
          <p:cNvPr id="166917" name="Group 42">
            <a:extLst>
              <a:ext uri="{FF2B5EF4-FFF2-40B4-BE49-F238E27FC236}">
                <a16:creationId xmlns:a16="http://schemas.microsoft.com/office/drawing/2014/main" id="{FCC7699B-80FE-4235-A124-875229E130F5}"/>
              </a:ext>
            </a:extLst>
          </p:cNvPr>
          <p:cNvGrpSpPr>
            <a:grpSpLocks/>
          </p:cNvGrpSpPr>
          <p:nvPr/>
        </p:nvGrpSpPr>
        <p:grpSpPr bwMode="auto">
          <a:xfrm>
            <a:off x="6410325" y="4103688"/>
            <a:ext cx="1493838" cy="1724025"/>
            <a:chOff x="3767" y="2228"/>
            <a:chExt cx="941" cy="1086"/>
          </a:xfrm>
        </p:grpSpPr>
        <p:sp>
          <p:nvSpPr>
            <p:cNvPr id="166924" name="AutoShape 33">
              <a:extLst>
                <a:ext uri="{FF2B5EF4-FFF2-40B4-BE49-F238E27FC236}">
                  <a16:creationId xmlns:a16="http://schemas.microsoft.com/office/drawing/2014/main" id="{5CDF2D7C-C626-4E42-A2A1-99F11D1540E4}"/>
                </a:ext>
              </a:extLst>
            </p:cNvPr>
            <p:cNvSpPr>
              <a:spLocks noChangeArrowheads="1"/>
            </p:cNvSpPr>
            <p:nvPr/>
          </p:nvSpPr>
          <p:spPr bwMode="auto">
            <a:xfrm>
              <a:off x="4028" y="2513"/>
              <a:ext cx="384" cy="336"/>
            </a:xfrm>
            <a:prstGeom prst="flowChartMerg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144000" anchor="ct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lnSpc>
                  <a:spcPct val="90000"/>
                </a:lnSpc>
                <a:buClr>
                  <a:srgbClr val="FF9933"/>
                </a:buClr>
                <a:buFont typeface="Wingdings" panose="05000000000000000000" pitchFamily="2" charset="2"/>
                <a:buNone/>
              </a:pPr>
              <a:r>
                <a:rPr kumimoji="1" lang="en-US" altLang="zh-CN" sz="2000" b="1">
                  <a:solidFill>
                    <a:srgbClr val="000000"/>
                  </a:solidFill>
                  <a:latin typeface="华文新魏" panose="02010800040101010101" pitchFamily="2" charset="-122"/>
                  <a:ea typeface="华文新魏" panose="02010800040101010101" pitchFamily="2" charset="-122"/>
                </a:rPr>
                <a:t>ISA</a:t>
              </a:r>
              <a:endParaRPr kumimoji="1" lang="zh-CN" altLang="en-US" sz="2000" b="1">
                <a:solidFill>
                  <a:srgbClr val="000000"/>
                </a:solidFill>
                <a:latin typeface="华文新魏" panose="02010800040101010101" pitchFamily="2" charset="-122"/>
                <a:ea typeface="华文新魏" panose="02010800040101010101" pitchFamily="2" charset="-122"/>
              </a:endParaRPr>
            </a:p>
          </p:txBody>
        </p:sp>
        <p:sp>
          <p:nvSpPr>
            <p:cNvPr id="166925" name="Line 34">
              <a:extLst>
                <a:ext uri="{FF2B5EF4-FFF2-40B4-BE49-F238E27FC236}">
                  <a16:creationId xmlns:a16="http://schemas.microsoft.com/office/drawing/2014/main" id="{E9BD783A-E973-4397-ABAF-2D4E4424AEE5}"/>
                </a:ext>
              </a:extLst>
            </p:cNvPr>
            <p:cNvSpPr>
              <a:spLocks noChangeShapeType="1"/>
            </p:cNvSpPr>
            <p:nvPr/>
          </p:nvSpPr>
          <p:spPr bwMode="auto">
            <a:xfrm flipH="1">
              <a:off x="4214" y="2228"/>
              <a:ext cx="6" cy="279"/>
            </a:xfrm>
            <a:prstGeom prst="line">
              <a:avLst/>
            </a:prstGeom>
            <a:noFill/>
            <a:ln w="28575">
              <a:solidFill>
                <a:schemeClr val="tx1"/>
              </a:solidFill>
              <a:round/>
              <a:headEnd type="non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166926" name="Line 35">
              <a:extLst>
                <a:ext uri="{FF2B5EF4-FFF2-40B4-BE49-F238E27FC236}">
                  <a16:creationId xmlns:a16="http://schemas.microsoft.com/office/drawing/2014/main" id="{E7D0B8D0-E642-494E-BB4A-8BC960F13E63}"/>
                </a:ext>
              </a:extLst>
            </p:cNvPr>
            <p:cNvSpPr>
              <a:spLocks noChangeShapeType="1"/>
            </p:cNvSpPr>
            <p:nvPr/>
          </p:nvSpPr>
          <p:spPr bwMode="auto">
            <a:xfrm flipV="1">
              <a:off x="3767" y="2747"/>
              <a:ext cx="402" cy="55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6927" name="Line 36">
              <a:extLst>
                <a:ext uri="{FF2B5EF4-FFF2-40B4-BE49-F238E27FC236}">
                  <a16:creationId xmlns:a16="http://schemas.microsoft.com/office/drawing/2014/main" id="{5FAE1EB6-E09A-48B9-98A5-C8D48DE9F88A}"/>
                </a:ext>
              </a:extLst>
            </p:cNvPr>
            <p:cNvSpPr>
              <a:spLocks noChangeShapeType="1"/>
            </p:cNvSpPr>
            <p:nvPr/>
          </p:nvSpPr>
          <p:spPr bwMode="auto">
            <a:xfrm flipH="1" flipV="1">
              <a:off x="4300" y="2747"/>
              <a:ext cx="408" cy="56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pic>
        <p:nvPicPr>
          <p:cNvPr id="166918" name="图片 54">
            <a:extLst>
              <a:ext uri="{FF2B5EF4-FFF2-40B4-BE49-F238E27FC236}">
                <a16:creationId xmlns:a16="http://schemas.microsoft.com/office/drawing/2014/main" id="{64C0004B-2BB2-4812-802E-E9161B41481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661150" y="2320925"/>
            <a:ext cx="1227138" cy="178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6919" name="图片 4">
            <a:extLst>
              <a:ext uri="{FF2B5EF4-FFF2-40B4-BE49-F238E27FC236}">
                <a16:creationId xmlns:a16="http://schemas.microsoft.com/office/drawing/2014/main" id="{395EFB3E-88EB-4AB7-A7D4-A4D4133E4F6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734300" y="5819775"/>
            <a:ext cx="140970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6920" name="图片 6">
            <a:extLst>
              <a:ext uri="{FF2B5EF4-FFF2-40B4-BE49-F238E27FC236}">
                <a16:creationId xmlns:a16="http://schemas.microsoft.com/office/drawing/2014/main" id="{0D559977-03B6-47BD-A6A6-55FBE366D26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208588" y="5743575"/>
            <a:ext cx="14097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文本框 15">
            <a:extLst>
              <a:ext uri="{FF2B5EF4-FFF2-40B4-BE49-F238E27FC236}">
                <a16:creationId xmlns:a16="http://schemas.microsoft.com/office/drawing/2014/main" id="{8E7E857F-5397-4801-A041-5227963F1161}"/>
              </a:ext>
            </a:extLst>
          </p:cNvPr>
          <p:cNvSpPr txBox="1">
            <a:spLocks noChangeArrowheads="1"/>
          </p:cNvSpPr>
          <p:nvPr/>
        </p:nvSpPr>
        <p:spPr bwMode="auto">
          <a:xfrm>
            <a:off x="658813" y="2951163"/>
            <a:ext cx="4252912"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l">
              <a:spcBef>
                <a:spcPct val="0"/>
              </a:spcBef>
              <a:buClrTx/>
              <a:buSzTx/>
              <a:buFontTx/>
              <a:buNone/>
            </a:pPr>
            <a:r>
              <a:rPr lang="zh-CN" altLang="en-US" sz="2800">
                <a:solidFill>
                  <a:schemeClr val="tx1"/>
                </a:solidFill>
                <a:latin typeface="Helvetica" panose="020B0604020202020204" pitchFamily="34" charset="0"/>
                <a:ea typeface="ＭＳ Ｐゴシック" panose="020B0600070205080204" pitchFamily="34" charset="-128"/>
              </a:rPr>
              <a:t>教职工（</a:t>
            </a:r>
            <a:r>
              <a:rPr lang="zh-CN" altLang="en-US" sz="2800" u="sng">
                <a:solidFill>
                  <a:schemeClr val="tx1"/>
                </a:solidFill>
                <a:latin typeface="Helvetica" panose="020B0604020202020204" pitchFamily="34" charset="0"/>
                <a:ea typeface="ＭＳ Ｐゴシック" panose="020B0600070205080204" pitchFamily="34" charset="-128"/>
              </a:rPr>
              <a:t>工号</a:t>
            </a:r>
            <a:r>
              <a:rPr lang="zh-CN" altLang="en-US" sz="2800">
                <a:solidFill>
                  <a:schemeClr val="tx1"/>
                </a:solidFill>
                <a:latin typeface="Helvetica" panose="020B0604020202020204" pitchFamily="34" charset="0"/>
                <a:ea typeface="ＭＳ Ｐゴシック" panose="020B0600070205080204" pitchFamily="34" charset="-128"/>
              </a:rPr>
              <a:t>，姓名，工龄）</a:t>
            </a:r>
          </a:p>
        </p:txBody>
      </p:sp>
      <p:sp>
        <p:nvSpPr>
          <p:cNvPr id="17" name="文本框 16">
            <a:extLst>
              <a:ext uri="{FF2B5EF4-FFF2-40B4-BE49-F238E27FC236}">
                <a16:creationId xmlns:a16="http://schemas.microsoft.com/office/drawing/2014/main" id="{2EAB073B-E584-43B8-BF1E-A2763AF83D50}"/>
              </a:ext>
            </a:extLst>
          </p:cNvPr>
          <p:cNvSpPr txBox="1">
            <a:spLocks noChangeArrowheads="1"/>
          </p:cNvSpPr>
          <p:nvPr/>
        </p:nvSpPr>
        <p:spPr bwMode="auto">
          <a:xfrm>
            <a:off x="658813" y="3654425"/>
            <a:ext cx="29273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l">
              <a:spcBef>
                <a:spcPct val="0"/>
              </a:spcBef>
              <a:buClrTx/>
              <a:buSzTx/>
              <a:buFontTx/>
              <a:buNone/>
            </a:pPr>
            <a:r>
              <a:rPr lang="zh-CN" altLang="en-US" sz="2800">
                <a:solidFill>
                  <a:schemeClr val="tx1"/>
                </a:solidFill>
                <a:latin typeface="Helvetica" panose="020B0604020202020204" pitchFamily="34" charset="0"/>
                <a:ea typeface="ＭＳ Ｐゴシック" panose="020B0600070205080204" pitchFamily="34" charset="-128"/>
              </a:rPr>
              <a:t>教师（</a:t>
            </a:r>
            <a:r>
              <a:rPr lang="zh-CN" altLang="en-US" sz="2800" u="sng">
                <a:solidFill>
                  <a:schemeClr val="tx1"/>
                </a:solidFill>
                <a:latin typeface="Helvetica" panose="020B0604020202020204" pitchFamily="34" charset="0"/>
                <a:ea typeface="ＭＳ Ｐゴシック" panose="020B0600070205080204" pitchFamily="34" charset="-128"/>
              </a:rPr>
              <a:t>工号</a:t>
            </a:r>
            <a:r>
              <a:rPr lang="zh-CN" altLang="en-US" sz="2800">
                <a:solidFill>
                  <a:schemeClr val="tx1"/>
                </a:solidFill>
                <a:latin typeface="Helvetica" panose="020B0604020202020204" pitchFamily="34" charset="0"/>
                <a:ea typeface="ＭＳ Ｐゴシック" panose="020B0600070205080204" pitchFamily="34" charset="-128"/>
              </a:rPr>
              <a:t>，职称）</a:t>
            </a:r>
          </a:p>
        </p:txBody>
      </p:sp>
      <p:sp>
        <p:nvSpPr>
          <p:cNvPr id="18" name="文本框 17">
            <a:extLst>
              <a:ext uri="{FF2B5EF4-FFF2-40B4-BE49-F238E27FC236}">
                <a16:creationId xmlns:a16="http://schemas.microsoft.com/office/drawing/2014/main" id="{961E05F3-5062-45FF-A232-2FFE8E526CD0}"/>
              </a:ext>
            </a:extLst>
          </p:cNvPr>
          <p:cNvSpPr txBox="1">
            <a:spLocks noChangeArrowheads="1"/>
          </p:cNvSpPr>
          <p:nvPr/>
        </p:nvSpPr>
        <p:spPr bwMode="auto">
          <a:xfrm>
            <a:off x="658813" y="4403725"/>
            <a:ext cx="36544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l">
              <a:spcBef>
                <a:spcPct val="0"/>
              </a:spcBef>
              <a:buClrTx/>
              <a:buSzTx/>
              <a:buFontTx/>
              <a:buNone/>
            </a:pPr>
            <a:r>
              <a:rPr lang="zh-CN" altLang="en-US" sz="2800">
                <a:solidFill>
                  <a:schemeClr val="tx1"/>
                </a:solidFill>
                <a:latin typeface="Helvetica" panose="020B0604020202020204" pitchFamily="34" charset="0"/>
                <a:ea typeface="ＭＳ Ｐゴシック" panose="020B0600070205080204" pitchFamily="34" charset="-128"/>
              </a:rPr>
              <a:t>博士（</a:t>
            </a:r>
            <a:r>
              <a:rPr lang="zh-CN" altLang="en-US" sz="2800" u="sng">
                <a:solidFill>
                  <a:schemeClr val="tx1"/>
                </a:solidFill>
                <a:latin typeface="Helvetica" panose="020B0604020202020204" pitchFamily="34" charset="0"/>
                <a:ea typeface="ＭＳ Ｐゴシック" panose="020B0600070205080204" pitchFamily="34" charset="-128"/>
              </a:rPr>
              <a:t>工号</a:t>
            </a:r>
            <a:r>
              <a:rPr lang="zh-CN" altLang="en-US" sz="2800">
                <a:solidFill>
                  <a:schemeClr val="tx1"/>
                </a:solidFill>
                <a:latin typeface="Helvetica" panose="020B0604020202020204" pitchFamily="34" charset="0"/>
                <a:ea typeface="ＭＳ Ｐゴシック" panose="020B0600070205080204" pitchFamily="34" charset="-128"/>
              </a:rPr>
              <a:t>，发表论文）</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6" grpId="0"/>
      <p:bldP spid="17" grpId="0"/>
      <p:bldP spid="18"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a:extLst>
              <a:ext uri="{FF2B5EF4-FFF2-40B4-BE49-F238E27FC236}">
                <a16:creationId xmlns:a16="http://schemas.microsoft.com/office/drawing/2014/main" id="{9A47C072-65D8-4757-A60C-1AEBAF2B16C5}"/>
              </a:ext>
            </a:extLst>
          </p:cNvPr>
          <p:cNvSpPr>
            <a:spLocks noGrp="1" noChangeArrowheads="1"/>
          </p:cNvSpPr>
          <p:nvPr>
            <p:ph type="title"/>
          </p:nvPr>
        </p:nvSpPr>
        <p:spPr/>
        <p:txBody>
          <a:bodyPr/>
          <a:lstStyle/>
          <a:p>
            <a:pPr eaLnBrk="1" hangingPunct="1"/>
            <a:r>
              <a:rPr lang="en-US" altLang="zh-CN"/>
              <a:t>E-R</a:t>
            </a:r>
            <a:r>
              <a:rPr lang="zh-CN" altLang="en-US"/>
              <a:t>模型向关系模式的转换</a:t>
            </a:r>
          </a:p>
        </p:txBody>
      </p:sp>
      <p:sp>
        <p:nvSpPr>
          <p:cNvPr id="167939" name="Rectangle 3">
            <a:extLst>
              <a:ext uri="{FF2B5EF4-FFF2-40B4-BE49-F238E27FC236}">
                <a16:creationId xmlns:a16="http://schemas.microsoft.com/office/drawing/2014/main" id="{81CB796D-ECA7-4DE3-9863-B26B606C5D47}"/>
              </a:ext>
            </a:extLst>
          </p:cNvPr>
          <p:cNvSpPr>
            <a:spLocks noGrp="1" noChangeArrowheads="1"/>
          </p:cNvSpPr>
          <p:nvPr>
            <p:ph type="body" sz="half" idx="1"/>
          </p:nvPr>
        </p:nvSpPr>
        <p:spPr>
          <a:xfrm>
            <a:off x="323850" y="1196975"/>
            <a:ext cx="8447088" cy="1295400"/>
          </a:xfrm>
        </p:spPr>
        <p:txBody>
          <a:bodyPr/>
          <a:lstStyle/>
          <a:p>
            <a:pPr eaLnBrk="1" hangingPunct="1"/>
            <a:r>
              <a:rPr lang="zh-CN" altLang="en-US">
                <a:solidFill>
                  <a:schemeClr val="hlink"/>
                </a:solidFill>
                <a:sym typeface="Symbol" panose="05050102010706020507" pitchFamily="18" charset="2"/>
              </a:rPr>
              <a:t>概括</a:t>
            </a:r>
            <a:r>
              <a:rPr lang="zh-CN" altLang="en-US">
                <a:sym typeface="Symbol" panose="05050102010706020507" pitchFamily="18" charset="2"/>
              </a:rPr>
              <a:t>：</a:t>
            </a:r>
            <a:r>
              <a:rPr lang="zh-CN" altLang="en-US" sz="2800">
                <a:sym typeface="Symbol" panose="05050102010706020507" pitchFamily="18" charset="2"/>
              </a:rPr>
              <a:t>方法二：高层实体集和低层实体集分别转为表，低层实体集所对应的关系包括所有从高层实体集继承的属性</a:t>
            </a:r>
          </a:p>
        </p:txBody>
      </p:sp>
      <p:sp>
        <p:nvSpPr>
          <p:cNvPr id="2" name="文本框 1">
            <a:extLst>
              <a:ext uri="{FF2B5EF4-FFF2-40B4-BE49-F238E27FC236}">
                <a16:creationId xmlns:a16="http://schemas.microsoft.com/office/drawing/2014/main" id="{3D5D7FCD-B077-43C7-BD33-24FE0540B56F}"/>
              </a:ext>
            </a:extLst>
          </p:cNvPr>
          <p:cNvSpPr txBox="1"/>
          <p:nvPr/>
        </p:nvSpPr>
        <p:spPr>
          <a:xfrm>
            <a:off x="473075" y="5367338"/>
            <a:ext cx="3865563" cy="706437"/>
          </a:xfrm>
          <a:prstGeom prst="rect">
            <a:avLst/>
          </a:prstGeom>
          <a:noFill/>
        </p:spPr>
        <p:txBody>
          <a:bodyPr>
            <a:spAutoFit/>
          </a:bodyPr>
          <a:lstStyle/>
          <a:p>
            <a:pPr>
              <a:defRPr/>
            </a:pPr>
            <a:r>
              <a:rPr lang="zh-CN" altLang="en-US" sz="2000" b="1" i="1" dirty="0">
                <a:solidFill>
                  <a:srgbClr val="FF0000"/>
                </a:solidFill>
                <a:latin typeface="+mn-lt"/>
                <a:ea typeface="+mn-ea"/>
              </a:rPr>
              <a:t>缺点：对于读博士的老师，（工号、姓名、工龄）等信息冗余</a:t>
            </a:r>
          </a:p>
        </p:txBody>
      </p:sp>
      <p:grpSp>
        <p:nvGrpSpPr>
          <p:cNvPr id="167941" name="Group 42">
            <a:extLst>
              <a:ext uri="{FF2B5EF4-FFF2-40B4-BE49-F238E27FC236}">
                <a16:creationId xmlns:a16="http://schemas.microsoft.com/office/drawing/2014/main" id="{BA3C2049-27CF-428D-AFC3-CE78D2E8CEDA}"/>
              </a:ext>
            </a:extLst>
          </p:cNvPr>
          <p:cNvGrpSpPr>
            <a:grpSpLocks/>
          </p:cNvGrpSpPr>
          <p:nvPr/>
        </p:nvGrpSpPr>
        <p:grpSpPr bwMode="auto">
          <a:xfrm>
            <a:off x="6410325" y="4103688"/>
            <a:ext cx="1493838" cy="1724025"/>
            <a:chOff x="3767" y="2228"/>
            <a:chExt cx="941" cy="1086"/>
          </a:xfrm>
        </p:grpSpPr>
        <p:sp>
          <p:nvSpPr>
            <p:cNvPr id="167948" name="AutoShape 33">
              <a:extLst>
                <a:ext uri="{FF2B5EF4-FFF2-40B4-BE49-F238E27FC236}">
                  <a16:creationId xmlns:a16="http://schemas.microsoft.com/office/drawing/2014/main" id="{9054644D-12DC-4263-9E98-077483790AB0}"/>
                </a:ext>
              </a:extLst>
            </p:cNvPr>
            <p:cNvSpPr>
              <a:spLocks noChangeArrowheads="1"/>
            </p:cNvSpPr>
            <p:nvPr/>
          </p:nvSpPr>
          <p:spPr bwMode="auto">
            <a:xfrm>
              <a:off x="4028" y="2513"/>
              <a:ext cx="384" cy="336"/>
            </a:xfrm>
            <a:prstGeom prst="flowChartMerg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144000" anchor="ct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lnSpc>
                  <a:spcPct val="90000"/>
                </a:lnSpc>
                <a:buClr>
                  <a:srgbClr val="FF9933"/>
                </a:buClr>
                <a:buFont typeface="Wingdings" panose="05000000000000000000" pitchFamily="2" charset="2"/>
                <a:buNone/>
              </a:pPr>
              <a:r>
                <a:rPr kumimoji="1" lang="en-US" altLang="zh-CN" sz="2000" b="1">
                  <a:solidFill>
                    <a:srgbClr val="000000"/>
                  </a:solidFill>
                  <a:latin typeface="华文新魏" panose="02010800040101010101" pitchFamily="2" charset="-122"/>
                  <a:ea typeface="华文新魏" panose="02010800040101010101" pitchFamily="2" charset="-122"/>
                </a:rPr>
                <a:t>ISA</a:t>
              </a:r>
              <a:endParaRPr kumimoji="1" lang="zh-CN" altLang="en-US" sz="2000" b="1">
                <a:solidFill>
                  <a:srgbClr val="000000"/>
                </a:solidFill>
                <a:latin typeface="华文新魏" panose="02010800040101010101" pitchFamily="2" charset="-122"/>
                <a:ea typeface="华文新魏" panose="02010800040101010101" pitchFamily="2" charset="-122"/>
              </a:endParaRPr>
            </a:p>
          </p:txBody>
        </p:sp>
        <p:sp>
          <p:nvSpPr>
            <p:cNvPr id="167949" name="Line 34">
              <a:extLst>
                <a:ext uri="{FF2B5EF4-FFF2-40B4-BE49-F238E27FC236}">
                  <a16:creationId xmlns:a16="http://schemas.microsoft.com/office/drawing/2014/main" id="{CBF50D23-AEF7-4E8F-931C-F600D1C21A2E}"/>
                </a:ext>
              </a:extLst>
            </p:cNvPr>
            <p:cNvSpPr>
              <a:spLocks noChangeShapeType="1"/>
            </p:cNvSpPr>
            <p:nvPr/>
          </p:nvSpPr>
          <p:spPr bwMode="auto">
            <a:xfrm flipH="1">
              <a:off x="4214" y="2228"/>
              <a:ext cx="6" cy="279"/>
            </a:xfrm>
            <a:prstGeom prst="line">
              <a:avLst/>
            </a:prstGeom>
            <a:noFill/>
            <a:ln w="28575">
              <a:solidFill>
                <a:schemeClr val="tx1"/>
              </a:solidFill>
              <a:round/>
              <a:headEnd type="non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167950" name="Line 35">
              <a:extLst>
                <a:ext uri="{FF2B5EF4-FFF2-40B4-BE49-F238E27FC236}">
                  <a16:creationId xmlns:a16="http://schemas.microsoft.com/office/drawing/2014/main" id="{03EB15D5-9E51-4BB6-87C3-8805880FC753}"/>
                </a:ext>
              </a:extLst>
            </p:cNvPr>
            <p:cNvSpPr>
              <a:spLocks noChangeShapeType="1"/>
            </p:cNvSpPr>
            <p:nvPr/>
          </p:nvSpPr>
          <p:spPr bwMode="auto">
            <a:xfrm flipV="1">
              <a:off x="3767" y="2747"/>
              <a:ext cx="402" cy="55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7951" name="Line 36">
              <a:extLst>
                <a:ext uri="{FF2B5EF4-FFF2-40B4-BE49-F238E27FC236}">
                  <a16:creationId xmlns:a16="http://schemas.microsoft.com/office/drawing/2014/main" id="{25AAF48C-1ACC-42AD-9411-401C0E1E2B73}"/>
                </a:ext>
              </a:extLst>
            </p:cNvPr>
            <p:cNvSpPr>
              <a:spLocks noChangeShapeType="1"/>
            </p:cNvSpPr>
            <p:nvPr/>
          </p:nvSpPr>
          <p:spPr bwMode="auto">
            <a:xfrm flipH="1" flipV="1">
              <a:off x="4300" y="2747"/>
              <a:ext cx="408" cy="56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pic>
        <p:nvPicPr>
          <p:cNvPr id="167942" name="图片 54">
            <a:extLst>
              <a:ext uri="{FF2B5EF4-FFF2-40B4-BE49-F238E27FC236}">
                <a16:creationId xmlns:a16="http://schemas.microsoft.com/office/drawing/2014/main" id="{D3F0E1AA-1D23-4DDF-8790-2B025EA4A23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661150" y="2320925"/>
            <a:ext cx="1227138" cy="178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7943" name="图片 4">
            <a:extLst>
              <a:ext uri="{FF2B5EF4-FFF2-40B4-BE49-F238E27FC236}">
                <a16:creationId xmlns:a16="http://schemas.microsoft.com/office/drawing/2014/main" id="{12677C97-FBE3-49D5-8677-FDDE132DC2A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734300" y="5819775"/>
            <a:ext cx="140970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7944" name="图片 6">
            <a:extLst>
              <a:ext uri="{FF2B5EF4-FFF2-40B4-BE49-F238E27FC236}">
                <a16:creationId xmlns:a16="http://schemas.microsoft.com/office/drawing/2014/main" id="{8987F92F-529D-47D2-BCB0-D9BE4097AC7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208588" y="5743575"/>
            <a:ext cx="14097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文本框 16">
            <a:extLst>
              <a:ext uri="{FF2B5EF4-FFF2-40B4-BE49-F238E27FC236}">
                <a16:creationId xmlns:a16="http://schemas.microsoft.com/office/drawing/2014/main" id="{B7324E4D-2F76-4DBC-B4C1-A716ABE59F2B}"/>
              </a:ext>
            </a:extLst>
          </p:cNvPr>
          <p:cNvSpPr txBox="1">
            <a:spLocks noChangeArrowheads="1"/>
          </p:cNvSpPr>
          <p:nvPr/>
        </p:nvSpPr>
        <p:spPr bwMode="auto">
          <a:xfrm>
            <a:off x="658813" y="2951163"/>
            <a:ext cx="4252912"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l">
              <a:spcBef>
                <a:spcPct val="0"/>
              </a:spcBef>
              <a:buClrTx/>
              <a:buSzTx/>
              <a:buFontTx/>
              <a:buNone/>
            </a:pPr>
            <a:r>
              <a:rPr lang="zh-CN" altLang="en-US" sz="2800">
                <a:solidFill>
                  <a:schemeClr val="tx1"/>
                </a:solidFill>
                <a:latin typeface="Helvetica" panose="020B0604020202020204" pitchFamily="34" charset="0"/>
                <a:ea typeface="ＭＳ Ｐゴシック" panose="020B0600070205080204" pitchFamily="34" charset="-128"/>
              </a:rPr>
              <a:t>教职工（</a:t>
            </a:r>
            <a:r>
              <a:rPr lang="zh-CN" altLang="en-US" sz="2800" u="sng">
                <a:solidFill>
                  <a:schemeClr val="tx1"/>
                </a:solidFill>
                <a:latin typeface="Helvetica" panose="020B0604020202020204" pitchFamily="34" charset="0"/>
                <a:ea typeface="ＭＳ Ｐゴシック" panose="020B0600070205080204" pitchFamily="34" charset="-128"/>
              </a:rPr>
              <a:t>工号</a:t>
            </a:r>
            <a:r>
              <a:rPr lang="zh-CN" altLang="en-US" sz="2800">
                <a:solidFill>
                  <a:schemeClr val="tx1"/>
                </a:solidFill>
                <a:latin typeface="Helvetica" panose="020B0604020202020204" pitchFamily="34" charset="0"/>
                <a:ea typeface="ＭＳ Ｐゴシック" panose="020B0600070205080204" pitchFamily="34" charset="-128"/>
              </a:rPr>
              <a:t>，姓名，工龄）</a:t>
            </a:r>
          </a:p>
        </p:txBody>
      </p:sp>
      <p:sp>
        <p:nvSpPr>
          <p:cNvPr id="19" name="文本框 18">
            <a:extLst>
              <a:ext uri="{FF2B5EF4-FFF2-40B4-BE49-F238E27FC236}">
                <a16:creationId xmlns:a16="http://schemas.microsoft.com/office/drawing/2014/main" id="{93EE4B2B-E9DE-44AB-BF1B-B17834917BBE}"/>
              </a:ext>
            </a:extLst>
          </p:cNvPr>
          <p:cNvSpPr txBox="1">
            <a:spLocks noChangeArrowheads="1"/>
          </p:cNvSpPr>
          <p:nvPr/>
        </p:nvSpPr>
        <p:spPr bwMode="auto">
          <a:xfrm>
            <a:off x="658813" y="3654425"/>
            <a:ext cx="48514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l">
              <a:spcBef>
                <a:spcPct val="0"/>
              </a:spcBef>
              <a:buClrTx/>
              <a:buSzTx/>
              <a:buFontTx/>
              <a:buNone/>
            </a:pPr>
            <a:r>
              <a:rPr lang="zh-CN" altLang="en-US" sz="2800">
                <a:solidFill>
                  <a:schemeClr val="tx1"/>
                </a:solidFill>
                <a:latin typeface="Helvetica" panose="020B0604020202020204" pitchFamily="34" charset="0"/>
                <a:ea typeface="ＭＳ Ｐゴシック" panose="020B0600070205080204" pitchFamily="34" charset="-128"/>
              </a:rPr>
              <a:t>教师（</a:t>
            </a:r>
            <a:r>
              <a:rPr lang="zh-CN" altLang="en-US" sz="2800" u="sng">
                <a:solidFill>
                  <a:schemeClr val="tx1"/>
                </a:solidFill>
                <a:latin typeface="Helvetica" panose="020B0604020202020204" pitchFamily="34" charset="0"/>
                <a:ea typeface="ＭＳ Ｐゴシック" panose="020B0600070205080204" pitchFamily="34" charset="-128"/>
              </a:rPr>
              <a:t>工号</a:t>
            </a:r>
            <a:r>
              <a:rPr lang="zh-CN" altLang="en-US" sz="2800">
                <a:solidFill>
                  <a:schemeClr val="tx1"/>
                </a:solidFill>
                <a:latin typeface="Helvetica" panose="020B0604020202020204" pitchFamily="34" charset="0"/>
                <a:ea typeface="ＭＳ Ｐゴシック" panose="020B0600070205080204" pitchFamily="34" charset="-128"/>
              </a:rPr>
              <a:t>，姓名，工龄，职称）</a:t>
            </a:r>
          </a:p>
        </p:txBody>
      </p:sp>
      <p:sp>
        <p:nvSpPr>
          <p:cNvPr id="20" name="文本框 19">
            <a:extLst>
              <a:ext uri="{FF2B5EF4-FFF2-40B4-BE49-F238E27FC236}">
                <a16:creationId xmlns:a16="http://schemas.microsoft.com/office/drawing/2014/main" id="{D58842C8-D712-4C3A-A33A-72A91BFDE218}"/>
              </a:ext>
            </a:extLst>
          </p:cNvPr>
          <p:cNvSpPr txBox="1">
            <a:spLocks noChangeArrowheads="1"/>
          </p:cNvSpPr>
          <p:nvPr/>
        </p:nvSpPr>
        <p:spPr bwMode="auto">
          <a:xfrm>
            <a:off x="658813" y="4403725"/>
            <a:ext cx="55689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l">
              <a:spcBef>
                <a:spcPct val="0"/>
              </a:spcBef>
              <a:buClrTx/>
              <a:buSzTx/>
              <a:buFontTx/>
              <a:buNone/>
            </a:pPr>
            <a:r>
              <a:rPr lang="zh-CN" altLang="en-US" sz="2800">
                <a:solidFill>
                  <a:schemeClr val="tx1"/>
                </a:solidFill>
                <a:latin typeface="Helvetica" panose="020B0604020202020204" pitchFamily="34" charset="0"/>
                <a:ea typeface="ＭＳ Ｐゴシック" panose="020B0600070205080204" pitchFamily="34" charset="-128"/>
              </a:rPr>
              <a:t>博士（</a:t>
            </a:r>
            <a:r>
              <a:rPr lang="zh-CN" altLang="en-US" sz="2800" u="sng">
                <a:solidFill>
                  <a:schemeClr val="tx1"/>
                </a:solidFill>
                <a:latin typeface="Helvetica" panose="020B0604020202020204" pitchFamily="34" charset="0"/>
                <a:ea typeface="ＭＳ Ｐゴシック" panose="020B0600070205080204" pitchFamily="34" charset="-128"/>
              </a:rPr>
              <a:t>工号</a:t>
            </a:r>
            <a:r>
              <a:rPr lang="zh-CN" altLang="en-US" sz="2800">
                <a:solidFill>
                  <a:schemeClr val="tx1"/>
                </a:solidFill>
                <a:latin typeface="Helvetica" panose="020B0604020202020204" pitchFamily="34" charset="0"/>
                <a:ea typeface="ＭＳ Ｐゴシック" panose="020B0600070205080204" pitchFamily="34" charset="-128"/>
              </a:rPr>
              <a:t>，姓名，工龄，发表论文）</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7" grpId="0"/>
      <p:bldP spid="19" grpId="0"/>
      <p:bldP spid="20"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a:extLst>
              <a:ext uri="{FF2B5EF4-FFF2-40B4-BE49-F238E27FC236}">
                <a16:creationId xmlns:a16="http://schemas.microsoft.com/office/drawing/2014/main" id="{CD8B21D6-DB09-4BC4-B40E-ACBED096E51C}"/>
              </a:ext>
            </a:extLst>
          </p:cNvPr>
          <p:cNvSpPr>
            <a:spLocks noGrp="1" noChangeArrowheads="1"/>
          </p:cNvSpPr>
          <p:nvPr>
            <p:ph type="title"/>
          </p:nvPr>
        </p:nvSpPr>
        <p:spPr>
          <a:xfrm>
            <a:off x="685800" y="150813"/>
            <a:ext cx="7772400" cy="735012"/>
          </a:xfrm>
        </p:spPr>
        <p:txBody>
          <a:bodyPr/>
          <a:lstStyle/>
          <a:p>
            <a:pPr eaLnBrk="1" hangingPunct="1"/>
            <a:r>
              <a:rPr lang="en-US" altLang="zh-CN"/>
              <a:t>E-R</a:t>
            </a:r>
            <a:r>
              <a:rPr lang="zh-CN" altLang="en-US"/>
              <a:t>模型向关系模式的转换</a:t>
            </a:r>
          </a:p>
        </p:txBody>
      </p:sp>
      <p:sp>
        <p:nvSpPr>
          <p:cNvPr id="165915" name="Rectangle 51">
            <a:extLst>
              <a:ext uri="{FF2B5EF4-FFF2-40B4-BE49-F238E27FC236}">
                <a16:creationId xmlns:a16="http://schemas.microsoft.com/office/drawing/2014/main" id="{B347A847-DEC5-4BFC-9F10-20351E628F71}"/>
              </a:ext>
            </a:extLst>
          </p:cNvPr>
          <p:cNvSpPr>
            <a:spLocks noChangeArrowheads="1"/>
          </p:cNvSpPr>
          <p:nvPr/>
        </p:nvSpPr>
        <p:spPr bwMode="auto">
          <a:xfrm>
            <a:off x="179388" y="1196975"/>
            <a:ext cx="8785225" cy="1423988"/>
          </a:xfrm>
          <a:prstGeom prst="rect">
            <a:avLst/>
          </a:prstGeom>
          <a:noFill/>
          <a:ln>
            <a:noFill/>
          </a:ln>
        </p:spPr>
        <p:txBody>
          <a:bodyPr lIns="90000" tIns="46800" rIns="90000" bIns="46800">
            <a:spAutoFit/>
          </a:bodyPr>
          <a:lstStyle>
            <a:lvl1pPr marL="342900" indent="-342900"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lvl="1" eaLnBrk="1" hangingPunct="1">
              <a:lnSpc>
                <a:spcPct val="90000"/>
              </a:lnSpc>
              <a:buClr>
                <a:srgbClr val="FF0000"/>
              </a:buClr>
              <a:buFont typeface="Wingdings" panose="05000000000000000000" pitchFamily="2" charset="2"/>
              <a:buNone/>
              <a:defRPr/>
            </a:pPr>
            <a:r>
              <a:rPr kumimoji="1" lang="zh-CN" altLang="en-US" sz="2400" dirty="0">
                <a:solidFill>
                  <a:srgbClr val="3333CC"/>
                </a:solidFill>
                <a:latin typeface="+mn-ea"/>
                <a:ea typeface="+mn-ea"/>
                <a:sym typeface="Symbol" panose="05050102010706020507" pitchFamily="18" charset="2"/>
              </a:rPr>
              <a:t>条件：如果概括是不相交并且是全部的，即一个高层实体最多并且只能属于一个低层实体集，则可以不为高层实体集建立关系，低层实体集所对应的关系包括上层实体集的的所有属性</a:t>
            </a:r>
          </a:p>
        </p:txBody>
      </p:sp>
      <p:pic>
        <p:nvPicPr>
          <p:cNvPr id="168964" name="图片 30">
            <a:extLst>
              <a:ext uri="{FF2B5EF4-FFF2-40B4-BE49-F238E27FC236}">
                <a16:creationId xmlns:a16="http://schemas.microsoft.com/office/drawing/2014/main" id="{1ACBE9D7-3156-4D88-A1F4-E4990C1AA78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569200" y="3881438"/>
            <a:ext cx="1289050" cy="1042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8965" name="Group 40">
            <a:extLst>
              <a:ext uri="{FF2B5EF4-FFF2-40B4-BE49-F238E27FC236}">
                <a16:creationId xmlns:a16="http://schemas.microsoft.com/office/drawing/2014/main" id="{2B0AF800-4A6B-4496-A136-2A03A9959B73}"/>
              </a:ext>
            </a:extLst>
          </p:cNvPr>
          <p:cNvGrpSpPr>
            <a:grpSpLocks/>
          </p:cNvGrpSpPr>
          <p:nvPr/>
        </p:nvGrpSpPr>
        <p:grpSpPr bwMode="auto">
          <a:xfrm>
            <a:off x="5770563" y="3470275"/>
            <a:ext cx="1866900" cy="1062038"/>
            <a:chOff x="1020" y="1829"/>
            <a:chExt cx="1060" cy="669"/>
          </a:xfrm>
        </p:grpSpPr>
        <p:sp>
          <p:nvSpPr>
            <p:cNvPr id="168978" name="Line 7">
              <a:extLst>
                <a:ext uri="{FF2B5EF4-FFF2-40B4-BE49-F238E27FC236}">
                  <a16:creationId xmlns:a16="http://schemas.microsoft.com/office/drawing/2014/main" id="{B2DC9072-CB0D-4021-81E0-B33F77C73FE1}"/>
                </a:ext>
              </a:extLst>
            </p:cNvPr>
            <p:cNvSpPr>
              <a:spLocks noChangeShapeType="1"/>
            </p:cNvSpPr>
            <p:nvPr/>
          </p:nvSpPr>
          <p:spPr bwMode="auto">
            <a:xfrm flipV="1">
              <a:off x="1020" y="2239"/>
              <a:ext cx="346" cy="15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8979" name="Line 8">
              <a:extLst>
                <a:ext uri="{FF2B5EF4-FFF2-40B4-BE49-F238E27FC236}">
                  <a16:creationId xmlns:a16="http://schemas.microsoft.com/office/drawing/2014/main" id="{AC645109-C8F9-4A10-9C4C-DFE5B3FAE9A4}"/>
                </a:ext>
              </a:extLst>
            </p:cNvPr>
            <p:cNvSpPr>
              <a:spLocks noChangeShapeType="1"/>
            </p:cNvSpPr>
            <p:nvPr/>
          </p:nvSpPr>
          <p:spPr bwMode="auto">
            <a:xfrm flipH="1" flipV="1">
              <a:off x="1668" y="2244"/>
              <a:ext cx="412" cy="14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8980" name="Line 10">
              <a:extLst>
                <a:ext uri="{FF2B5EF4-FFF2-40B4-BE49-F238E27FC236}">
                  <a16:creationId xmlns:a16="http://schemas.microsoft.com/office/drawing/2014/main" id="{05B2595E-8926-4761-962A-93CBD1DE419B}"/>
                </a:ext>
              </a:extLst>
            </p:cNvPr>
            <p:cNvSpPr>
              <a:spLocks noChangeShapeType="1"/>
            </p:cNvSpPr>
            <p:nvPr/>
          </p:nvSpPr>
          <p:spPr bwMode="auto">
            <a:xfrm>
              <a:off x="1520" y="1829"/>
              <a:ext cx="0" cy="324"/>
            </a:xfrm>
            <a:prstGeom prst="line">
              <a:avLst/>
            </a:prstGeom>
            <a:noFill/>
            <a:ln w="28575">
              <a:solidFill>
                <a:schemeClr val="tx1"/>
              </a:solidFill>
              <a:round/>
              <a:headEnd type="non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168981" name="AutoShape 11">
              <a:extLst>
                <a:ext uri="{FF2B5EF4-FFF2-40B4-BE49-F238E27FC236}">
                  <a16:creationId xmlns:a16="http://schemas.microsoft.com/office/drawing/2014/main" id="{E521A646-553D-4E38-8B02-A4548FFD9E38}"/>
                </a:ext>
              </a:extLst>
            </p:cNvPr>
            <p:cNvSpPr>
              <a:spLocks noChangeArrowheads="1"/>
            </p:cNvSpPr>
            <p:nvPr/>
          </p:nvSpPr>
          <p:spPr bwMode="auto">
            <a:xfrm>
              <a:off x="1322" y="2162"/>
              <a:ext cx="384" cy="336"/>
            </a:xfrm>
            <a:prstGeom prst="flowChartMerge">
              <a:avLst/>
            </a:prstGeom>
            <a:solidFill>
              <a:schemeClr val="bg1"/>
            </a:solidFill>
            <a:ln w="28575">
              <a:solidFill>
                <a:schemeClr val="tx1"/>
              </a:solidFill>
              <a:miter lim="800000"/>
              <a:headEnd/>
              <a:tailEnd/>
            </a:ln>
          </p:spPr>
          <p:txBody>
            <a:bodyPr wrap="none" tIns="216000" anchor="ct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lnSpc>
                  <a:spcPct val="90000"/>
                </a:lnSpc>
                <a:buClr>
                  <a:srgbClr val="FF9933"/>
                </a:buClr>
                <a:buFont typeface="Wingdings" panose="05000000000000000000" pitchFamily="2" charset="2"/>
                <a:buNone/>
              </a:pPr>
              <a:r>
                <a:rPr kumimoji="1" lang="en-US" altLang="zh-CN" sz="2000" b="1">
                  <a:solidFill>
                    <a:srgbClr val="000000"/>
                  </a:solidFill>
                  <a:latin typeface="华文新魏" panose="02010800040101010101" pitchFamily="2" charset="-122"/>
                  <a:ea typeface="华文新魏" panose="02010800040101010101" pitchFamily="2" charset="-122"/>
                </a:rPr>
                <a:t>ISA</a:t>
              </a:r>
              <a:endParaRPr kumimoji="1" lang="zh-CN" altLang="en-US" sz="2000" b="1">
                <a:solidFill>
                  <a:srgbClr val="000000"/>
                </a:solidFill>
                <a:latin typeface="华文新魏" panose="02010800040101010101" pitchFamily="2" charset="-122"/>
                <a:ea typeface="华文新魏" panose="02010800040101010101" pitchFamily="2" charset="-122"/>
              </a:endParaRPr>
            </a:p>
          </p:txBody>
        </p:sp>
      </p:grpSp>
      <p:grpSp>
        <p:nvGrpSpPr>
          <p:cNvPr id="168966" name="Group 41">
            <a:extLst>
              <a:ext uri="{FF2B5EF4-FFF2-40B4-BE49-F238E27FC236}">
                <a16:creationId xmlns:a16="http://schemas.microsoft.com/office/drawing/2014/main" id="{C16E3A8A-B8A1-4E10-A407-9D0E86EA0E31}"/>
              </a:ext>
            </a:extLst>
          </p:cNvPr>
          <p:cNvGrpSpPr>
            <a:grpSpLocks/>
          </p:cNvGrpSpPr>
          <p:nvPr/>
        </p:nvGrpSpPr>
        <p:grpSpPr bwMode="auto">
          <a:xfrm>
            <a:off x="7443788" y="4891088"/>
            <a:ext cx="1671637" cy="873125"/>
            <a:chOff x="2115" y="2752"/>
            <a:chExt cx="840" cy="611"/>
          </a:xfrm>
        </p:grpSpPr>
        <p:sp>
          <p:nvSpPr>
            <p:cNvPr id="168974" name="Line 13">
              <a:extLst>
                <a:ext uri="{FF2B5EF4-FFF2-40B4-BE49-F238E27FC236}">
                  <a16:creationId xmlns:a16="http://schemas.microsoft.com/office/drawing/2014/main" id="{1919F801-9E0B-4C11-8BCD-4778B4225D91}"/>
                </a:ext>
              </a:extLst>
            </p:cNvPr>
            <p:cNvSpPr>
              <a:spLocks noChangeShapeType="1"/>
            </p:cNvSpPr>
            <p:nvPr/>
          </p:nvSpPr>
          <p:spPr bwMode="auto">
            <a:xfrm flipV="1">
              <a:off x="2115" y="3091"/>
              <a:ext cx="340" cy="27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8975" name="Line 14">
              <a:extLst>
                <a:ext uri="{FF2B5EF4-FFF2-40B4-BE49-F238E27FC236}">
                  <a16:creationId xmlns:a16="http://schemas.microsoft.com/office/drawing/2014/main" id="{34CDDA00-6CBC-4BC3-B809-BC2F21B59F5B}"/>
                </a:ext>
              </a:extLst>
            </p:cNvPr>
            <p:cNvSpPr>
              <a:spLocks noChangeShapeType="1"/>
            </p:cNvSpPr>
            <p:nvPr/>
          </p:nvSpPr>
          <p:spPr bwMode="auto">
            <a:xfrm>
              <a:off x="2610" y="3123"/>
              <a:ext cx="345" cy="1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8976" name="AutoShape 15">
              <a:extLst>
                <a:ext uri="{FF2B5EF4-FFF2-40B4-BE49-F238E27FC236}">
                  <a16:creationId xmlns:a16="http://schemas.microsoft.com/office/drawing/2014/main" id="{BA3612E6-EAAA-4F91-A2B4-3D03FC6FA23D}"/>
                </a:ext>
              </a:extLst>
            </p:cNvPr>
            <p:cNvSpPr>
              <a:spLocks noChangeArrowheads="1"/>
            </p:cNvSpPr>
            <p:nvPr/>
          </p:nvSpPr>
          <p:spPr bwMode="auto">
            <a:xfrm>
              <a:off x="2350" y="2961"/>
              <a:ext cx="384" cy="336"/>
            </a:xfrm>
            <a:prstGeom prst="flowChartMerge">
              <a:avLst/>
            </a:prstGeom>
            <a:solidFill>
              <a:schemeClr val="bg1"/>
            </a:solidFill>
            <a:ln w="28575">
              <a:solidFill>
                <a:schemeClr val="tx1"/>
              </a:solidFill>
              <a:miter lim="800000"/>
              <a:headEnd/>
              <a:tailEnd/>
            </a:ln>
          </p:spPr>
          <p:txBody>
            <a:bodyPr wrap="none" tIns="180000" anchor="ct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lnSpc>
                  <a:spcPct val="90000"/>
                </a:lnSpc>
                <a:buClr>
                  <a:srgbClr val="FF9933"/>
                </a:buClr>
                <a:buFont typeface="Wingdings" panose="05000000000000000000" pitchFamily="2" charset="2"/>
                <a:buNone/>
              </a:pPr>
              <a:r>
                <a:rPr kumimoji="1" lang="en-US" altLang="zh-CN" sz="2000" b="1">
                  <a:solidFill>
                    <a:srgbClr val="000000"/>
                  </a:solidFill>
                  <a:latin typeface="华文新魏" panose="02010800040101010101" pitchFamily="2" charset="-122"/>
                  <a:ea typeface="华文新魏" panose="02010800040101010101" pitchFamily="2" charset="-122"/>
                </a:rPr>
                <a:t>ISA</a:t>
              </a:r>
              <a:endParaRPr kumimoji="1" lang="zh-CN" altLang="en-US" sz="2000" b="1">
                <a:solidFill>
                  <a:srgbClr val="000000"/>
                </a:solidFill>
                <a:latin typeface="华文新魏" panose="02010800040101010101" pitchFamily="2" charset="-122"/>
                <a:ea typeface="华文新魏" panose="02010800040101010101" pitchFamily="2" charset="-122"/>
              </a:endParaRPr>
            </a:p>
          </p:txBody>
        </p:sp>
        <p:sp>
          <p:nvSpPr>
            <p:cNvPr id="168977" name="Line 17">
              <a:extLst>
                <a:ext uri="{FF2B5EF4-FFF2-40B4-BE49-F238E27FC236}">
                  <a16:creationId xmlns:a16="http://schemas.microsoft.com/office/drawing/2014/main" id="{483D9CDF-AF84-4DE7-9E1C-59338CBC2D45}"/>
                </a:ext>
              </a:extLst>
            </p:cNvPr>
            <p:cNvSpPr>
              <a:spLocks noChangeShapeType="1"/>
            </p:cNvSpPr>
            <p:nvPr/>
          </p:nvSpPr>
          <p:spPr bwMode="auto">
            <a:xfrm>
              <a:off x="2490" y="2752"/>
              <a:ext cx="0" cy="222"/>
            </a:xfrm>
            <a:prstGeom prst="line">
              <a:avLst/>
            </a:prstGeom>
            <a:noFill/>
            <a:ln w="28575">
              <a:solidFill>
                <a:schemeClr val="tx1"/>
              </a:solidFill>
              <a:round/>
              <a:headEnd type="none" w="med" len="lg"/>
              <a:tailEnd/>
            </a:ln>
            <a:extLst>
              <a:ext uri="{909E8E84-426E-40DD-AFC4-6F175D3DCCD1}">
                <a14:hiddenFill xmlns:a14="http://schemas.microsoft.com/office/drawing/2010/main">
                  <a:noFill/>
                </a14:hiddenFill>
              </a:ext>
            </a:extLst>
          </p:spPr>
          <p:txBody>
            <a:bodyPr/>
            <a:lstStyle/>
            <a:p>
              <a:endParaRPr lang="zh-CN" altLang="en-US"/>
            </a:p>
          </p:txBody>
        </p:sp>
      </p:grpSp>
      <p:pic>
        <p:nvPicPr>
          <p:cNvPr id="168967" name="图片 6">
            <a:extLst>
              <a:ext uri="{FF2B5EF4-FFF2-40B4-BE49-F238E27FC236}">
                <a16:creationId xmlns:a16="http://schemas.microsoft.com/office/drawing/2014/main" id="{7AAF4097-238B-43CC-912F-F6CFA0528A2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781925" y="5700713"/>
            <a:ext cx="14097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8968" name="图片 7">
            <a:extLst>
              <a:ext uri="{FF2B5EF4-FFF2-40B4-BE49-F238E27FC236}">
                <a16:creationId xmlns:a16="http://schemas.microsoft.com/office/drawing/2014/main" id="{09815D68-CA96-4809-B597-CE11296A4C2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149975" y="5740400"/>
            <a:ext cx="1427163"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8969" name="图片 9">
            <a:extLst>
              <a:ext uri="{FF2B5EF4-FFF2-40B4-BE49-F238E27FC236}">
                <a16:creationId xmlns:a16="http://schemas.microsoft.com/office/drawing/2014/main" id="{35341C8F-D4EF-43EF-9A9A-D4DACFF2D70D}"/>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521200" y="3894138"/>
            <a:ext cx="1249363" cy="973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8970" name="图片 45">
            <a:extLst>
              <a:ext uri="{FF2B5EF4-FFF2-40B4-BE49-F238E27FC236}">
                <a16:creationId xmlns:a16="http://schemas.microsoft.com/office/drawing/2014/main" id="{34F776C6-7D54-43BB-86E4-3098CB15B6DB}"/>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6099175" y="2212975"/>
            <a:ext cx="1250950" cy="149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文本框 21">
            <a:extLst>
              <a:ext uri="{FF2B5EF4-FFF2-40B4-BE49-F238E27FC236}">
                <a16:creationId xmlns:a16="http://schemas.microsoft.com/office/drawing/2014/main" id="{D93DD6C9-9576-430D-A606-628F852544CF}"/>
              </a:ext>
            </a:extLst>
          </p:cNvPr>
          <p:cNvSpPr txBox="1">
            <a:spLocks noChangeArrowheads="1"/>
          </p:cNvSpPr>
          <p:nvPr/>
        </p:nvSpPr>
        <p:spPr bwMode="auto">
          <a:xfrm>
            <a:off x="15875" y="4129088"/>
            <a:ext cx="426402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l">
              <a:spcBef>
                <a:spcPct val="0"/>
              </a:spcBef>
              <a:buClrTx/>
              <a:buSzTx/>
              <a:buFontTx/>
              <a:buNone/>
            </a:pPr>
            <a:r>
              <a:rPr lang="zh-CN" altLang="en-US" sz="2800">
                <a:solidFill>
                  <a:schemeClr val="tx1"/>
                </a:solidFill>
                <a:latin typeface="Helvetica" panose="020B0604020202020204" pitchFamily="34" charset="0"/>
                <a:ea typeface="ＭＳ Ｐゴシック" panose="020B0600070205080204" pitchFamily="34" charset="-128"/>
              </a:rPr>
              <a:t>本科生（</a:t>
            </a:r>
            <a:r>
              <a:rPr lang="zh-CN" altLang="en-US" sz="2800" u="sng">
                <a:solidFill>
                  <a:schemeClr val="tx1"/>
                </a:solidFill>
                <a:latin typeface="Helvetica" panose="020B0604020202020204" pitchFamily="34" charset="0"/>
                <a:ea typeface="ＭＳ Ｐゴシック" panose="020B0600070205080204" pitchFamily="34" charset="-128"/>
              </a:rPr>
              <a:t>学号</a:t>
            </a:r>
            <a:r>
              <a:rPr lang="zh-CN" altLang="en-US" sz="2800">
                <a:solidFill>
                  <a:schemeClr val="tx1"/>
                </a:solidFill>
                <a:latin typeface="Helvetica" panose="020B0604020202020204" pitchFamily="34" charset="0"/>
                <a:ea typeface="ＭＳ Ｐゴシック" panose="020B0600070205080204" pitchFamily="34" charset="-128"/>
              </a:rPr>
              <a:t>，姓名，军训）</a:t>
            </a:r>
          </a:p>
        </p:txBody>
      </p:sp>
      <p:sp>
        <p:nvSpPr>
          <p:cNvPr id="23" name="文本框 22">
            <a:extLst>
              <a:ext uri="{FF2B5EF4-FFF2-40B4-BE49-F238E27FC236}">
                <a16:creationId xmlns:a16="http://schemas.microsoft.com/office/drawing/2014/main" id="{975E1455-C03C-46AB-ACC9-CC834B873884}"/>
              </a:ext>
            </a:extLst>
          </p:cNvPr>
          <p:cNvSpPr txBox="1">
            <a:spLocks noChangeArrowheads="1"/>
          </p:cNvSpPr>
          <p:nvPr/>
        </p:nvSpPr>
        <p:spPr bwMode="auto">
          <a:xfrm>
            <a:off x="15875" y="4951413"/>
            <a:ext cx="5638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l">
              <a:spcBef>
                <a:spcPct val="0"/>
              </a:spcBef>
              <a:buClrTx/>
              <a:buSzTx/>
              <a:buFontTx/>
              <a:buNone/>
            </a:pPr>
            <a:r>
              <a:rPr lang="zh-CN" altLang="en-US" sz="2800">
                <a:solidFill>
                  <a:schemeClr val="tx1"/>
                </a:solidFill>
                <a:latin typeface="Helvetica" panose="020B0604020202020204" pitchFamily="34" charset="0"/>
                <a:ea typeface="ＭＳ Ｐゴシック" panose="020B0600070205080204" pitchFamily="34" charset="-128"/>
              </a:rPr>
              <a:t>硕士（</a:t>
            </a:r>
            <a:r>
              <a:rPr lang="zh-CN" altLang="en-US" sz="2800" u="sng">
                <a:solidFill>
                  <a:schemeClr val="tx1"/>
                </a:solidFill>
                <a:latin typeface="Helvetica" panose="020B0604020202020204" pitchFamily="34" charset="0"/>
                <a:ea typeface="ＭＳ Ｐゴシック" panose="020B0600070205080204" pitchFamily="34" charset="-128"/>
              </a:rPr>
              <a:t>学号</a:t>
            </a:r>
            <a:r>
              <a:rPr lang="zh-CN" altLang="en-US" sz="2800">
                <a:solidFill>
                  <a:schemeClr val="tx1"/>
                </a:solidFill>
                <a:latin typeface="Helvetica" panose="020B0604020202020204" pitchFamily="34" charset="0"/>
                <a:ea typeface="ＭＳ Ｐゴシック" panose="020B0600070205080204" pitchFamily="34" charset="-128"/>
              </a:rPr>
              <a:t>，姓名，毕业论文，实习）</a:t>
            </a:r>
          </a:p>
        </p:txBody>
      </p:sp>
      <p:sp>
        <p:nvSpPr>
          <p:cNvPr id="24" name="文本框 23">
            <a:extLst>
              <a:ext uri="{FF2B5EF4-FFF2-40B4-BE49-F238E27FC236}">
                <a16:creationId xmlns:a16="http://schemas.microsoft.com/office/drawing/2014/main" id="{67AC2664-5775-45CE-B0FC-498AC8AF3BA7}"/>
              </a:ext>
            </a:extLst>
          </p:cNvPr>
          <p:cNvSpPr txBox="1">
            <a:spLocks noChangeArrowheads="1"/>
          </p:cNvSpPr>
          <p:nvPr/>
        </p:nvSpPr>
        <p:spPr bwMode="auto">
          <a:xfrm>
            <a:off x="15875" y="5770563"/>
            <a:ext cx="6286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l">
              <a:spcBef>
                <a:spcPct val="0"/>
              </a:spcBef>
              <a:buClrTx/>
              <a:buSzTx/>
              <a:buFontTx/>
              <a:buNone/>
            </a:pPr>
            <a:r>
              <a:rPr lang="zh-CN" altLang="en-US" sz="2800">
                <a:solidFill>
                  <a:schemeClr val="tx1"/>
                </a:solidFill>
                <a:latin typeface="Helvetica" panose="020B0604020202020204" pitchFamily="34" charset="0"/>
                <a:ea typeface="ＭＳ Ｐゴシック" panose="020B0600070205080204" pitchFamily="34" charset="-128"/>
              </a:rPr>
              <a:t>博士（</a:t>
            </a:r>
            <a:r>
              <a:rPr lang="zh-CN" altLang="en-US" sz="2800" u="sng">
                <a:solidFill>
                  <a:schemeClr val="tx1"/>
                </a:solidFill>
                <a:latin typeface="Helvetica" panose="020B0604020202020204" pitchFamily="34" charset="0"/>
                <a:ea typeface="ＭＳ Ｐゴシック" panose="020B0600070205080204" pitchFamily="34" charset="-128"/>
              </a:rPr>
              <a:t>学号</a:t>
            </a:r>
            <a:r>
              <a:rPr lang="zh-CN" altLang="en-US" sz="2800">
                <a:solidFill>
                  <a:schemeClr val="tx1"/>
                </a:solidFill>
                <a:latin typeface="Helvetica" panose="020B0604020202020204" pitchFamily="34" charset="0"/>
                <a:ea typeface="ＭＳ Ｐゴシック" panose="020B0600070205080204" pitchFamily="34" charset="-128"/>
              </a:rPr>
              <a:t>，姓名，毕业论文，发表论文）</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a:extLst>
              <a:ext uri="{FF2B5EF4-FFF2-40B4-BE49-F238E27FC236}">
                <a16:creationId xmlns:a16="http://schemas.microsoft.com/office/drawing/2014/main" id="{D54C1269-9D12-4839-B148-48CDE944E1F9}"/>
              </a:ext>
            </a:extLst>
          </p:cNvPr>
          <p:cNvSpPr>
            <a:spLocks noGrp="1" noChangeArrowheads="1"/>
          </p:cNvSpPr>
          <p:nvPr>
            <p:ph type="title"/>
          </p:nvPr>
        </p:nvSpPr>
        <p:spPr>
          <a:xfrm>
            <a:off x="685800" y="212725"/>
            <a:ext cx="7772400" cy="673100"/>
          </a:xfrm>
        </p:spPr>
        <p:txBody>
          <a:bodyPr/>
          <a:lstStyle/>
          <a:p>
            <a:pPr eaLnBrk="1" hangingPunct="1"/>
            <a:r>
              <a:rPr lang="en-US" altLang="zh-CN"/>
              <a:t>E-R</a:t>
            </a:r>
            <a:r>
              <a:rPr lang="zh-CN" altLang="en-US"/>
              <a:t>模型向关系模式的转换</a:t>
            </a:r>
          </a:p>
        </p:txBody>
      </p:sp>
      <p:sp>
        <p:nvSpPr>
          <p:cNvPr id="169987" name="Rectangle 3">
            <a:extLst>
              <a:ext uri="{FF2B5EF4-FFF2-40B4-BE49-F238E27FC236}">
                <a16:creationId xmlns:a16="http://schemas.microsoft.com/office/drawing/2014/main" id="{D6BB0CE6-9775-4B84-AC4E-3F26BFAAD409}"/>
              </a:ext>
            </a:extLst>
          </p:cNvPr>
          <p:cNvSpPr>
            <a:spLocks noGrp="1" noChangeArrowheads="1"/>
          </p:cNvSpPr>
          <p:nvPr>
            <p:ph type="body" idx="1"/>
          </p:nvPr>
        </p:nvSpPr>
        <p:spPr>
          <a:xfrm>
            <a:off x="228600" y="1219200"/>
            <a:ext cx="8610600" cy="1371600"/>
          </a:xfrm>
        </p:spPr>
        <p:txBody>
          <a:bodyPr/>
          <a:lstStyle/>
          <a:p>
            <a:pPr eaLnBrk="1" hangingPunct="1">
              <a:lnSpc>
                <a:spcPct val="90000"/>
              </a:lnSpc>
            </a:pPr>
            <a:r>
              <a:rPr lang="zh-CN" altLang="en-US">
                <a:solidFill>
                  <a:schemeClr val="hlink"/>
                </a:solidFill>
                <a:sym typeface="Symbol" panose="05050102010706020507" pitchFamily="18" charset="2"/>
              </a:rPr>
              <a:t>聚集</a:t>
            </a:r>
            <a:r>
              <a:rPr lang="zh-CN" altLang="en-US">
                <a:sym typeface="Symbol" panose="05050102010706020507" pitchFamily="18" charset="2"/>
              </a:rPr>
              <a:t>：</a:t>
            </a:r>
            <a:r>
              <a:rPr lang="zh-CN" altLang="en-US" sz="2800"/>
              <a:t>实体集</a:t>
            </a:r>
            <a:r>
              <a:rPr lang="en-US" altLang="zh-CN" sz="2800"/>
              <a:t>A</a:t>
            </a:r>
            <a:r>
              <a:rPr lang="zh-CN" altLang="en-US" sz="2800"/>
              <a:t>与</a:t>
            </a:r>
            <a:r>
              <a:rPr lang="en-US" altLang="zh-CN" sz="2800"/>
              <a:t>B</a:t>
            </a:r>
            <a:r>
              <a:rPr lang="zh-CN" altLang="en-US" sz="2800"/>
              <a:t>以及它们的联系</a:t>
            </a:r>
            <a:r>
              <a:rPr lang="en-US" altLang="zh-CN" sz="2800"/>
              <a:t>R</a:t>
            </a:r>
            <a:r>
              <a:rPr lang="zh-CN" altLang="en-US" sz="2800"/>
              <a:t>被看成实体集</a:t>
            </a:r>
            <a:r>
              <a:rPr lang="en-US" altLang="zh-CN" sz="2800"/>
              <a:t>C，C</a:t>
            </a:r>
            <a:r>
              <a:rPr lang="zh-CN" altLang="en-US" sz="2800"/>
              <a:t>与另一实体集</a:t>
            </a:r>
            <a:r>
              <a:rPr lang="en-US" altLang="zh-CN" sz="2800"/>
              <a:t>D</a:t>
            </a:r>
            <a:r>
              <a:rPr lang="zh-CN" altLang="en-US" sz="2800"/>
              <a:t>构成联系</a:t>
            </a:r>
            <a:r>
              <a:rPr lang="en-US" altLang="zh-CN" sz="2800"/>
              <a:t>S，</a:t>
            </a:r>
            <a:r>
              <a:rPr lang="zh-CN" altLang="en-US" sz="2800"/>
              <a:t>则</a:t>
            </a:r>
            <a:r>
              <a:rPr lang="en-US" altLang="zh-CN" sz="2800"/>
              <a:t>S</a:t>
            </a:r>
            <a:r>
              <a:rPr lang="zh-CN" altLang="en-US" sz="2800">
                <a:sym typeface="Symbol" panose="05050102010706020507" pitchFamily="18" charset="2"/>
              </a:rPr>
              <a:t>所对应的关系的码由</a:t>
            </a:r>
            <a:r>
              <a:rPr lang="en-US" altLang="zh-CN" sz="2800">
                <a:sym typeface="Symbol" panose="05050102010706020507" pitchFamily="18" charset="2"/>
              </a:rPr>
              <a:t>R</a:t>
            </a:r>
            <a:r>
              <a:rPr lang="zh-CN" altLang="en-US" sz="2800">
                <a:sym typeface="Symbol" panose="05050102010706020507" pitchFamily="18" charset="2"/>
              </a:rPr>
              <a:t>和</a:t>
            </a:r>
            <a:r>
              <a:rPr lang="en-US" altLang="zh-CN" sz="2800">
                <a:sym typeface="Symbol" panose="05050102010706020507" pitchFamily="18" charset="2"/>
              </a:rPr>
              <a:t>D</a:t>
            </a:r>
            <a:r>
              <a:rPr lang="zh-CN" altLang="en-US" sz="2800">
                <a:sym typeface="Symbol" panose="05050102010706020507" pitchFamily="18" charset="2"/>
              </a:rPr>
              <a:t>的码构成</a:t>
            </a:r>
            <a:endParaRPr lang="zh-CN" altLang="en-US">
              <a:sym typeface="Symbol" panose="05050102010706020507" pitchFamily="18" charset="2"/>
            </a:endParaRPr>
          </a:p>
        </p:txBody>
      </p:sp>
      <p:sp>
        <p:nvSpPr>
          <p:cNvPr id="169988" name="Line 7">
            <a:extLst>
              <a:ext uri="{FF2B5EF4-FFF2-40B4-BE49-F238E27FC236}">
                <a16:creationId xmlns:a16="http://schemas.microsoft.com/office/drawing/2014/main" id="{49C4D1BC-B72E-4EA2-BDD8-14CE9531D828}"/>
              </a:ext>
            </a:extLst>
          </p:cNvPr>
          <p:cNvSpPr>
            <a:spLocks noChangeShapeType="1"/>
          </p:cNvSpPr>
          <p:nvPr/>
        </p:nvSpPr>
        <p:spPr bwMode="auto">
          <a:xfrm>
            <a:off x="3270250" y="3751263"/>
            <a:ext cx="72231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9989" name="Line 8">
            <a:extLst>
              <a:ext uri="{FF2B5EF4-FFF2-40B4-BE49-F238E27FC236}">
                <a16:creationId xmlns:a16="http://schemas.microsoft.com/office/drawing/2014/main" id="{ABB6A8A6-B97D-44E6-9FE9-65E63B3B116A}"/>
              </a:ext>
            </a:extLst>
          </p:cNvPr>
          <p:cNvSpPr>
            <a:spLocks noChangeShapeType="1"/>
          </p:cNvSpPr>
          <p:nvPr/>
        </p:nvSpPr>
        <p:spPr bwMode="auto">
          <a:xfrm flipV="1">
            <a:off x="4875213" y="3708400"/>
            <a:ext cx="617537" cy="111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9990" name="AutoShape 9">
            <a:extLst>
              <a:ext uri="{FF2B5EF4-FFF2-40B4-BE49-F238E27FC236}">
                <a16:creationId xmlns:a16="http://schemas.microsoft.com/office/drawing/2014/main" id="{FE10C149-1184-4875-A54A-F34916972E3B}"/>
              </a:ext>
            </a:extLst>
          </p:cNvPr>
          <p:cNvSpPr>
            <a:spLocks noChangeArrowheads="1"/>
          </p:cNvSpPr>
          <p:nvPr/>
        </p:nvSpPr>
        <p:spPr bwMode="auto">
          <a:xfrm>
            <a:off x="3956050" y="3313113"/>
            <a:ext cx="914400" cy="838200"/>
          </a:xfrm>
          <a:prstGeom prst="diamond">
            <a:avLst/>
          </a:prstGeom>
          <a:solidFill>
            <a:srgbClr val="99CCFF">
              <a:alpha val="67058"/>
            </a:srgbClr>
          </a:solidFill>
          <a:ln w="12700">
            <a:solidFill>
              <a:schemeClr val="tx1"/>
            </a:solidFill>
            <a:miter lim="800000"/>
            <a:headEnd/>
            <a:tailEnd/>
          </a:ln>
        </p:spPr>
        <p:txBody>
          <a:bodyPr wrap="none" anchor="ct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lnSpc>
                <a:spcPct val="90000"/>
              </a:lnSpc>
              <a:buClr>
                <a:srgbClr val="FF9933"/>
              </a:buClr>
              <a:buFont typeface="Wingdings" panose="05000000000000000000" pitchFamily="2" charset="2"/>
              <a:buNone/>
            </a:pPr>
            <a:r>
              <a:rPr kumimoji="1" lang="zh-CN" altLang="en-US" sz="2000" b="1">
                <a:solidFill>
                  <a:srgbClr val="000000"/>
                </a:solidFill>
                <a:latin typeface="宋体" panose="02010600030101010101" pitchFamily="2" charset="-122"/>
              </a:rPr>
              <a:t>参加</a:t>
            </a:r>
          </a:p>
        </p:txBody>
      </p:sp>
      <p:sp>
        <p:nvSpPr>
          <p:cNvPr id="169991" name="Line 21">
            <a:extLst>
              <a:ext uri="{FF2B5EF4-FFF2-40B4-BE49-F238E27FC236}">
                <a16:creationId xmlns:a16="http://schemas.microsoft.com/office/drawing/2014/main" id="{D735B863-268D-438C-A73F-891CFD46491D}"/>
              </a:ext>
            </a:extLst>
          </p:cNvPr>
          <p:cNvSpPr>
            <a:spLocks noChangeShapeType="1"/>
          </p:cNvSpPr>
          <p:nvPr/>
        </p:nvSpPr>
        <p:spPr bwMode="auto">
          <a:xfrm>
            <a:off x="4408488" y="2997200"/>
            <a:ext cx="4762" cy="315913"/>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9992" name="AutoShape 22">
            <a:extLst>
              <a:ext uri="{FF2B5EF4-FFF2-40B4-BE49-F238E27FC236}">
                <a16:creationId xmlns:a16="http://schemas.microsoft.com/office/drawing/2014/main" id="{E9070FF5-F192-4671-96C7-3CF4F27B2EB0}"/>
              </a:ext>
            </a:extLst>
          </p:cNvPr>
          <p:cNvSpPr>
            <a:spLocks noChangeArrowheads="1"/>
          </p:cNvSpPr>
          <p:nvPr/>
        </p:nvSpPr>
        <p:spPr bwMode="auto">
          <a:xfrm>
            <a:off x="3951288" y="4721225"/>
            <a:ext cx="914400" cy="838200"/>
          </a:xfrm>
          <a:prstGeom prst="diamond">
            <a:avLst/>
          </a:prstGeom>
          <a:solidFill>
            <a:srgbClr val="99CCFF">
              <a:alpha val="67058"/>
            </a:srgbClr>
          </a:solidFill>
          <a:ln w="12700">
            <a:solidFill>
              <a:schemeClr val="tx1"/>
            </a:solidFill>
            <a:miter lim="800000"/>
            <a:headEnd/>
            <a:tailEnd/>
          </a:ln>
        </p:spPr>
        <p:txBody>
          <a:bodyPr wrap="none" anchor="ct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lnSpc>
                <a:spcPct val="90000"/>
              </a:lnSpc>
              <a:buClr>
                <a:srgbClr val="FF9933"/>
              </a:buClr>
              <a:buFont typeface="Wingdings" panose="05000000000000000000" pitchFamily="2" charset="2"/>
              <a:buNone/>
            </a:pPr>
            <a:r>
              <a:rPr kumimoji="1" lang="zh-CN" altLang="en-US" sz="2000" b="1">
                <a:solidFill>
                  <a:srgbClr val="000000"/>
                </a:solidFill>
                <a:latin typeface="宋体" panose="02010600030101010101" pitchFamily="2" charset="-122"/>
              </a:rPr>
              <a:t>使用</a:t>
            </a:r>
          </a:p>
        </p:txBody>
      </p:sp>
      <p:sp>
        <p:nvSpPr>
          <p:cNvPr id="169993" name="Line 26">
            <a:extLst>
              <a:ext uri="{FF2B5EF4-FFF2-40B4-BE49-F238E27FC236}">
                <a16:creationId xmlns:a16="http://schemas.microsoft.com/office/drawing/2014/main" id="{C4C2B8B4-BA0A-40DA-8435-8919DE2728C9}"/>
              </a:ext>
            </a:extLst>
          </p:cNvPr>
          <p:cNvSpPr>
            <a:spLocks noChangeShapeType="1"/>
          </p:cNvSpPr>
          <p:nvPr/>
        </p:nvSpPr>
        <p:spPr bwMode="auto">
          <a:xfrm>
            <a:off x="4408488" y="5559425"/>
            <a:ext cx="0" cy="228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9994" name="Rectangle 27">
            <a:extLst>
              <a:ext uri="{FF2B5EF4-FFF2-40B4-BE49-F238E27FC236}">
                <a16:creationId xmlns:a16="http://schemas.microsoft.com/office/drawing/2014/main" id="{B41C7328-538E-4E85-BBF2-82059AFAF3F1}"/>
              </a:ext>
            </a:extLst>
          </p:cNvPr>
          <p:cNvSpPr>
            <a:spLocks noChangeArrowheads="1"/>
          </p:cNvSpPr>
          <p:nvPr/>
        </p:nvSpPr>
        <p:spPr bwMode="auto">
          <a:xfrm>
            <a:off x="1863725" y="2600325"/>
            <a:ext cx="5251450" cy="1719263"/>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l">
              <a:spcBef>
                <a:spcPct val="0"/>
              </a:spcBef>
              <a:buClrTx/>
              <a:buSzTx/>
              <a:buFontTx/>
              <a:buNone/>
            </a:pPr>
            <a:endParaRPr lang="zh-CN" altLang="en-US" sz="1600">
              <a:solidFill>
                <a:srgbClr val="000000"/>
              </a:solidFill>
              <a:latin typeface="Helvetica" panose="020B0604020202020204" pitchFamily="34" charset="0"/>
            </a:endParaRPr>
          </a:p>
        </p:txBody>
      </p:sp>
      <p:sp>
        <p:nvSpPr>
          <p:cNvPr id="169995" name="Line 28">
            <a:extLst>
              <a:ext uri="{FF2B5EF4-FFF2-40B4-BE49-F238E27FC236}">
                <a16:creationId xmlns:a16="http://schemas.microsoft.com/office/drawing/2014/main" id="{5ED17342-9422-42F9-9D26-CE7FD4E0C7E7}"/>
              </a:ext>
            </a:extLst>
          </p:cNvPr>
          <p:cNvSpPr>
            <a:spLocks noChangeShapeType="1"/>
          </p:cNvSpPr>
          <p:nvPr/>
        </p:nvSpPr>
        <p:spPr bwMode="auto">
          <a:xfrm>
            <a:off x="4408488" y="4319588"/>
            <a:ext cx="0" cy="4016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9996" name="矩形 32">
            <a:extLst>
              <a:ext uri="{FF2B5EF4-FFF2-40B4-BE49-F238E27FC236}">
                <a16:creationId xmlns:a16="http://schemas.microsoft.com/office/drawing/2014/main" id="{CBE31657-5ACF-4A1C-9E89-D3F72032F58D}"/>
              </a:ext>
            </a:extLst>
          </p:cNvPr>
          <p:cNvSpPr>
            <a:spLocks noChangeArrowheads="1"/>
          </p:cNvSpPr>
          <p:nvPr/>
        </p:nvSpPr>
        <p:spPr bwMode="auto">
          <a:xfrm>
            <a:off x="3992563" y="2624138"/>
            <a:ext cx="828675" cy="363537"/>
          </a:xfrm>
          <a:prstGeom prst="rect">
            <a:avLst/>
          </a:prstGeom>
          <a:solidFill>
            <a:schemeClr val="bg1"/>
          </a:solidFill>
          <a:ln w="9525" algn="ctr">
            <a:solidFill>
              <a:schemeClr val="tx1"/>
            </a:solidFill>
            <a:round/>
            <a:headEnd/>
            <a:tailEnd/>
          </a:ln>
        </p:spPr>
        <p:txBody>
          <a:bodyPr wrap="none"/>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zh-CN" altLang="en-US" sz="2000" b="1">
                <a:solidFill>
                  <a:schemeClr val="tx1"/>
                </a:solidFill>
                <a:latin typeface="宋体" panose="02010600030101010101" pitchFamily="2" charset="-122"/>
              </a:rPr>
              <a:t>工时</a:t>
            </a:r>
            <a:endParaRPr lang="zh-CN" altLang="en-US" sz="2000">
              <a:solidFill>
                <a:schemeClr val="tx1"/>
              </a:solidFill>
              <a:latin typeface="宋体" panose="02010600030101010101" pitchFamily="2" charset="-122"/>
            </a:endParaRPr>
          </a:p>
        </p:txBody>
      </p:sp>
      <p:pic>
        <p:nvPicPr>
          <p:cNvPr id="169997" name="图片 33">
            <a:extLst>
              <a:ext uri="{FF2B5EF4-FFF2-40B4-BE49-F238E27FC236}">
                <a16:creationId xmlns:a16="http://schemas.microsoft.com/office/drawing/2014/main" id="{4BA9FF28-73B5-498D-B2DF-E716DE3D61E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94138" y="5778500"/>
            <a:ext cx="9556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9998" name="图片 34">
            <a:extLst>
              <a:ext uri="{FF2B5EF4-FFF2-40B4-BE49-F238E27FC236}">
                <a16:creationId xmlns:a16="http://schemas.microsoft.com/office/drawing/2014/main" id="{91E7DEB3-C465-4217-9C6B-D4E9BA3C5DB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00288" y="3055938"/>
            <a:ext cx="1041400" cy="1189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9999" name="图片 35">
            <a:extLst>
              <a:ext uri="{FF2B5EF4-FFF2-40B4-BE49-F238E27FC236}">
                <a16:creationId xmlns:a16="http://schemas.microsoft.com/office/drawing/2014/main" id="{1DA6425A-2612-438A-9273-C5C6397565C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492750" y="3041650"/>
            <a:ext cx="950913"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页脚占位符 4">
            <a:extLst>
              <a:ext uri="{FF2B5EF4-FFF2-40B4-BE49-F238E27FC236}">
                <a16:creationId xmlns:a16="http://schemas.microsoft.com/office/drawing/2014/main" id="{793978BA-F3EF-48A8-9400-CBE7E4D89873}"/>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fld id="{5F1C4866-C831-4EEB-99D9-0191BFD443A7}" type="slidenum">
              <a:rPr lang="zh-CN" altLang="en-US" sz="1400" smtClean="0">
                <a:solidFill>
                  <a:srgbClr val="000000"/>
                </a:solidFill>
              </a:rPr>
              <a:pPr algn="ctr">
                <a:spcBef>
                  <a:spcPct val="0"/>
                </a:spcBef>
                <a:buClrTx/>
                <a:buSzTx/>
                <a:buFontTx/>
                <a:buNone/>
              </a:pPr>
              <a:t>101</a:t>
            </a:fld>
            <a:endParaRPr lang="en-US" altLang="zh-CN" sz="1400">
              <a:solidFill>
                <a:srgbClr val="000000"/>
              </a:solidFill>
            </a:endParaRPr>
          </a:p>
        </p:txBody>
      </p:sp>
      <p:sp>
        <p:nvSpPr>
          <p:cNvPr id="171011" name="Rectangle 2">
            <a:extLst>
              <a:ext uri="{FF2B5EF4-FFF2-40B4-BE49-F238E27FC236}">
                <a16:creationId xmlns:a16="http://schemas.microsoft.com/office/drawing/2014/main" id="{467CA6C5-1994-4652-8686-60CC436C9926}"/>
              </a:ext>
            </a:extLst>
          </p:cNvPr>
          <p:cNvSpPr>
            <a:spLocks noGrp="1" noChangeArrowheads="1"/>
          </p:cNvSpPr>
          <p:nvPr>
            <p:ph type="title"/>
          </p:nvPr>
        </p:nvSpPr>
        <p:spPr/>
        <p:txBody>
          <a:bodyPr/>
          <a:lstStyle/>
          <a:p>
            <a:pPr eaLnBrk="1" hangingPunct="1"/>
            <a:r>
              <a:rPr lang="en-US" altLang="zh-CN"/>
              <a:t>E-R</a:t>
            </a:r>
            <a:r>
              <a:rPr lang="zh-CN" altLang="en-US"/>
              <a:t>模型向关系模式的转换</a:t>
            </a:r>
          </a:p>
        </p:txBody>
      </p:sp>
      <p:cxnSp>
        <p:nvCxnSpPr>
          <p:cNvPr id="266297" name="AutoShape 57">
            <a:extLst>
              <a:ext uri="{FF2B5EF4-FFF2-40B4-BE49-F238E27FC236}">
                <a16:creationId xmlns:a16="http://schemas.microsoft.com/office/drawing/2014/main" id="{F9C6FC88-6734-4C14-A946-A4E27309931A}"/>
              </a:ext>
            </a:extLst>
          </p:cNvPr>
          <p:cNvCxnSpPr>
            <a:cxnSpLocks noChangeShapeType="1"/>
          </p:cNvCxnSpPr>
          <p:nvPr/>
        </p:nvCxnSpPr>
        <p:spPr bwMode="auto">
          <a:xfrm rot="5400000" flipH="1" flipV="1">
            <a:off x="1420018" y="2907507"/>
            <a:ext cx="1236663" cy="0"/>
          </a:xfrm>
          <a:prstGeom prst="curvedConnector3">
            <a:avLst>
              <a:gd name="adj1" fmla="val 50000"/>
            </a:avLst>
          </a:prstGeom>
          <a:noFill/>
          <a:ln w="31750">
            <a:solidFill>
              <a:schemeClr val="tx1"/>
            </a:solidFill>
            <a:prstDash val="dash"/>
            <a:round/>
            <a:headEnd type="oval" w="med" len="med"/>
            <a:tailEnd type="triangle" w="med" len="med"/>
          </a:ln>
          <a:extLst>
            <a:ext uri="{909E8E84-426E-40DD-AFC4-6F175D3DCCD1}">
              <a14:hiddenFill xmlns:a14="http://schemas.microsoft.com/office/drawing/2010/main">
                <a:noFill/>
              </a14:hiddenFill>
            </a:ext>
          </a:extLst>
        </p:spPr>
      </p:cxnSp>
      <p:cxnSp>
        <p:nvCxnSpPr>
          <p:cNvPr id="266298" name="AutoShape 58">
            <a:extLst>
              <a:ext uri="{FF2B5EF4-FFF2-40B4-BE49-F238E27FC236}">
                <a16:creationId xmlns:a16="http://schemas.microsoft.com/office/drawing/2014/main" id="{8603E06F-8BE4-4F73-BB7E-FAE8E742C09E}"/>
              </a:ext>
            </a:extLst>
          </p:cNvPr>
          <p:cNvCxnSpPr>
            <a:cxnSpLocks noChangeShapeType="1"/>
          </p:cNvCxnSpPr>
          <p:nvPr/>
        </p:nvCxnSpPr>
        <p:spPr bwMode="auto">
          <a:xfrm flipV="1">
            <a:off x="3057525" y="2333625"/>
            <a:ext cx="3395663" cy="1254125"/>
          </a:xfrm>
          <a:prstGeom prst="curvedConnector3">
            <a:avLst>
              <a:gd name="adj1" fmla="val 50000"/>
            </a:avLst>
          </a:prstGeom>
          <a:noFill/>
          <a:ln w="31750">
            <a:solidFill>
              <a:schemeClr val="tx1"/>
            </a:solidFill>
            <a:prstDash val="dash"/>
            <a:round/>
            <a:headEnd type="oval" w="med" len="med"/>
            <a:tailEnd type="triangle" w="med" len="med"/>
          </a:ln>
          <a:extLst>
            <a:ext uri="{909E8E84-426E-40DD-AFC4-6F175D3DCCD1}">
              <a14:hiddenFill xmlns:a14="http://schemas.microsoft.com/office/drawing/2010/main">
                <a:noFill/>
              </a14:hiddenFill>
            </a:ext>
          </a:extLst>
        </p:spPr>
      </p:cxnSp>
      <p:cxnSp>
        <p:nvCxnSpPr>
          <p:cNvPr id="266299" name="AutoShape 59">
            <a:extLst>
              <a:ext uri="{FF2B5EF4-FFF2-40B4-BE49-F238E27FC236}">
                <a16:creationId xmlns:a16="http://schemas.microsoft.com/office/drawing/2014/main" id="{D5E2F8E2-0F78-45AA-8A51-BC94DDAC93E2}"/>
              </a:ext>
            </a:extLst>
          </p:cNvPr>
          <p:cNvCxnSpPr>
            <a:cxnSpLocks noChangeShapeType="1"/>
          </p:cNvCxnSpPr>
          <p:nvPr/>
        </p:nvCxnSpPr>
        <p:spPr bwMode="auto">
          <a:xfrm rot="5400000" flipH="1">
            <a:off x="1711325" y="2909888"/>
            <a:ext cx="2720975" cy="1606550"/>
          </a:xfrm>
          <a:prstGeom prst="curvedConnector3">
            <a:avLst>
              <a:gd name="adj1" fmla="val 50000"/>
            </a:avLst>
          </a:prstGeom>
          <a:noFill/>
          <a:ln w="31750">
            <a:solidFill>
              <a:schemeClr val="tx1"/>
            </a:solidFill>
            <a:prstDash val="dash"/>
            <a:round/>
            <a:headEnd type="oval" w="med" len="med"/>
            <a:tailEnd type="triangle" w="med" len="med"/>
          </a:ln>
          <a:extLst>
            <a:ext uri="{909E8E84-426E-40DD-AFC4-6F175D3DCCD1}">
              <a14:hiddenFill xmlns:a14="http://schemas.microsoft.com/office/drawing/2010/main">
                <a:noFill/>
              </a14:hiddenFill>
            </a:ext>
          </a:extLst>
        </p:spPr>
      </p:cxnSp>
      <p:cxnSp>
        <p:nvCxnSpPr>
          <p:cNvPr id="266300" name="AutoShape 60">
            <a:extLst>
              <a:ext uri="{FF2B5EF4-FFF2-40B4-BE49-F238E27FC236}">
                <a16:creationId xmlns:a16="http://schemas.microsoft.com/office/drawing/2014/main" id="{A904DBDE-CEDD-49B4-9320-AAD261419D46}"/>
              </a:ext>
            </a:extLst>
          </p:cNvPr>
          <p:cNvCxnSpPr>
            <a:cxnSpLocks noChangeShapeType="1"/>
          </p:cNvCxnSpPr>
          <p:nvPr/>
        </p:nvCxnSpPr>
        <p:spPr bwMode="auto">
          <a:xfrm rot="5400000" flipH="1" flipV="1">
            <a:off x="4381501" y="3087687"/>
            <a:ext cx="2711450" cy="1260475"/>
          </a:xfrm>
          <a:prstGeom prst="curvedConnector3">
            <a:avLst>
              <a:gd name="adj1" fmla="val 50000"/>
            </a:avLst>
          </a:prstGeom>
          <a:noFill/>
          <a:ln w="31750">
            <a:solidFill>
              <a:schemeClr val="tx1"/>
            </a:solidFill>
            <a:prstDash val="dash"/>
            <a:round/>
            <a:headEnd type="oval" w="med" len="med"/>
            <a:tailEnd type="triangle" w="med" len="med"/>
          </a:ln>
          <a:extLst>
            <a:ext uri="{909E8E84-426E-40DD-AFC4-6F175D3DCCD1}">
              <a14:hiddenFill xmlns:a14="http://schemas.microsoft.com/office/drawing/2010/main">
                <a:noFill/>
              </a14:hiddenFill>
            </a:ext>
          </a:extLst>
        </p:spPr>
      </p:cxnSp>
      <p:cxnSp>
        <p:nvCxnSpPr>
          <p:cNvPr id="266301" name="AutoShape 61">
            <a:extLst>
              <a:ext uri="{FF2B5EF4-FFF2-40B4-BE49-F238E27FC236}">
                <a16:creationId xmlns:a16="http://schemas.microsoft.com/office/drawing/2014/main" id="{E2723660-16A5-40A3-A680-67B79AA21B9B}"/>
              </a:ext>
            </a:extLst>
          </p:cNvPr>
          <p:cNvCxnSpPr>
            <a:cxnSpLocks noChangeShapeType="1"/>
          </p:cNvCxnSpPr>
          <p:nvPr/>
        </p:nvCxnSpPr>
        <p:spPr bwMode="auto">
          <a:xfrm rot="5400000" flipH="1" flipV="1">
            <a:off x="5884069" y="4548982"/>
            <a:ext cx="1138237" cy="6350"/>
          </a:xfrm>
          <a:prstGeom prst="curvedConnector3">
            <a:avLst>
              <a:gd name="adj1" fmla="val 50000"/>
            </a:avLst>
          </a:prstGeom>
          <a:noFill/>
          <a:ln w="31750">
            <a:solidFill>
              <a:schemeClr val="tx1"/>
            </a:solidFill>
            <a:prstDash val="dash"/>
            <a:round/>
            <a:headEnd type="oval" w="med" len="med"/>
            <a:tailEnd type="triangle" w="med" len="med"/>
          </a:ln>
          <a:extLst>
            <a:ext uri="{909E8E84-426E-40DD-AFC4-6F175D3DCCD1}">
              <a14:hiddenFill xmlns:a14="http://schemas.microsoft.com/office/drawing/2010/main">
                <a:noFill/>
              </a14:hiddenFill>
            </a:ext>
          </a:extLst>
        </p:spPr>
      </p:cxnSp>
      <p:sp>
        <p:nvSpPr>
          <p:cNvPr id="14" name="文本框 13">
            <a:extLst>
              <a:ext uri="{FF2B5EF4-FFF2-40B4-BE49-F238E27FC236}">
                <a16:creationId xmlns:a16="http://schemas.microsoft.com/office/drawing/2014/main" id="{2B044473-5717-437E-915D-6C10291EFFBE}"/>
              </a:ext>
            </a:extLst>
          </p:cNvPr>
          <p:cNvSpPr txBox="1">
            <a:spLocks noChangeArrowheads="1"/>
          </p:cNvSpPr>
          <p:nvPr/>
        </p:nvSpPr>
        <p:spPr bwMode="auto">
          <a:xfrm>
            <a:off x="839788" y="1828800"/>
            <a:ext cx="29368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l">
              <a:spcBef>
                <a:spcPct val="0"/>
              </a:spcBef>
              <a:buClrTx/>
              <a:buSzTx/>
              <a:buFontTx/>
              <a:buNone/>
            </a:pPr>
            <a:r>
              <a:rPr lang="zh-CN" altLang="en-US" sz="2800">
                <a:solidFill>
                  <a:schemeClr val="tx1"/>
                </a:solidFill>
                <a:latin typeface="Helvetica" panose="020B0604020202020204" pitchFamily="34" charset="0"/>
                <a:ea typeface="ＭＳ Ｐゴシック" panose="020B0600070205080204" pitchFamily="34" charset="-128"/>
              </a:rPr>
              <a:t>职工（</a:t>
            </a:r>
            <a:r>
              <a:rPr lang="zh-CN" altLang="en-US" sz="2800" u="sng">
                <a:solidFill>
                  <a:schemeClr val="tx1"/>
                </a:solidFill>
                <a:latin typeface="Helvetica" panose="020B0604020202020204" pitchFamily="34" charset="0"/>
                <a:ea typeface="ＭＳ Ｐゴシック" panose="020B0600070205080204" pitchFamily="34" charset="-128"/>
              </a:rPr>
              <a:t>姓名</a:t>
            </a:r>
            <a:r>
              <a:rPr lang="zh-CN" altLang="en-US" sz="2800">
                <a:solidFill>
                  <a:schemeClr val="tx1"/>
                </a:solidFill>
                <a:latin typeface="Helvetica" panose="020B0604020202020204" pitchFamily="34" charset="0"/>
                <a:ea typeface="ＭＳ Ｐゴシック" panose="020B0600070205080204" pitchFamily="34" charset="-128"/>
              </a:rPr>
              <a:t>，工种）</a:t>
            </a:r>
          </a:p>
        </p:txBody>
      </p:sp>
      <p:sp>
        <p:nvSpPr>
          <p:cNvPr id="15" name="文本框 14">
            <a:extLst>
              <a:ext uri="{FF2B5EF4-FFF2-40B4-BE49-F238E27FC236}">
                <a16:creationId xmlns:a16="http://schemas.microsoft.com/office/drawing/2014/main" id="{407EB7CD-13F9-4452-A74B-C73B0C588B44}"/>
              </a:ext>
            </a:extLst>
          </p:cNvPr>
          <p:cNvSpPr txBox="1">
            <a:spLocks noChangeArrowheads="1"/>
          </p:cNvSpPr>
          <p:nvPr/>
        </p:nvSpPr>
        <p:spPr bwMode="auto">
          <a:xfrm>
            <a:off x="5106988" y="1828800"/>
            <a:ext cx="29368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l">
              <a:spcBef>
                <a:spcPct val="0"/>
              </a:spcBef>
              <a:buClrTx/>
              <a:buSzTx/>
              <a:buFontTx/>
              <a:buNone/>
            </a:pPr>
            <a:r>
              <a:rPr lang="zh-CN" altLang="en-US" sz="2800">
                <a:solidFill>
                  <a:schemeClr val="tx1"/>
                </a:solidFill>
                <a:latin typeface="Helvetica" panose="020B0604020202020204" pitchFamily="34" charset="0"/>
                <a:ea typeface="ＭＳ Ｐゴシック" panose="020B0600070205080204" pitchFamily="34" charset="-128"/>
              </a:rPr>
              <a:t>项目（</a:t>
            </a:r>
            <a:r>
              <a:rPr lang="zh-CN" altLang="en-US" sz="2800" u="sng">
                <a:solidFill>
                  <a:schemeClr val="tx1"/>
                </a:solidFill>
                <a:latin typeface="Helvetica" panose="020B0604020202020204" pitchFamily="34" charset="0"/>
                <a:ea typeface="ＭＳ Ｐゴシック" panose="020B0600070205080204" pitchFamily="34" charset="-128"/>
              </a:rPr>
              <a:t>名称</a:t>
            </a:r>
            <a:r>
              <a:rPr lang="zh-CN" altLang="en-US" sz="2800">
                <a:solidFill>
                  <a:schemeClr val="tx1"/>
                </a:solidFill>
                <a:latin typeface="Helvetica" panose="020B0604020202020204" pitchFamily="34" charset="0"/>
                <a:ea typeface="ＭＳ Ｐゴシック" panose="020B0600070205080204" pitchFamily="34" charset="-128"/>
              </a:rPr>
              <a:t>，类型）</a:t>
            </a:r>
          </a:p>
        </p:txBody>
      </p:sp>
      <p:sp>
        <p:nvSpPr>
          <p:cNvPr id="17" name="文本框 16">
            <a:extLst>
              <a:ext uri="{FF2B5EF4-FFF2-40B4-BE49-F238E27FC236}">
                <a16:creationId xmlns:a16="http://schemas.microsoft.com/office/drawing/2014/main" id="{2C7144F0-CE0F-4B1F-A1CD-399BFC2DC040}"/>
              </a:ext>
            </a:extLst>
          </p:cNvPr>
          <p:cNvSpPr txBox="1">
            <a:spLocks noChangeArrowheads="1"/>
          </p:cNvSpPr>
          <p:nvPr/>
        </p:nvSpPr>
        <p:spPr bwMode="auto">
          <a:xfrm>
            <a:off x="685800" y="3525838"/>
            <a:ext cx="38941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l">
              <a:spcBef>
                <a:spcPct val="0"/>
              </a:spcBef>
              <a:buClrTx/>
              <a:buSzTx/>
              <a:buFontTx/>
              <a:buNone/>
            </a:pPr>
            <a:r>
              <a:rPr lang="zh-CN" altLang="en-US" sz="2800">
                <a:solidFill>
                  <a:schemeClr val="tx1"/>
                </a:solidFill>
                <a:latin typeface="Helvetica" panose="020B0604020202020204" pitchFamily="34" charset="0"/>
                <a:ea typeface="ＭＳ Ｐゴシック" panose="020B0600070205080204" pitchFamily="34" charset="-128"/>
              </a:rPr>
              <a:t>参加（</a:t>
            </a:r>
            <a:r>
              <a:rPr lang="zh-CN" altLang="en-US" sz="2800" u="sng">
                <a:solidFill>
                  <a:schemeClr val="tx1"/>
                </a:solidFill>
                <a:latin typeface="Helvetica" panose="020B0604020202020204" pitchFamily="34" charset="0"/>
                <a:ea typeface="ＭＳ Ｐゴシック" panose="020B0600070205080204" pitchFamily="34" charset="-128"/>
              </a:rPr>
              <a:t>姓名</a:t>
            </a:r>
            <a:r>
              <a:rPr lang="zh-CN" altLang="en-US" sz="2800">
                <a:solidFill>
                  <a:schemeClr val="tx1"/>
                </a:solidFill>
                <a:latin typeface="Helvetica" panose="020B0604020202020204" pitchFamily="34" charset="0"/>
                <a:ea typeface="ＭＳ Ｐゴシック" panose="020B0600070205080204" pitchFamily="34" charset="-128"/>
              </a:rPr>
              <a:t>，</a:t>
            </a:r>
            <a:r>
              <a:rPr lang="zh-CN" altLang="en-US" sz="2800" u="sng">
                <a:solidFill>
                  <a:schemeClr val="tx1"/>
                </a:solidFill>
                <a:latin typeface="Helvetica" panose="020B0604020202020204" pitchFamily="34" charset="0"/>
                <a:ea typeface="ＭＳ Ｐゴシック" panose="020B0600070205080204" pitchFamily="34" charset="-128"/>
              </a:rPr>
              <a:t>名称</a:t>
            </a:r>
            <a:r>
              <a:rPr lang="zh-CN" altLang="en-US" sz="2800">
                <a:solidFill>
                  <a:schemeClr val="tx1"/>
                </a:solidFill>
                <a:latin typeface="Helvetica" panose="020B0604020202020204" pitchFamily="34" charset="0"/>
                <a:ea typeface="ＭＳ Ｐゴシック" panose="020B0600070205080204" pitchFamily="34" charset="-128"/>
              </a:rPr>
              <a:t>，工时）</a:t>
            </a:r>
          </a:p>
        </p:txBody>
      </p:sp>
      <p:sp>
        <p:nvSpPr>
          <p:cNvPr id="18" name="文本框 17">
            <a:extLst>
              <a:ext uri="{FF2B5EF4-FFF2-40B4-BE49-F238E27FC236}">
                <a16:creationId xmlns:a16="http://schemas.microsoft.com/office/drawing/2014/main" id="{A5DF7252-4245-4482-AD43-7EDD139B23BC}"/>
              </a:ext>
            </a:extLst>
          </p:cNvPr>
          <p:cNvSpPr txBox="1">
            <a:spLocks noChangeArrowheads="1"/>
          </p:cNvSpPr>
          <p:nvPr/>
        </p:nvSpPr>
        <p:spPr bwMode="auto">
          <a:xfrm>
            <a:off x="5106988" y="3525838"/>
            <a:ext cx="32956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l">
              <a:spcBef>
                <a:spcPct val="0"/>
              </a:spcBef>
              <a:buClrTx/>
              <a:buSzTx/>
              <a:buFontTx/>
              <a:buNone/>
            </a:pPr>
            <a:r>
              <a:rPr lang="zh-CN" altLang="en-US" sz="2800" dirty="0">
                <a:solidFill>
                  <a:schemeClr val="tx1"/>
                </a:solidFill>
                <a:latin typeface="Helvetica" panose="020B0604020202020204" pitchFamily="34" charset="0"/>
                <a:ea typeface="ＭＳ Ｐゴシック" panose="020B0600070205080204" pitchFamily="34" charset="-128"/>
              </a:rPr>
              <a:t>机器（</a:t>
            </a:r>
            <a:r>
              <a:rPr lang="zh-CN" altLang="en-US" sz="2800" u="sng" dirty="0">
                <a:solidFill>
                  <a:schemeClr val="tx1"/>
                </a:solidFill>
                <a:latin typeface="Helvetica" panose="020B0604020202020204" pitchFamily="34" charset="0"/>
                <a:ea typeface="ＭＳ Ｐゴシック" panose="020B0600070205080204" pitchFamily="34" charset="-128"/>
              </a:rPr>
              <a:t>机器名</a:t>
            </a:r>
            <a:r>
              <a:rPr lang="zh-CN" altLang="en-US" sz="2800" dirty="0">
                <a:solidFill>
                  <a:schemeClr val="tx1"/>
                </a:solidFill>
                <a:latin typeface="Helvetica" panose="020B0604020202020204" pitchFamily="34" charset="0"/>
                <a:ea typeface="ＭＳ Ｐゴシック" panose="020B0600070205080204" pitchFamily="34" charset="-128"/>
              </a:rPr>
              <a:t>，型号）</a:t>
            </a:r>
          </a:p>
        </p:txBody>
      </p:sp>
      <p:sp>
        <p:nvSpPr>
          <p:cNvPr id="20" name="文本框 19">
            <a:extLst>
              <a:ext uri="{FF2B5EF4-FFF2-40B4-BE49-F238E27FC236}">
                <a16:creationId xmlns:a16="http://schemas.microsoft.com/office/drawing/2014/main" id="{4DBC5321-539E-41C1-BE56-969F71497CB8}"/>
              </a:ext>
            </a:extLst>
          </p:cNvPr>
          <p:cNvSpPr txBox="1">
            <a:spLocks noChangeArrowheads="1"/>
          </p:cNvSpPr>
          <p:nvPr/>
        </p:nvSpPr>
        <p:spPr bwMode="auto">
          <a:xfrm>
            <a:off x="2763838" y="5119688"/>
            <a:ext cx="42529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just">
              <a:spcBef>
                <a:spcPct val="20000"/>
              </a:spcBef>
              <a:buClr>
                <a:schemeClr val="folHlink"/>
              </a:buClr>
              <a:buSzPct val="60000"/>
              <a:buFont typeface="Wingdings" panose="05000000000000000000" pitchFamily="2" charset="2"/>
              <a:buChar char="n"/>
              <a:defRPr sz="3200">
                <a:solidFill>
                  <a:schemeClr val="folHlink"/>
                </a:solidFill>
                <a:latin typeface="Tahoma" panose="020B0604030504040204" pitchFamily="34" charset="0"/>
                <a:ea typeface="宋体" panose="02010600030101010101" pitchFamily="2" charset="-122"/>
              </a:defRPr>
            </a:lvl1pPr>
            <a:lvl2pPr marL="742950" indent="-285750" algn="just">
              <a:spcBef>
                <a:spcPct val="20000"/>
              </a:spcBef>
              <a:buClr>
                <a:schemeClr val="hlink"/>
              </a:buClr>
              <a:buSzPct val="55000"/>
              <a:buFont typeface="Wingdings" panose="05000000000000000000" pitchFamily="2" charset="2"/>
              <a:buChar char="n"/>
              <a:defRPr sz="2800">
                <a:solidFill>
                  <a:srgbClr val="660066"/>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50000"/>
              <a:buFont typeface="Wingdings" panose="05000000000000000000" pitchFamily="2" charset="2"/>
              <a:buChar char="n"/>
              <a:defRPr sz="2400">
                <a:solidFill>
                  <a:srgbClr val="6600CC"/>
                </a:solidFill>
                <a:latin typeface="Tahoma" panose="020B0604030504040204" pitchFamily="34" charset="0"/>
                <a:ea typeface="宋体" panose="02010600030101010101" pitchFamily="2" charset="-122"/>
              </a:defRPr>
            </a:lvl3pPr>
            <a:lvl4pPr marL="1600200" indent="-228600" algn="just">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l">
              <a:spcBef>
                <a:spcPct val="0"/>
              </a:spcBef>
              <a:buClrTx/>
              <a:buSzTx/>
              <a:buFontTx/>
              <a:buNone/>
            </a:pPr>
            <a:r>
              <a:rPr lang="zh-CN" altLang="en-US" sz="2800">
                <a:solidFill>
                  <a:schemeClr val="tx1"/>
                </a:solidFill>
                <a:latin typeface="Helvetica" panose="020B0604020202020204" pitchFamily="34" charset="0"/>
                <a:ea typeface="ＭＳ Ｐゴシック" panose="020B0600070205080204" pitchFamily="34" charset="-128"/>
              </a:rPr>
              <a:t>使用（</a:t>
            </a:r>
            <a:r>
              <a:rPr lang="zh-CN" altLang="en-US" sz="2800" u="sng">
                <a:solidFill>
                  <a:schemeClr val="tx1"/>
                </a:solidFill>
                <a:latin typeface="Helvetica" panose="020B0604020202020204" pitchFamily="34" charset="0"/>
                <a:ea typeface="ＭＳ Ｐゴシック" panose="020B0600070205080204" pitchFamily="34" charset="-128"/>
              </a:rPr>
              <a:t>姓名</a:t>
            </a:r>
            <a:r>
              <a:rPr lang="zh-CN" altLang="en-US" sz="2800">
                <a:solidFill>
                  <a:schemeClr val="tx1"/>
                </a:solidFill>
                <a:latin typeface="Helvetica" panose="020B0604020202020204" pitchFamily="34" charset="0"/>
                <a:ea typeface="ＭＳ Ｐゴシック" panose="020B0600070205080204" pitchFamily="34" charset="-128"/>
              </a:rPr>
              <a:t>，</a:t>
            </a:r>
            <a:r>
              <a:rPr lang="zh-CN" altLang="en-US" sz="2800" u="sng">
                <a:solidFill>
                  <a:schemeClr val="tx1"/>
                </a:solidFill>
                <a:latin typeface="Helvetica" panose="020B0604020202020204" pitchFamily="34" charset="0"/>
                <a:ea typeface="ＭＳ Ｐゴシック" panose="020B0600070205080204" pitchFamily="34" charset="-128"/>
              </a:rPr>
              <a:t>名称</a:t>
            </a:r>
            <a:r>
              <a:rPr lang="zh-CN" altLang="en-US" sz="2800">
                <a:solidFill>
                  <a:schemeClr val="tx1"/>
                </a:solidFill>
                <a:latin typeface="Helvetica" panose="020B0604020202020204" pitchFamily="34" charset="0"/>
                <a:ea typeface="ＭＳ Ｐゴシック" panose="020B0600070205080204" pitchFamily="34" charset="-128"/>
              </a:rPr>
              <a:t>，</a:t>
            </a:r>
            <a:r>
              <a:rPr lang="zh-CN" altLang="en-US" sz="2800" u="sng">
                <a:solidFill>
                  <a:schemeClr val="tx1"/>
                </a:solidFill>
                <a:latin typeface="Helvetica" panose="020B0604020202020204" pitchFamily="34" charset="0"/>
                <a:ea typeface="ＭＳ Ｐゴシック" panose="020B0600070205080204" pitchFamily="34" charset="-128"/>
              </a:rPr>
              <a:t>机器名</a:t>
            </a:r>
            <a:r>
              <a:rPr lang="zh-CN" altLang="en-US" sz="2800">
                <a:solidFill>
                  <a:schemeClr val="tx1"/>
                </a:solidFill>
                <a:latin typeface="Helvetica" panose="020B0604020202020204" pitchFamily="34" charset="0"/>
                <a:ea typeface="ＭＳ Ｐゴシック" panose="020B0600070205080204" pitchFamily="34" charset="-128"/>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266297"/>
                                        </p:tgtEl>
                                        <p:attrNameLst>
                                          <p:attrName>style.visibility</p:attrName>
                                        </p:attrNameLst>
                                      </p:cBhvr>
                                      <p:to>
                                        <p:strVal val="visible"/>
                                      </p:to>
                                    </p:set>
                                    <p:animEffect transition="in" filter="wipe(down)">
                                      <p:cBhvr>
                                        <p:cTn id="27" dur="500"/>
                                        <p:tgtEl>
                                          <p:spTgt spid="266297"/>
                                        </p:tgtEl>
                                      </p:cBhvr>
                                    </p:animEffect>
                                  </p:childTnLst>
                                </p:cTn>
                              </p:par>
                              <p:par>
                                <p:cTn id="28" presetID="22" presetClass="entr" presetSubtype="4" fill="hold" nodeType="withEffect">
                                  <p:stCondLst>
                                    <p:cond delay="0"/>
                                  </p:stCondLst>
                                  <p:childTnLst>
                                    <p:set>
                                      <p:cBhvr>
                                        <p:cTn id="29" dur="1" fill="hold">
                                          <p:stCondLst>
                                            <p:cond delay="0"/>
                                          </p:stCondLst>
                                        </p:cTn>
                                        <p:tgtEl>
                                          <p:spTgt spid="266299"/>
                                        </p:tgtEl>
                                        <p:attrNameLst>
                                          <p:attrName>style.visibility</p:attrName>
                                        </p:attrNameLst>
                                      </p:cBhvr>
                                      <p:to>
                                        <p:strVal val="visible"/>
                                      </p:to>
                                    </p:set>
                                    <p:animEffect transition="in" filter="wipe(down)">
                                      <p:cBhvr>
                                        <p:cTn id="30" dur="500"/>
                                        <p:tgtEl>
                                          <p:spTgt spid="266299"/>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26629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66300"/>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4" fill="hold" nodeType="clickEffect">
                                  <p:stCondLst>
                                    <p:cond delay="0"/>
                                  </p:stCondLst>
                                  <p:childTnLst>
                                    <p:set>
                                      <p:cBhvr>
                                        <p:cTn id="40" dur="1" fill="hold">
                                          <p:stCondLst>
                                            <p:cond delay="0"/>
                                          </p:stCondLst>
                                        </p:cTn>
                                        <p:tgtEl>
                                          <p:spTgt spid="266301"/>
                                        </p:tgtEl>
                                        <p:attrNameLst>
                                          <p:attrName>style.visibility</p:attrName>
                                        </p:attrNameLst>
                                      </p:cBhvr>
                                      <p:to>
                                        <p:strVal val="visible"/>
                                      </p:to>
                                    </p:set>
                                    <p:animEffect transition="in" filter="wipe(down)">
                                      <p:cBhvr>
                                        <p:cTn id="41" dur="500"/>
                                        <p:tgtEl>
                                          <p:spTgt spid="2663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7" grpId="0"/>
      <p:bldP spid="18" grpId="0"/>
      <p:bldP spid="20"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AD2674-7D43-46A7-9DD7-53E32EDF4179}"/>
              </a:ext>
            </a:extLst>
          </p:cNvPr>
          <p:cNvSpPr>
            <a:spLocks noGrp="1"/>
          </p:cNvSpPr>
          <p:nvPr>
            <p:ph type="title"/>
          </p:nvPr>
        </p:nvSpPr>
        <p:spPr/>
        <p:txBody>
          <a:bodyPr/>
          <a:lstStyle/>
          <a:p>
            <a:pPr>
              <a:defRPr/>
            </a:pPr>
            <a:r>
              <a:rPr lang="en-US" altLang="zh-CN">
                <a:ea typeface="宋体" pitchFamily="2" charset="-122"/>
              </a:rPr>
              <a:t>Assignments</a:t>
            </a:r>
            <a:endParaRPr lang="zh-CN" altLang="en-US">
              <a:ea typeface="宋体" pitchFamily="2" charset="-122"/>
            </a:endParaRPr>
          </a:p>
        </p:txBody>
      </p:sp>
      <p:sp>
        <p:nvSpPr>
          <p:cNvPr id="156675" name="内容占位符 2">
            <a:extLst>
              <a:ext uri="{FF2B5EF4-FFF2-40B4-BE49-F238E27FC236}">
                <a16:creationId xmlns:a16="http://schemas.microsoft.com/office/drawing/2014/main" id="{564313A8-C485-4CE7-A316-7532AFBA94A8}"/>
              </a:ext>
            </a:extLst>
          </p:cNvPr>
          <p:cNvSpPr>
            <a:spLocks noGrp="1"/>
          </p:cNvSpPr>
          <p:nvPr>
            <p:ph idx="1"/>
          </p:nvPr>
        </p:nvSpPr>
        <p:spPr>
          <a:xfrm>
            <a:off x="228600" y="1066800"/>
            <a:ext cx="8761228" cy="5257800"/>
          </a:xfrm>
        </p:spPr>
        <p:txBody>
          <a:bodyPr/>
          <a:lstStyle/>
          <a:p>
            <a:pPr>
              <a:defRPr/>
            </a:pPr>
            <a:r>
              <a:rPr lang="en-US" altLang="zh-CN" dirty="0">
                <a:ea typeface="宋体" panose="02010600030101010101" pitchFamily="2" charset="-122"/>
              </a:rPr>
              <a:t>7.21, 7.23</a:t>
            </a:r>
          </a:p>
          <a:p>
            <a:pPr>
              <a:defRPr/>
            </a:pPr>
            <a:r>
              <a:rPr lang="en-US" altLang="zh-CN" dirty="0">
                <a:ea typeface="宋体" panose="02010600030101010101" pitchFamily="2" charset="-122"/>
              </a:rPr>
              <a:t>And reduce all of your ER models to relational schemas</a:t>
            </a:r>
          </a:p>
          <a:p>
            <a:pPr>
              <a:defRPr/>
            </a:pPr>
            <a:endParaRPr lang="en-US" altLang="zh-CN" dirty="0">
              <a:ea typeface="宋体" panose="02010600030101010101" pitchFamily="2" charset="-122"/>
            </a:endParaRPr>
          </a:p>
          <a:p>
            <a:pPr>
              <a:defRPr/>
            </a:pPr>
            <a:r>
              <a:rPr lang="en-US" altLang="zh-CN" b="0" i="0" dirty="0">
                <a:effectLst/>
                <a:latin typeface="Inter"/>
              </a:rPr>
              <a:t>The following </a:t>
            </a:r>
            <a:r>
              <a:rPr lang="en-US" altLang="zh-CN" dirty="0">
                <a:latin typeface="Inter"/>
              </a:rPr>
              <a:t>exercise parts of ABC Bank's data requirement. Please expand them so that concepts of weak entities, specialization/generalization, and aggregation can be used in its ER design. Provide its complete ER diagram and convert it into several schemas.</a:t>
            </a:r>
          </a:p>
          <a:p>
            <a:pPr marL="0" indent="0">
              <a:buFont typeface="Monotype Sorts" charset="2"/>
              <a:buNone/>
              <a:defRPr/>
            </a:pPr>
            <a:endParaRPr lang="en-US" altLang="zh-CN" dirty="0">
              <a:ea typeface="宋体" panose="02010600030101010101" pitchFamily="2" charset="-122"/>
            </a:endParaRPr>
          </a:p>
          <a:p>
            <a:pPr marL="0" indent="0">
              <a:buFont typeface="Monotype Sorts" pitchFamily="2" charset="2"/>
              <a:buNone/>
              <a:defRPr/>
            </a:pPr>
            <a:endParaRPr lang="en-US" altLang="zh-CN" dirty="0">
              <a:ea typeface="宋体" panose="02010600030101010101" pitchFamily="2" charset="-122"/>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ACD57D-ED55-4A01-A48C-838139F87C30}"/>
              </a:ext>
            </a:extLst>
          </p:cNvPr>
          <p:cNvSpPr>
            <a:spLocks noGrp="1"/>
          </p:cNvSpPr>
          <p:nvPr>
            <p:ph type="title"/>
          </p:nvPr>
        </p:nvSpPr>
        <p:spPr/>
        <p:txBody>
          <a:bodyPr/>
          <a:lstStyle/>
          <a:p>
            <a:r>
              <a:rPr lang="en-US" altLang="zh-CN" dirty="0"/>
              <a:t>Exercise: ABC Banks</a:t>
            </a:r>
            <a:endParaRPr lang="zh-CN" altLang="en-US" dirty="0"/>
          </a:p>
        </p:txBody>
      </p:sp>
      <p:sp>
        <p:nvSpPr>
          <p:cNvPr id="3" name="内容占位符 2">
            <a:extLst>
              <a:ext uri="{FF2B5EF4-FFF2-40B4-BE49-F238E27FC236}">
                <a16:creationId xmlns:a16="http://schemas.microsoft.com/office/drawing/2014/main" id="{A9EA9AE7-1165-40D5-9E90-691AF5C32355}"/>
              </a:ext>
            </a:extLst>
          </p:cNvPr>
          <p:cNvSpPr>
            <a:spLocks noGrp="1"/>
          </p:cNvSpPr>
          <p:nvPr>
            <p:ph idx="1"/>
          </p:nvPr>
        </p:nvSpPr>
        <p:spPr/>
        <p:txBody>
          <a:bodyPr>
            <a:normAutofit/>
          </a:bodyPr>
          <a:lstStyle/>
          <a:p>
            <a:pPr>
              <a:buFont typeface="Arial" panose="020B0604020202020204" pitchFamily="34" charset="0"/>
              <a:buChar char="•"/>
            </a:pPr>
            <a:r>
              <a:rPr lang="en-US" altLang="zh-CN" sz="1800" dirty="0">
                <a:latin typeface="+mn-ea"/>
              </a:rPr>
              <a:t>The bank is organized into branches. Each branch is located in a particular city and is identified by a unique name. Each year the bank’s board defines the yearly budget and the rating (which is a number from 1 to 10) for each branch.</a:t>
            </a:r>
          </a:p>
          <a:p>
            <a:pPr>
              <a:buFont typeface="Arial" panose="020B0604020202020204" pitchFamily="34" charset="0"/>
              <a:buChar char="•"/>
            </a:pPr>
            <a:r>
              <a:rPr lang="en-US" altLang="zh-CN" sz="1800" dirty="0">
                <a:latin typeface="+mn-ea"/>
              </a:rPr>
              <a:t>A bank customer is identified by his/her customer’s name and phone number. The bank also keeps track of each customer’s current address.</a:t>
            </a:r>
          </a:p>
          <a:p>
            <a:pPr>
              <a:buFont typeface="Arial" panose="020B0604020202020204" pitchFamily="34" charset="0"/>
              <a:buChar char="•"/>
            </a:pPr>
            <a:r>
              <a:rPr lang="en-US" altLang="zh-CN" sz="1800" dirty="0">
                <a:latin typeface="+mn-ea"/>
              </a:rPr>
              <a:t>The bank offers its customers accounts and loans. Each account and loan has a unique number and is created and maintained by a single branch.</a:t>
            </a:r>
          </a:p>
          <a:p>
            <a:pPr>
              <a:buFont typeface="Arial" panose="020B0604020202020204" pitchFamily="34" charset="0"/>
              <a:buChar char="•"/>
            </a:pPr>
            <a:r>
              <a:rPr lang="en-US" altLang="zh-CN" sz="1800" dirty="0">
                <a:latin typeface="+mn-ea"/>
              </a:rPr>
              <a:t>Each account is assigned to one or more customers and its balance can never be negative. Each customer also can have one or more accounts.</a:t>
            </a:r>
          </a:p>
          <a:p>
            <a:pPr>
              <a:buFont typeface="Arial" panose="020B0604020202020204" pitchFamily="34" charset="0"/>
              <a:buChar char="•"/>
            </a:pPr>
            <a:r>
              <a:rPr lang="en-US" altLang="zh-CN" sz="1800" dirty="0">
                <a:latin typeface="+mn-ea"/>
              </a:rPr>
              <a:t>A loan is always assigned to a single customer with a fixed interest rate and its balance cannot be negative. Each customer can borrow one or more loans.</a:t>
            </a:r>
          </a:p>
          <a:p>
            <a:pPr>
              <a:buFont typeface="Arial" panose="020B0604020202020204" pitchFamily="34" charset="0"/>
              <a:buChar char="•"/>
            </a:pPr>
            <a:r>
              <a:rPr lang="en-US" altLang="zh-CN" sz="1800" dirty="0">
                <a:latin typeface="+mn-ea"/>
              </a:rPr>
              <a:t>A payment is paid separately for each loan, which is recorded as its number, date and amount. For each loan, a payment number uniquely identifies a single payment for that loan.</a:t>
            </a:r>
          </a:p>
          <a:p>
            <a:pPr>
              <a:buFont typeface="Arial" panose="020B0604020202020204" pitchFamily="34" charset="0"/>
              <a:buChar char="•"/>
            </a:pPr>
            <a:r>
              <a:rPr lang="en-US" altLang="zh-CN" sz="1800" dirty="0">
                <a:latin typeface="+mn-ea"/>
              </a:rPr>
              <a:t>A payment may be associated with an account, identifying the account from which the payment was made.</a:t>
            </a:r>
          </a:p>
          <a:p>
            <a:pPr algn="l"/>
            <a:endParaRPr lang="zh-CN" altLang="en-US" dirty="0"/>
          </a:p>
        </p:txBody>
      </p:sp>
    </p:spTree>
    <p:extLst>
      <p:ext uri="{BB962C8B-B14F-4D97-AF65-F5344CB8AC3E}">
        <p14:creationId xmlns:p14="http://schemas.microsoft.com/office/powerpoint/2010/main" val="227886459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a:extLst>
              <a:ext uri="{FF2B5EF4-FFF2-40B4-BE49-F238E27FC236}">
                <a16:creationId xmlns:a16="http://schemas.microsoft.com/office/drawing/2014/main" id="{57266D1C-92F4-4E3A-80DA-27C446A6C8D8}"/>
              </a:ext>
            </a:extLst>
          </p:cNvPr>
          <p:cNvSpPr>
            <a:spLocks noGrp="1" noChangeArrowheads="1"/>
          </p:cNvSpPr>
          <p:nvPr>
            <p:ph type="ctrTitle"/>
          </p:nvPr>
        </p:nvSpPr>
        <p:spPr/>
        <p:txBody>
          <a:bodyPr/>
          <a:lstStyle/>
          <a:p>
            <a:pPr>
              <a:defRPr/>
            </a:pPr>
            <a:r>
              <a:rPr lang="en-US" altLang="zh-CN" dirty="0">
                <a:ea typeface="宋体" pitchFamily="2" charset="-122"/>
              </a:rPr>
              <a:t>End of Chapter</a:t>
            </a:r>
          </a:p>
        </p:txBody>
      </p:sp>
    </p:spTree>
  </p:cSld>
  <p:clrMapOvr>
    <a:masterClrMapping/>
  </p:clrMapOvr>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smtClean="0">
            <a:ln>
              <a:noFill/>
            </a:ln>
            <a:solidFill>
              <a:schemeClr val="tx1"/>
            </a:solidFill>
            <a:effectLst/>
            <a:latin typeface="Helvetic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smtClean="0">
            <a:ln>
              <a:noFill/>
            </a:ln>
            <a:solidFill>
              <a:schemeClr val="tx1"/>
            </a:solidFill>
            <a:effectLst/>
            <a:latin typeface="Helvetica"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3_db-5-grey">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smtClean="0">
            <a:ln>
              <a:noFill/>
            </a:ln>
            <a:solidFill>
              <a:schemeClr val="tx1"/>
            </a:solidFill>
            <a:effectLst/>
            <a:latin typeface="Helvetic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smtClean="0">
            <a:ln>
              <a:noFill/>
            </a:ln>
            <a:solidFill>
              <a:schemeClr val="tx1"/>
            </a:solidFill>
            <a:effectLst/>
            <a:latin typeface="Helvetica" pitchFamily="34" charset="0"/>
          </a:defRPr>
        </a:defPPr>
      </a:lstStyle>
    </a:lnDef>
  </a:objectDefaults>
  <a:extraClrSchemeLst>
    <a:extraClrScheme>
      <a:clrScheme name="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db-5-grey">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smtClean="0">
            <a:ln>
              <a:noFill/>
            </a:ln>
            <a:solidFill>
              <a:schemeClr val="tx1"/>
            </a:solidFill>
            <a:effectLst/>
            <a:latin typeface="Helvetic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smtClean="0">
            <a:ln>
              <a:noFill/>
            </a:ln>
            <a:solidFill>
              <a:schemeClr val="tx1"/>
            </a:solidFill>
            <a:effectLst/>
            <a:latin typeface="Helvetica" pitchFamily="34" charset="0"/>
          </a:defRPr>
        </a:defPPr>
      </a:lstStyle>
    </a:lnDef>
  </a:objectDefaults>
  <a:extraClrSchemeLst>
    <a:extraClrScheme>
      <a:clrScheme name="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db-5-grey">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smtClean="0">
            <a:ln>
              <a:noFill/>
            </a:ln>
            <a:solidFill>
              <a:schemeClr val="tx1"/>
            </a:solidFill>
            <a:effectLst/>
            <a:latin typeface="Helvetic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smtClean="0">
            <a:ln>
              <a:noFill/>
            </a:ln>
            <a:solidFill>
              <a:schemeClr val="tx1"/>
            </a:solidFill>
            <a:effectLst/>
            <a:latin typeface="Helvetica" pitchFamily="34" charset="0"/>
          </a:defRPr>
        </a:defPPr>
      </a:lstStyle>
    </a:lnDef>
  </a:objectDefaults>
  <a:extraClrSchemeLst>
    <a:extraClrScheme>
      <a:clrScheme name="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h2 Relational Model [兼容模式]" id="{6DB93EB1-090B-4D3B-89BA-661D52C0E1E4}" vid="{E996D8BB-BE73-4838-99B0-56F865D789F1}"/>
    </a:ext>
  </a:ext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DB6</Template>
  <TotalTime>31810</TotalTime>
  <Words>5479</Words>
  <Application>Microsoft Office PowerPoint</Application>
  <PresentationFormat>全屏显示(4:3)</PresentationFormat>
  <Paragraphs>888</Paragraphs>
  <Slides>104</Slides>
  <Notes>53</Notes>
  <HiddenSlides>0</HiddenSlides>
  <MMClips>0</MMClips>
  <ScaleCrop>false</ScaleCrop>
  <HeadingPairs>
    <vt:vector size="8" baseType="variant">
      <vt:variant>
        <vt:lpstr>已用的字体</vt:lpstr>
      </vt:variant>
      <vt:variant>
        <vt:i4>15</vt:i4>
      </vt:variant>
      <vt:variant>
        <vt:lpstr>主题</vt:lpstr>
      </vt:variant>
      <vt:variant>
        <vt:i4>4</vt:i4>
      </vt:variant>
      <vt:variant>
        <vt:lpstr>幻灯片标题</vt:lpstr>
      </vt:variant>
      <vt:variant>
        <vt:i4>104</vt:i4>
      </vt:variant>
      <vt:variant>
        <vt:lpstr>自定义放映</vt:lpstr>
      </vt:variant>
      <vt:variant>
        <vt:i4>1</vt:i4>
      </vt:variant>
    </vt:vector>
  </HeadingPairs>
  <TitlesOfParts>
    <vt:vector size="124" baseType="lpstr">
      <vt:lpstr>Inter</vt:lpstr>
      <vt:lpstr>Monotype Sorts</vt:lpstr>
      <vt:lpstr>黑体</vt:lpstr>
      <vt:lpstr>华文新魏</vt:lpstr>
      <vt:lpstr>宋体</vt:lpstr>
      <vt:lpstr>Arial</vt:lpstr>
      <vt:lpstr>Book Antiqua</vt:lpstr>
      <vt:lpstr>Garamond</vt:lpstr>
      <vt:lpstr>Helvetica</vt:lpstr>
      <vt:lpstr>Microsoft Yi Baiti</vt:lpstr>
      <vt:lpstr>Palatino Linotype</vt:lpstr>
      <vt:lpstr>Tahoma</vt:lpstr>
      <vt:lpstr>Times New Roman</vt:lpstr>
      <vt:lpstr>Webdings</vt:lpstr>
      <vt:lpstr>Wingdings</vt:lpstr>
      <vt:lpstr>Blends</vt:lpstr>
      <vt:lpstr>3_db-5-grey</vt:lpstr>
      <vt:lpstr>1_db-5-grey</vt:lpstr>
      <vt:lpstr>db-5-grey</vt:lpstr>
      <vt:lpstr>Chapter 7:  Entity-Relationship Model</vt:lpstr>
      <vt:lpstr>Chapter 7:  Entity-Relationship Model</vt:lpstr>
      <vt:lpstr>数据库设计与实现全过程</vt:lpstr>
      <vt:lpstr>Design Phases</vt:lpstr>
      <vt:lpstr>Design Phases</vt:lpstr>
      <vt:lpstr>Design Phases (Cont.)</vt:lpstr>
      <vt:lpstr>Design Approaches</vt:lpstr>
      <vt:lpstr>Outline of the ER Model</vt:lpstr>
      <vt:lpstr>Modeling</vt:lpstr>
      <vt:lpstr>Entity Sets instructor and student</vt:lpstr>
      <vt:lpstr>Relationship Sets</vt:lpstr>
      <vt:lpstr>Relationship Set advisor</vt:lpstr>
      <vt:lpstr>Relationship Sets (Cont.)</vt:lpstr>
      <vt:lpstr>Degree of a Relationship Set</vt:lpstr>
      <vt:lpstr>Attributes</vt:lpstr>
      <vt:lpstr>Composite Attributes</vt:lpstr>
      <vt:lpstr>Entity With Composite, Multivalued, and Derived Attributes</vt:lpstr>
      <vt:lpstr>Constraints</vt:lpstr>
      <vt:lpstr>Mapping Cardinality Constraints</vt:lpstr>
      <vt:lpstr>Mapping Cardinalities</vt:lpstr>
      <vt:lpstr>Mapping Cardinalities</vt:lpstr>
      <vt:lpstr>Participation of an Entity Set in a Relationship Set</vt:lpstr>
      <vt:lpstr>Keys</vt:lpstr>
      <vt:lpstr>Keys for Relationship Sets</vt:lpstr>
      <vt:lpstr>Redundant Attributes</vt:lpstr>
      <vt:lpstr>Redundant Attributes</vt:lpstr>
      <vt:lpstr>Redundant Attributes</vt:lpstr>
      <vt:lpstr>Entity-Relationship Diagrams</vt:lpstr>
      <vt:lpstr>Basic E-R Diagrams</vt:lpstr>
      <vt:lpstr>Relationship Sets with Attributes</vt:lpstr>
      <vt:lpstr>Cardinality Constraints</vt:lpstr>
      <vt:lpstr>One-to-One Relationship</vt:lpstr>
      <vt:lpstr>One-to-Many Relationship</vt:lpstr>
      <vt:lpstr>Many-to-One Relationships</vt:lpstr>
      <vt:lpstr>Many-to-Many Relationship</vt:lpstr>
      <vt:lpstr>Alternative Notation for Cardinality Limits</vt:lpstr>
      <vt:lpstr>Entity With Composite, Multivalued, and Derived Attributes</vt:lpstr>
      <vt:lpstr>Roles</vt:lpstr>
      <vt:lpstr>Ternary Relationship</vt:lpstr>
      <vt:lpstr>Weak Entity Sets</vt:lpstr>
      <vt:lpstr>Weak Entity Sets (Cont.)</vt:lpstr>
      <vt:lpstr>Weak Entity Sets (Cont.)</vt:lpstr>
      <vt:lpstr>Weak Entity Sets (Another Example)</vt:lpstr>
      <vt:lpstr>E-R Diagram for a University Enterprise</vt:lpstr>
      <vt:lpstr>Design Issues</vt:lpstr>
      <vt:lpstr>Design Issues</vt:lpstr>
      <vt:lpstr>Use of entity sets vs. attributes</vt:lpstr>
      <vt:lpstr>Use of entity sets vs. attributes</vt:lpstr>
      <vt:lpstr>Use of entity sets vs. attributes</vt:lpstr>
      <vt:lpstr>Use of entity sets vs. relationship sets</vt:lpstr>
      <vt:lpstr>Use of entity sets vs. relationship sets</vt:lpstr>
      <vt:lpstr>Binary Vs. Non-Binary Relationships</vt:lpstr>
      <vt:lpstr>Converting Non-Binary Relationships to Binary Form</vt:lpstr>
      <vt:lpstr>Converting Non-Binary Relationships to Binary Form</vt:lpstr>
      <vt:lpstr>Placement of relationship attributes</vt:lpstr>
      <vt:lpstr>Mapping Cardinalities affect ER Design</vt:lpstr>
      <vt:lpstr>Extended ER Features</vt:lpstr>
      <vt:lpstr>Specialization</vt:lpstr>
      <vt:lpstr>Specialization Example</vt:lpstr>
      <vt:lpstr>Extended ER Features: Generalization</vt:lpstr>
      <vt:lpstr>Generalization</vt:lpstr>
      <vt:lpstr>Specialization and Generalization (Cont.)</vt:lpstr>
      <vt:lpstr>Design Constraints on a Specialization/Generalization</vt:lpstr>
      <vt:lpstr>Design Constraints on a Specialization/Generalization (Cont.)</vt:lpstr>
      <vt:lpstr>Aggregation</vt:lpstr>
      <vt:lpstr>Aggregation</vt:lpstr>
      <vt:lpstr>Aggregation</vt:lpstr>
      <vt:lpstr>Aggregation</vt:lpstr>
      <vt:lpstr>Aggregation (Cont.)</vt:lpstr>
      <vt:lpstr>E-R Diagram With Aggregation</vt:lpstr>
      <vt:lpstr>E-R Diagram With Aggregation</vt:lpstr>
      <vt:lpstr>E-R Diagram With Aggregation</vt:lpstr>
      <vt:lpstr>E-R Diagram With Aggregation</vt:lpstr>
      <vt:lpstr>E-R Design Decisions</vt:lpstr>
      <vt:lpstr>Summary of Symbols Used in E-R Notation</vt:lpstr>
      <vt:lpstr>Symbols Used in E-R Notation (Cont.)</vt:lpstr>
      <vt:lpstr>E-R Diagram for a University Enterprise</vt:lpstr>
      <vt:lpstr>How about doing another ER design interactively on the board?</vt:lpstr>
      <vt:lpstr>Design ER Model</vt:lpstr>
      <vt:lpstr>Design ER Model</vt:lpstr>
      <vt:lpstr>Design ER Model</vt:lpstr>
      <vt:lpstr>Design ER Model</vt:lpstr>
      <vt:lpstr>Design ER Model</vt:lpstr>
      <vt:lpstr>Design ER Model</vt:lpstr>
      <vt:lpstr>Design ER Model</vt:lpstr>
      <vt:lpstr>PowerPoint 演示文稿</vt:lpstr>
      <vt:lpstr>Reduction to Relational Schemas</vt:lpstr>
      <vt:lpstr>E-R模型向关系模式的转换</vt:lpstr>
      <vt:lpstr>E-R模型向关系模式的转换</vt:lpstr>
      <vt:lpstr>E-R模型向关系模式的转换</vt:lpstr>
      <vt:lpstr>E-R模型向关系模式的转换</vt:lpstr>
      <vt:lpstr>E-R模型向关系模式的转换</vt:lpstr>
      <vt:lpstr>E-R模型向关系模式的转换</vt:lpstr>
      <vt:lpstr>E-R模型向关系模式的转换</vt:lpstr>
      <vt:lpstr>E-R模型向关系模式的转换</vt:lpstr>
      <vt:lpstr>E-R模型向关系模式的转换</vt:lpstr>
      <vt:lpstr>E-R模型向关系模式的转换</vt:lpstr>
      <vt:lpstr>E-R模型向关系模式的转换</vt:lpstr>
      <vt:lpstr>E-R模型向关系模式的转换</vt:lpstr>
      <vt:lpstr>E-R模型向关系模式的转换</vt:lpstr>
      <vt:lpstr>E-R模型向关系模式的转换</vt:lpstr>
      <vt:lpstr>Assignments</vt:lpstr>
      <vt:lpstr>Exercise: ABC Banks</vt:lpstr>
      <vt:lpstr>End of Chapter</vt:lpstr>
      <vt:lpstr>Custom Show 1</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dc:title>
  <dc:creator>Marilyn Turnamian</dc:creator>
  <cp:lastModifiedBy>j c</cp:lastModifiedBy>
  <cp:revision>480</cp:revision>
  <cp:lastPrinted>2005-01-10T21:51:57Z</cp:lastPrinted>
  <dcterms:created xsi:type="dcterms:W3CDTF">2009-12-21T15:40:15Z</dcterms:created>
  <dcterms:modified xsi:type="dcterms:W3CDTF">2025-10-22T07:40:03Z</dcterms:modified>
</cp:coreProperties>
</file>